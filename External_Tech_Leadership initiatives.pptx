
<file path=[Content_Types].xml><?xml version="1.0" encoding="utf-8"?>
<Types xmlns="http://schemas.openxmlformats.org/package/2006/content-types">
  <Default Extension="glb" ContentType="model/gltf.binary"/>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sldIdLst>
    <p:sldId id="256" r:id="rId2"/>
    <p:sldId id="257" r:id="rId3"/>
    <p:sldId id="2147470315" r:id="rId4"/>
    <p:sldId id="2147470324" r:id="rId5"/>
    <p:sldId id="2147470325" r:id="rId6"/>
    <p:sldId id="2147470326" r:id="rId7"/>
    <p:sldId id="2147470327" r:id="rId8"/>
    <p:sldId id="2147470328" r:id="rId9"/>
    <p:sldId id="2147470329"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349178-5431-4EB2-971D-9D0005F17377}" v="8" dt="2023-12-01T13:52:05.4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jeet Mukkawar" userId="3fb41189-22bd-46cc-87c0-2ad765a4798f" providerId="ADAL" clId="{58349178-5431-4EB2-971D-9D0005F17377}"/>
    <pc:docChg chg="undo custSel addSld delSld modSld sldOrd addMainMaster delMainMaster">
      <pc:chgData name="Abhijeet Mukkawar" userId="3fb41189-22bd-46cc-87c0-2ad765a4798f" providerId="ADAL" clId="{58349178-5431-4EB2-971D-9D0005F17377}" dt="2023-12-01T13:53:02.558" v="626" actId="2711"/>
      <pc:docMkLst>
        <pc:docMk/>
      </pc:docMkLst>
      <pc:sldChg chg="addSp modSp new mod setBg modClrScheme chgLayout">
        <pc:chgData name="Abhijeet Mukkawar" userId="3fb41189-22bd-46cc-87c0-2ad765a4798f" providerId="ADAL" clId="{58349178-5431-4EB2-971D-9D0005F17377}" dt="2023-12-01T13:17:25.440" v="57" actId="20577"/>
        <pc:sldMkLst>
          <pc:docMk/>
          <pc:sldMk cId="4099823749" sldId="256"/>
        </pc:sldMkLst>
        <pc:spChg chg="mod">
          <ac:chgData name="Abhijeet Mukkawar" userId="3fb41189-22bd-46cc-87c0-2ad765a4798f" providerId="ADAL" clId="{58349178-5431-4EB2-971D-9D0005F17377}" dt="2023-12-01T13:17:14.998" v="35" actId="14100"/>
          <ac:spMkLst>
            <pc:docMk/>
            <pc:sldMk cId="4099823749" sldId="256"/>
            <ac:spMk id="2" creationId="{23C9804E-3154-7826-D377-2CAA39B1FF81}"/>
          </ac:spMkLst>
        </pc:spChg>
        <pc:spChg chg="mod">
          <ac:chgData name="Abhijeet Mukkawar" userId="3fb41189-22bd-46cc-87c0-2ad765a4798f" providerId="ADAL" clId="{58349178-5431-4EB2-971D-9D0005F17377}" dt="2023-12-01T13:17:25.440" v="57" actId="20577"/>
          <ac:spMkLst>
            <pc:docMk/>
            <pc:sldMk cId="4099823749" sldId="256"/>
            <ac:spMk id="3" creationId="{2A64FBA7-44ED-9102-9BAF-B91F3B619DE6}"/>
          </ac:spMkLst>
        </pc:spChg>
        <pc:spChg chg="add">
          <ac:chgData name="Abhijeet Mukkawar" userId="3fb41189-22bd-46cc-87c0-2ad765a4798f" providerId="ADAL" clId="{58349178-5431-4EB2-971D-9D0005F17377}" dt="2023-12-01T13:17:00.382" v="2" actId="26606"/>
          <ac:spMkLst>
            <pc:docMk/>
            <pc:sldMk cId="4099823749" sldId="256"/>
            <ac:spMk id="9" creationId="{4A42768F-95BB-478A-ADFA-24FD8097F221}"/>
          </ac:spMkLst>
        </pc:spChg>
        <pc:spChg chg="add">
          <ac:chgData name="Abhijeet Mukkawar" userId="3fb41189-22bd-46cc-87c0-2ad765a4798f" providerId="ADAL" clId="{58349178-5431-4EB2-971D-9D0005F17377}" dt="2023-12-01T13:17:00.382" v="2" actId="26606"/>
          <ac:spMkLst>
            <pc:docMk/>
            <pc:sldMk cId="4099823749" sldId="256"/>
            <ac:spMk id="11" creationId="{13F26D5C-77E9-4A8D-95F0-1635BAD12650}"/>
          </ac:spMkLst>
        </pc:spChg>
        <pc:picChg chg="add">
          <ac:chgData name="Abhijeet Mukkawar" userId="3fb41189-22bd-46cc-87c0-2ad765a4798f" providerId="ADAL" clId="{58349178-5431-4EB2-971D-9D0005F17377}" dt="2023-12-01T13:17:00.382" v="2" actId="26606"/>
          <ac:picMkLst>
            <pc:docMk/>
            <pc:sldMk cId="4099823749" sldId="256"/>
            <ac:picMk id="4" creationId="{8D69969A-913D-2AAC-CE51-E15C9AB64F59}"/>
          </ac:picMkLst>
        </pc:picChg>
        <pc:cxnChg chg="add">
          <ac:chgData name="Abhijeet Mukkawar" userId="3fb41189-22bd-46cc-87c0-2ad765a4798f" providerId="ADAL" clId="{58349178-5431-4EB2-971D-9D0005F17377}" dt="2023-12-01T13:17:00.382" v="2" actId="26606"/>
          <ac:cxnSpMkLst>
            <pc:docMk/>
            <pc:sldMk cId="4099823749" sldId="256"/>
            <ac:cxnSpMk id="13" creationId="{0632DC5A-0728-490F-8655-6B437782704C}"/>
          </ac:cxnSpMkLst>
        </pc:cxnChg>
        <pc:cxnChg chg="add">
          <ac:chgData name="Abhijeet Mukkawar" userId="3fb41189-22bd-46cc-87c0-2ad765a4798f" providerId="ADAL" clId="{58349178-5431-4EB2-971D-9D0005F17377}" dt="2023-12-01T13:17:00.382" v="2" actId="26606"/>
          <ac:cxnSpMkLst>
            <pc:docMk/>
            <pc:sldMk cId="4099823749" sldId="256"/>
            <ac:cxnSpMk id="15" creationId="{28BB1F6D-CF9C-422D-9324-C46415BB9D7D}"/>
          </ac:cxnSpMkLst>
        </pc:cxnChg>
      </pc:sldChg>
      <pc:sldChg chg="modSp new mod">
        <pc:chgData name="Abhijeet Mukkawar" userId="3fb41189-22bd-46cc-87c0-2ad765a4798f" providerId="ADAL" clId="{58349178-5431-4EB2-971D-9D0005F17377}" dt="2023-12-01T13:24:15.323" v="173" actId="13926"/>
        <pc:sldMkLst>
          <pc:docMk/>
          <pc:sldMk cId="2230343584" sldId="257"/>
        </pc:sldMkLst>
        <pc:spChg chg="mod">
          <ac:chgData name="Abhijeet Mukkawar" userId="3fb41189-22bd-46cc-87c0-2ad765a4798f" providerId="ADAL" clId="{58349178-5431-4EB2-971D-9D0005F17377}" dt="2023-12-01T13:23:01.546" v="119" actId="2710"/>
          <ac:spMkLst>
            <pc:docMk/>
            <pc:sldMk cId="2230343584" sldId="257"/>
            <ac:spMk id="2" creationId="{27BB64AA-8362-00CA-E992-B08249B9F6F8}"/>
          </ac:spMkLst>
        </pc:spChg>
        <pc:spChg chg="mod">
          <ac:chgData name="Abhijeet Mukkawar" userId="3fb41189-22bd-46cc-87c0-2ad765a4798f" providerId="ADAL" clId="{58349178-5431-4EB2-971D-9D0005F17377}" dt="2023-12-01T13:24:15.323" v="173" actId="13926"/>
          <ac:spMkLst>
            <pc:docMk/>
            <pc:sldMk cId="2230343584" sldId="257"/>
            <ac:spMk id="3" creationId="{54B3B1DD-5FB3-75CC-82B4-11FDD85AF08A}"/>
          </ac:spMkLst>
        </pc:spChg>
      </pc:sldChg>
      <pc:sldChg chg="new del">
        <pc:chgData name="Abhijeet Mukkawar" userId="3fb41189-22bd-46cc-87c0-2ad765a4798f" providerId="ADAL" clId="{58349178-5431-4EB2-971D-9D0005F17377}" dt="2023-12-01T13:25:47.873" v="198" actId="47"/>
        <pc:sldMkLst>
          <pc:docMk/>
          <pc:sldMk cId="2064119798" sldId="258"/>
        </pc:sldMkLst>
      </pc:sldChg>
      <pc:sldChg chg="modSp add mod ord">
        <pc:chgData name="Abhijeet Mukkawar" userId="3fb41189-22bd-46cc-87c0-2ad765a4798f" providerId="ADAL" clId="{58349178-5431-4EB2-971D-9D0005F17377}" dt="2023-12-01T13:52:33.651" v="624" actId="113"/>
        <pc:sldMkLst>
          <pc:docMk/>
          <pc:sldMk cId="1788227632" sldId="2147470315"/>
        </pc:sldMkLst>
        <pc:spChg chg="mod">
          <ac:chgData name="Abhijeet Mukkawar" userId="3fb41189-22bd-46cc-87c0-2ad765a4798f" providerId="ADAL" clId="{58349178-5431-4EB2-971D-9D0005F17377}" dt="2023-12-01T13:52:33.651" v="624" actId="113"/>
          <ac:spMkLst>
            <pc:docMk/>
            <pc:sldMk cId="1788227632" sldId="2147470315"/>
            <ac:spMk id="2" creationId="{CC4BE756-BFF2-4A7B-B931-17D1734C43F5}"/>
          </ac:spMkLst>
        </pc:spChg>
      </pc:sldChg>
      <pc:sldChg chg="add del">
        <pc:chgData name="Abhijeet Mukkawar" userId="3fb41189-22bd-46cc-87c0-2ad765a4798f" providerId="ADAL" clId="{58349178-5431-4EB2-971D-9D0005F17377}" dt="2023-12-01T13:25:52.009" v="199" actId="47"/>
        <pc:sldMkLst>
          <pc:docMk/>
          <pc:sldMk cId="18322669" sldId="2147470316"/>
        </pc:sldMkLst>
      </pc:sldChg>
      <pc:sldChg chg="modSp add del mod">
        <pc:chgData name="Abhijeet Mukkawar" userId="3fb41189-22bd-46cc-87c0-2ad765a4798f" providerId="ADAL" clId="{58349178-5431-4EB2-971D-9D0005F17377}" dt="2023-12-01T13:31:25.203" v="237" actId="47"/>
        <pc:sldMkLst>
          <pc:docMk/>
          <pc:sldMk cId="1247268604" sldId="2147470317"/>
        </pc:sldMkLst>
        <pc:spChg chg="mod">
          <ac:chgData name="Abhijeet Mukkawar" userId="3fb41189-22bd-46cc-87c0-2ad765a4798f" providerId="ADAL" clId="{58349178-5431-4EB2-971D-9D0005F17377}" dt="2023-12-01T13:30:10.210" v="228" actId="207"/>
          <ac:spMkLst>
            <pc:docMk/>
            <pc:sldMk cId="1247268604" sldId="2147470317"/>
            <ac:spMk id="4" creationId="{932DDF8C-3E9D-383A-31E5-E70FEBBED6BD}"/>
          </ac:spMkLst>
        </pc:spChg>
      </pc:sldChg>
      <pc:sldChg chg="addSp delSp modSp add del mod">
        <pc:chgData name="Abhijeet Mukkawar" userId="3fb41189-22bd-46cc-87c0-2ad765a4798f" providerId="ADAL" clId="{58349178-5431-4EB2-971D-9D0005F17377}" dt="2023-12-01T13:36:30.197" v="279" actId="47"/>
        <pc:sldMkLst>
          <pc:docMk/>
          <pc:sldMk cId="2086489072" sldId="2147470318"/>
        </pc:sldMkLst>
        <pc:spChg chg="mod">
          <ac:chgData name="Abhijeet Mukkawar" userId="3fb41189-22bd-46cc-87c0-2ad765a4798f" providerId="ADAL" clId="{58349178-5431-4EB2-971D-9D0005F17377}" dt="2023-12-01T13:33:22.731" v="252" actId="1076"/>
          <ac:spMkLst>
            <pc:docMk/>
            <pc:sldMk cId="2086489072" sldId="2147470318"/>
            <ac:spMk id="2" creationId="{B2D750EC-D067-36DF-FBF4-E7E30FFEF03E}"/>
          </ac:spMkLst>
        </pc:spChg>
        <pc:spChg chg="mod">
          <ac:chgData name="Abhijeet Mukkawar" userId="3fb41189-22bd-46cc-87c0-2ad765a4798f" providerId="ADAL" clId="{58349178-5431-4EB2-971D-9D0005F17377}" dt="2023-12-01T13:32:52.506" v="247" actId="113"/>
          <ac:spMkLst>
            <pc:docMk/>
            <pc:sldMk cId="2086489072" sldId="2147470318"/>
            <ac:spMk id="5" creationId="{2954F62D-6191-B985-7A81-CF26FD34312E}"/>
          </ac:spMkLst>
        </pc:spChg>
        <pc:spChg chg="del mod">
          <ac:chgData name="Abhijeet Mukkawar" userId="3fb41189-22bd-46cc-87c0-2ad765a4798f" providerId="ADAL" clId="{58349178-5431-4EB2-971D-9D0005F17377}" dt="2023-12-01T13:32:25.798" v="239" actId="478"/>
          <ac:spMkLst>
            <pc:docMk/>
            <pc:sldMk cId="2086489072" sldId="2147470318"/>
            <ac:spMk id="8" creationId="{F738D7EF-F039-33C3-A123-B09A82A3FF47}"/>
          </ac:spMkLst>
        </pc:spChg>
        <pc:picChg chg="add mod">
          <ac:chgData name="Abhijeet Mukkawar" userId="3fb41189-22bd-46cc-87c0-2ad765a4798f" providerId="ADAL" clId="{58349178-5431-4EB2-971D-9D0005F17377}" dt="2023-12-01T13:32:37.797" v="244" actId="14100"/>
          <ac:picMkLst>
            <pc:docMk/>
            <pc:sldMk cId="2086489072" sldId="2147470318"/>
            <ac:picMk id="6" creationId="{5867E769-9292-BE4A-897F-6788FFAFB9DD}"/>
          </ac:picMkLst>
        </pc:picChg>
      </pc:sldChg>
      <pc:sldChg chg="addSp add del mod">
        <pc:chgData name="Abhijeet Mukkawar" userId="3fb41189-22bd-46cc-87c0-2ad765a4798f" providerId="ADAL" clId="{58349178-5431-4EB2-971D-9D0005F17377}" dt="2023-12-01T13:38:56.299" v="315" actId="47"/>
        <pc:sldMkLst>
          <pc:docMk/>
          <pc:sldMk cId="2978407386" sldId="2147470319"/>
        </pc:sldMkLst>
        <pc:picChg chg="add">
          <ac:chgData name="Abhijeet Mukkawar" userId="3fb41189-22bd-46cc-87c0-2ad765a4798f" providerId="ADAL" clId="{58349178-5431-4EB2-971D-9D0005F17377}" dt="2023-12-01T13:38:16.136" v="305" actId="22"/>
          <ac:picMkLst>
            <pc:docMk/>
            <pc:sldMk cId="2978407386" sldId="2147470319"/>
            <ac:picMk id="7" creationId="{AAA8977F-200F-45AF-5E12-9F771ED12683}"/>
          </ac:picMkLst>
        </pc:picChg>
      </pc:sldChg>
      <pc:sldChg chg="add del">
        <pc:chgData name="Abhijeet Mukkawar" userId="3fb41189-22bd-46cc-87c0-2ad765a4798f" providerId="ADAL" clId="{58349178-5431-4EB2-971D-9D0005F17377}" dt="2023-12-01T13:46:35.511" v="485" actId="47"/>
        <pc:sldMkLst>
          <pc:docMk/>
          <pc:sldMk cId="2156224519" sldId="2147470320"/>
        </pc:sldMkLst>
      </pc:sldChg>
      <pc:sldChg chg="modSp add del mod">
        <pc:chgData name="Abhijeet Mukkawar" userId="3fb41189-22bd-46cc-87c0-2ad765a4798f" providerId="ADAL" clId="{58349178-5431-4EB2-971D-9D0005F17377}" dt="2023-12-01T13:50:39.630" v="580" actId="47"/>
        <pc:sldMkLst>
          <pc:docMk/>
          <pc:sldMk cId="1884989126" sldId="2147470321"/>
        </pc:sldMkLst>
        <pc:spChg chg="mod">
          <ac:chgData name="Abhijeet Mukkawar" userId="3fb41189-22bd-46cc-87c0-2ad765a4798f" providerId="ADAL" clId="{58349178-5431-4EB2-971D-9D0005F17377}" dt="2023-12-01T13:48:21.609" v="497" actId="1076"/>
          <ac:spMkLst>
            <pc:docMk/>
            <pc:sldMk cId="1884989126" sldId="2147470321"/>
            <ac:spMk id="3" creationId="{B74A48AD-4DE9-CCF0-38D4-126E2BF26A58}"/>
          </ac:spMkLst>
        </pc:spChg>
      </pc:sldChg>
      <pc:sldChg chg="modSp add del mod">
        <pc:chgData name="Abhijeet Mukkawar" userId="3fb41189-22bd-46cc-87c0-2ad765a4798f" providerId="ADAL" clId="{58349178-5431-4EB2-971D-9D0005F17377}" dt="2023-12-01T13:46:49.203" v="486" actId="47"/>
        <pc:sldMkLst>
          <pc:docMk/>
          <pc:sldMk cId="3825514657" sldId="2147470322"/>
        </pc:sldMkLst>
        <pc:spChg chg="mod">
          <ac:chgData name="Abhijeet Mukkawar" userId="3fb41189-22bd-46cc-87c0-2ad765a4798f" providerId="ADAL" clId="{58349178-5431-4EB2-971D-9D0005F17377}" dt="2023-12-01T13:25:10.254" v="192" actId="27636"/>
          <ac:spMkLst>
            <pc:docMk/>
            <pc:sldMk cId="3825514657" sldId="2147470322"/>
            <ac:spMk id="2" creationId="{CC4BE756-BFF2-4A7B-B931-17D1734C43F5}"/>
          </ac:spMkLst>
        </pc:spChg>
      </pc:sldChg>
      <pc:sldChg chg="add del">
        <pc:chgData name="Abhijeet Mukkawar" userId="3fb41189-22bd-46cc-87c0-2ad765a4798f" providerId="ADAL" clId="{58349178-5431-4EB2-971D-9D0005F17377}" dt="2023-12-01T13:52:22.432" v="623" actId="47"/>
        <pc:sldMkLst>
          <pc:docMk/>
          <pc:sldMk cId="2546379468" sldId="2147470323"/>
        </pc:sldMkLst>
      </pc:sldChg>
      <pc:sldChg chg="addSp delSp modSp new mod">
        <pc:chgData name="Abhijeet Mukkawar" userId="3fb41189-22bd-46cc-87c0-2ad765a4798f" providerId="ADAL" clId="{58349178-5431-4EB2-971D-9D0005F17377}" dt="2023-12-01T13:31:11.067" v="236" actId="14100"/>
        <pc:sldMkLst>
          <pc:docMk/>
          <pc:sldMk cId="1312049779" sldId="2147470324"/>
        </pc:sldMkLst>
        <pc:spChg chg="del">
          <ac:chgData name="Abhijeet Mukkawar" userId="3fb41189-22bd-46cc-87c0-2ad765a4798f" providerId="ADAL" clId="{58349178-5431-4EB2-971D-9D0005F17377}" dt="2023-12-01T13:26:30.324" v="204" actId="478"/>
          <ac:spMkLst>
            <pc:docMk/>
            <pc:sldMk cId="1312049779" sldId="2147470324"/>
            <ac:spMk id="2" creationId="{DE6832FC-F12B-CC6A-BF42-429A37DA481B}"/>
          </ac:spMkLst>
        </pc:spChg>
        <pc:spChg chg="del">
          <ac:chgData name="Abhijeet Mukkawar" userId="3fb41189-22bd-46cc-87c0-2ad765a4798f" providerId="ADAL" clId="{58349178-5431-4EB2-971D-9D0005F17377}" dt="2023-12-01T13:26:33.462" v="205" actId="478"/>
          <ac:spMkLst>
            <pc:docMk/>
            <pc:sldMk cId="1312049779" sldId="2147470324"/>
            <ac:spMk id="3" creationId="{29EF1457-33E0-765D-9BB7-169FCAF671A4}"/>
          </ac:spMkLst>
        </pc:spChg>
        <pc:spChg chg="del">
          <ac:chgData name="Abhijeet Mukkawar" userId="3fb41189-22bd-46cc-87c0-2ad765a4798f" providerId="ADAL" clId="{58349178-5431-4EB2-971D-9D0005F17377}" dt="2023-12-01T13:30:49.634" v="229" actId="478"/>
          <ac:spMkLst>
            <pc:docMk/>
            <pc:sldMk cId="1312049779" sldId="2147470324"/>
            <ac:spMk id="4" creationId="{A174D3B7-59F6-9067-3F3F-3CE4CD6008EE}"/>
          </ac:spMkLst>
        </pc:spChg>
        <pc:spChg chg="add mod">
          <ac:chgData name="Abhijeet Mukkawar" userId="3fb41189-22bd-46cc-87c0-2ad765a4798f" providerId="ADAL" clId="{58349178-5431-4EB2-971D-9D0005F17377}" dt="2023-12-01T13:28:05.026" v="214" actId="207"/>
          <ac:spMkLst>
            <pc:docMk/>
            <pc:sldMk cId="1312049779" sldId="2147470324"/>
            <ac:spMk id="6" creationId="{C1706F74-0BCE-0BDF-223A-FD1CB500C207}"/>
          </ac:spMkLst>
        </pc:spChg>
        <pc:spChg chg="add mod">
          <ac:chgData name="Abhijeet Mukkawar" userId="3fb41189-22bd-46cc-87c0-2ad765a4798f" providerId="ADAL" clId="{58349178-5431-4EB2-971D-9D0005F17377}" dt="2023-12-01T13:28:47.778" v="220" actId="14100"/>
          <ac:spMkLst>
            <pc:docMk/>
            <pc:sldMk cId="1312049779" sldId="2147470324"/>
            <ac:spMk id="8" creationId="{2574407F-ADA8-02F2-1BE8-2DB1B2B3A5EA}"/>
          </ac:spMkLst>
        </pc:spChg>
        <pc:spChg chg="add del">
          <ac:chgData name="Abhijeet Mukkawar" userId="3fb41189-22bd-46cc-87c0-2ad765a4798f" providerId="ADAL" clId="{58349178-5431-4EB2-971D-9D0005F17377}" dt="2023-12-01T13:28:59.326" v="222" actId="22"/>
          <ac:spMkLst>
            <pc:docMk/>
            <pc:sldMk cId="1312049779" sldId="2147470324"/>
            <ac:spMk id="10" creationId="{0563DF2E-EBBF-5698-E1BC-A3E7A0DA1F93}"/>
          </ac:spMkLst>
        </pc:spChg>
        <pc:picChg chg="add mod">
          <ac:chgData name="Abhijeet Mukkawar" userId="3fb41189-22bd-46cc-87c0-2ad765a4798f" providerId="ADAL" clId="{58349178-5431-4EB2-971D-9D0005F17377}" dt="2023-12-01T13:31:11.067" v="236" actId="14100"/>
          <ac:picMkLst>
            <pc:docMk/>
            <pc:sldMk cId="1312049779" sldId="2147470324"/>
            <ac:picMk id="12" creationId="{BFDC31C3-B8F2-8500-3BF6-3781330A2573}"/>
          </ac:picMkLst>
        </pc:picChg>
      </pc:sldChg>
      <pc:sldChg chg="addSp delSp modSp new mod">
        <pc:chgData name="Abhijeet Mukkawar" userId="3fb41189-22bd-46cc-87c0-2ad765a4798f" providerId="ADAL" clId="{58349178-5431-4EB2-971D-9D0005F17377}" dt="2023-12-01T13:47:47.601" v="495" actId="113"/>
        <pc:sldMkLst>
          <pc:docMk/>
          <pc:sldMk cId="1432530687" sldId="2147470325"/>
        </pc:sldMkLst>
        <pc:spChg chg="mod">
          <ac:chgData name="Abhijeet Mukkawar" userId="3fb41189-22bd-46cc-87c0-2ad765a4798f" providerId="ADAL" clId="{58349178-5431-4EB2-971D-9D0005F17377}" dt="2023-12-01T13:39:48.600" v="317" actId="113"/>
          <ac:spMkLst>
            <pc:docMk/>
            <pc:sldMk cId="1432530687" sldId="2147470325"/>
            <ac:spMk id="2" creationId="{2A2832C2-F955-1AAF-C9A8-96DAF29764DD}"/>
          </ac:spMkLst>
        </pc:spChg>
        <pc:spChg chg="del">
          <ac:chgData name="Abhijeet Mukkawar" userId="3fb41189-22bd-46cc-87c0-2ad765a4798f" providerId="ADAL" clId="{58349178-5431-4EB2-971D-9D0005F17377}" dt="2023-12-01T13:33:09.354" v="250" actId="478"/>
          <ac:spMkLst>
            <pc:docMk/>
            <pc:sldMk cId="1432530687" sldId="2147470325"/>
            <ac:spMk id="3" creationId="{0E2C243F-DA02-6553-C542-02E5D7781D9F}"/>
          </ac:spMkLst>
        </pc:spChg>
        <pc:spChg chg="del">
          <ac:chgData name="Abhijeet Mukkawar" userId="3fb41189-22bd-46cc-87c0-2ad765a4798f" providerId="ADAL" clId="{58349178-5431-4EB2-971D-9D0005F17377}" dt="2023-12-01T13:33:05.184" v="249" actId="478"/>
          <ac:spMkLst>
            <pc:docMk/>
            <pc:sldMk cId="1432530687" sldId="2147470325"/>
            <ac:spMk id="4" creationId="{0FE84C03-E0C7-24E7-CC4E-6E3EDF1A2472}"/>
          </ac:spMkLst>
        </pc:spChg>
        <pc:spChg chg="add mod">
          <ac:chgData name="Abhijeet Mukkawar" userId="3fb41189-22bd-46cc-87c0-2ad765a4798f" providerId="ADAL" clId="{58349178-5431-4EB2-971D-9D0005F17377}" dt="2023-12-01T13:39:57.388" v="318" actId="113"/>
          <ac:spMkLst>
            <pc:docMk/>
            <pc:sldMk cId="1432530687" sldId="2147470325"/>
            <ac:spMk id="6" creationId="{2E91B9E7-1095-8ECF-7B82-73D80EC16809}"/>
          </ac:spMkLst>
        </pc:spChg>
        <pc:spChg chg="add del">
          <ac:chgData name="Abhijeet Mukkawar" userId="3fb41189-22bd-46cc-87c0-2ad765a4798f" providerId="ADAL" clId="{58349178-5431-4EB2-971D-9D0005F17377}" dt="2023-12-01T13:35:35.481" v="268" actId="22"/>
          <ac:spMkLst>
            <pc:docMk/>
            <pc:sldMk cId="1432530687" sldId="2147470325"/>
            <ac:spMk id="8" creationId="{AB391893-42CB-DA99-E05E-D567E80A889F}"/>
          </ac:spMkLst>
        </pc:spChg>
        <pc:spChg chg="add mod">
          <ac:chgData name="Abhijeet Mukkawar" userId="3fb41189-22bd-46cc-87c0-2ad765a4798f" providerId="ADAL" clId="{58349178-5431-4EB2-971D-9D0005F17377}" dt="2023-12-01T13:47:47.601" v="495" actId="113"/>
          <ac:spMkLst>
            <pc:docMk/>
            <pc:sldMk cId="1432530687" sldId="2147470325"/>
            <ac:spMk id="9" creationId="{F703CA58-E69A-2891-F072-6B28B7BDDD93}"/>
          </ac:spMkLst>
        </pc:spChg>
        <pc:picChg chg="add mod">
          <ac:chgData name="Abhijeet Mukkawar" userId="3fb41189-22bd-46cc-87c0-2ad765a4798f" providerId="ADAL" clId="{58349178-5431-4EB2-971D-9D0005F17377}" dt="2023-12-01T13:36:06.281" v="274"/>
          <ac:picMkLst>
            <pc:docMk/>
            <pc:sldMk cId="1432530687" sldId="2147470325"/>
            <ac:picMk id="10" creationId="{A70FA837-2712-440B-C8C3-B9D6734CA27E}"/>
          </ac:picMkLst>
        </pc:picChg>
      </pc:sldChg>
      <pc:sldChg chg="addSp delSp modSp new mod">
        <pc:chgData name="Abhijeet Mukkawar" userId="3fb41189-22bd-46cc-87c0-2ad765a4798f" providerId="ADAL" clId="{58349178-5431-4EB2-971D-9D0005F17377}" dt="2023-12-01T13:47:40.416" v="493" actId="113"/>
        <pc:sldMkLst>
          <pc:docMk/>
          <pc:sldMk cId="3921835205" sldId="2147470326"/>
        </pc:sldMkLst>
        <pc:spChg chg="mod">
          <ac:chgData name="Abhijeet Mukkawar" userId="3fb41189-22bd-46cc-87c0-2ad765a4798f" providerId="ADAL" clId="{58349178-5431-4EB2-971D-9D0005F17377}" dt="2023-12-01T13:37:17.615" v="298" actId="207"/>
          <ac:spMkLst>
            <pc:docMk/>
            <pc:sldMk cId="3921835205" sldId="2147470326"/>
            <ac:spMk id="2" creationId="{48DBD652-026D-50D5-0987-667DFDE37768}"/>
          </ac:spMkLst>
        </pc:spChg>
        <pc:spChg chg="mod">
          <ac:chgData name="Abhijeet Mukkawar" userId="3fb41189-22bd-46cc-87c0-2ad765a4798f" providerId="ADAL" clId="{58349178-5431-4EB2-971D-9D0005F17377}" dt="2023-12-01T13:47:40.416" v="493" actId="113"/>
          <ac:spMkLst>
            <pc:docMk/>
            <pc:sldMk cId="3921835205" sldId="2147470326"/>
            <ac:spMk id="3" creationId="{76905C8A-F396-B0FE-66D7-A1357D934871}"/>
          </ac:spMkLst>
        </pc:spChg>
        <pc:spChg chg="del">
          <ac:chgData name="Abhijeet Mukkawar" userId="3fb41189-22bd-46cc-87c0-2ad765a4798f" providerId="ADAL" clId="{58349178-5431-4EB2-971D-9D0005F17377}" dt="2023-12-01T13:37:55.139" v="304" actId="478"/>
          <ac:spMkLst>
            <pc:docMk/>
            <pc:sldMk cId="3921835205" sldId="2147470326"/>
            <ac:spMk id="4" creationId="{0B0F446C-DEA7-DF42-4DCB-BE039AEE4401}"/>
          </ac:spMkLst>
        </pc:spChg>
        <pc:picChg chg="add mod">
          <ac:chgData name="Abhijeet Mukkawar" userId="3fb41189-22bd-46cc-87c0-2ad765a4798f" providerId="ADAL" clId="{58349178-5431-4EB2-971D-9D0005F17377}" dt="2023-12-01T13:38:47.503" v="314" actId="1076"/>
          <ac:picMkLst>
            <pc:docMk/>
            <pc:sldMk cId="3921835205" sldId="2147470326"/>
            <ac:picMk id="6" creationId="{95300DE8-2684-E5BC-62B5-ADD961BDD019}"/>
          </ac:picMkLst>
        </pc:picChg>
      </pc:sldChg>
      <pc:sldChg chg="addSp delSp modSp add mod">
        <pc:chgData name="Abhijeet Mukkawar" userId="3fb41189-22bd-46cc-87c0-2ad765a4798f" providerId="ADAL" clId="{58349178-5431-4EB2-971D-9D0005F17377}" dt="2023-12-01T13:47:32.333" v="491" actId="113"/>
        <pc:sldMkLst>
          <pc:docMk/>
          <pc:sldMk cId="1596624503" sldId="2147470327"/>
        </pc:sldMkLst>
        <pc:spChg chg="mod">
          <ac:chgData name="Abhijeet Mukkawar" userId="3fb41189-22bd-46cc-87c0-2ad765a4798f" providerId="ADAL" clId="{58349178-5431-4EB2-971D-9D0005F17377}" dt="2023-12-01T13:40:53.256" v="414" actId="6549"/>
          <ac:spMkLst>
            <pc:docMk/>
            <pc:sldMk cId="1596624503" sldId="2147470327"/>
            <ac:spMk id="2" creationId="{48DBD652-026D-50D5-0987-667DFDE37768}"/>
          </ac:spMkLst>
        </pc:spChg>
        <pc:spChg chg="mod">
          <ac:chgData name="Abhijeet Mukkawar" userId="3fb41189-22bd-46cc-87c0-2ad765a4798f" providerId="ADAL" clId="{58349178-5431-4EB2-971D-9D0005F17377}" dt="2023-12-01T13:47:14.007" v="487" actId="207"/>
          <ac:spMkLst>
            <pc:docMk/>
            <pc:sldMk cId="1596624503" sldId="2147470327"/>
            <ac:spMk id="3" creationId="{76905C8A-F396-B0FE-66D7-A1357D934871}"/>
          </ac:spMkLst>
        </pc:spChg>
        <pc:spChg chg="add mod">
          <ac:chgData name="Abhijeet Mukkawar" userId="3fb41189-22bd-46cc-87c0-2ad765a4798f" providerId="ADAL" clId="{58349178-5431-4EB2-971D-9D0005F17377}" dt="2023-12-01T13:47:32.333" v="491" actId="113"/>
          <ac:spMkLst>
            <pc:docMk/>
            <pc:sldMk cId="1596624503" sldId="2147470327"/>
            <ac:spMk id="5" creationId="{75687625-DD97-A16A-5F86-A0F69339C09C}"/>
          </ac:spMkLst>
        </pc:spChg>
        <pc:picChg chg="del">
          <ac:chgData name="Abhijeet Mukkawar" userId="3fb41189-22bd-46cc-87c0-2ad765a4798f" providerId="ADAL" clId="{58349178-5431-4EB2-971D-9D0005F17377}" dt="2023-12-01T13:40:16.635" v="320" actId="478"/>
          <ac:picMkLst>
            <pc:docMk/>
            <pc:sldMk cId="1596624503" sldId="2147470327"/>
            <ac:picMk id="6" creationId="{95300DE8-2684-E5BC-62B5-ADD961BDD019}"/>
          </ac:picMkLst>
        </pc:picChg>
      </pc:sldChg>
      <pc:sldChg chg="modSp add mod">
        <pc:chgData name="Abhijeet Mukkawar" userId="3fb41189-22bd-46cc-87c0-2ad765a4798f" providerId="ADAL" clId="{58349178-5431-4EB2-971D-9D0005F17377}" dt="2023-12-01T13:53:02.558" v="626" actId="2711"/>
        <pc:sldMkLst>
          <pc:docMk/>
          <pc:sldMk cId="4253297823" sldId="2147470328"/>
        </pc:sldMkLst>
        <pc:spChg chg="mod">
          <ac:chgData name="Abhijeet Mukkawar" userId="3fb41189-22bd-46cc-87c0-2ad765a4798f" providerId="ADAL" clId="{58349178-5431-4EB2-971D-9D0005F17377}" dt="2023-12-01T13:53:02.558" v="626" actId="2711"/>
          <ac:spMkLst>
            <pc:docMk/>
            <pc:sldMk cId="4253297823" sldId="2147470328"/>
            <ac:spMk id="2" creationId="{48DBD652-026D-50D5-0987-667DFDE37768}"/>
          </ac:spMkLst>
        </pc:spChg>
        <pc:spChg chg="mod">
          <ac:chgData name="Abhijeet Mukkawar" userId="3fb41189-22bd-46cc-87c0-2ad765a4798f" providerId="ADAL" clId="{58349178-5431-4EB2-971D-9D0005F17377}" dt="2023-12-01T13:49:14.949" v="554" actId="207"/>
          <ac:spMkLst>
            <pc:docMk/>
            <pc:sldMk cId="4253297823" sldId="2147470328"/>
            <ac:spMk id="3" creationId="{76905C8A-F396-B0FE-66D7-A1357D934871}"/>
          </ac:spMkLst>
        </pc:spChg>
        <pc:spChg chg="mod">
          <ac:chgData name="Abhijeet Mukkawar" userId="3fb41189-22bd-46cc-87c0-2ad765a4798f" providerId="ADAL" clId="{58349178-5431-4EB2-971D-9D0005F17377}" dt="2023-12-01T13:50:33.922" v="579" actId="113"/>
          <ac:spMkLst>
            <pc:docMk/>
            <pc:sldMk cId="4253297823" sldId="2147470328"/>
            <ac:spMk id="5" creationId="{75687625-DD97-A16A-5F86-A0F69339C09C}"/>
          </ac:spMkLst>
        </pc:spChg>
      </pc:sldChg>
      <pc:sldChg chg="addSp delSp modSp add mod">
        <pc:chgData name="Abhijeet Mukkawar" userId="3fb41189-22bd-46cc-87c0-2ad765a4798f" providerId="ADAL" clId="{58349178-5431-4EB2-971D-9D0005F17377}" dt="2023-12-01T13:52:17.825" v="622"/>
        <pc:sldMkLst>
          <pc:docMk/>
          <pc:sldMk cId="1937631948" sldId="2147470329"/>
        </pc:sldMkLst>
        <pc:spChg chg="mod">
          <ac:chgData name="Abhijeet Mukkawar" userId="3fb41189-22bd-46cc-87c0-2ad765a4798f" providerId="ADAL" clId="{58349178-5431-4EB2-971D-9D0005F17377}" dt="2023-12-01T13:51:19.783" v="611" actId="2711"/>
          <ac:spMkLst>
            <pc:docMk/>
            <pc:sldMk cId="1937631948" sldId="2147470329"/>
            <ac:spMk id="2" creationId="{48DBD652-026D-50D5-0987-667DFDE37768}"/>
          </ac:spMkLst>
        </pc:spChg>
        <pc:spChg chg="mod">
          <ac:chgData name="Abhijeet Mukkawar" userId="3fb41189-22bd-46cc-87c0-2ad765a4798f" providerId="ADAL" clId="{58349178-5431-4EB2-971D-9D0005F17377}" dt="2023-12-01T13:51:50.892" v="616" actId="2711"/>
          <ac:spMkLst>
            <pc:docMk/>
            <pc:sldMk cId="1937631948" sldId="2147470329"/>
            <ac:spMk id="3" creationId="{76905C8A-F396-B0FE-66D7-A1357D934871}"/>
          </ac:spMkLst>
        </pc:spChg>
        <pc:spChg chg="del mod">
          <ac:chgData name="Abhijeet Mukkawar" userId="3fb41189-22bd-46cc-87c0-2ad765a4798f" providerId="ADAL" clId="{58349178-5431-4EB2-971D-9D0005F17377}" dt="2023-12-01T13:52:17.825" v="622"/>
          <ac:spMkLst>
            <pc:docMk/>
            <pc:sldMk cId="1937631948" sldId="2147470329"/>
            <ac:spMk id="5" creationId="{75687625-DD97-A16A-5F86-A0F69339C09C}"/>
          </ac:spMkLst>
        </pc:spChg>
        <pc:picChg chg="add mod">
          <ac:chgData name="Abhijeet Mukkawar" userId="3fb41189-22bd-46cc-87c0-2ad765a4798f" providerId="ADAL" clId="{58349178-5431-4EB2-971D-9D0005F17377}" dt="2023-12-01T13:52:16.842" v="620" actId="1076"/>
          <ac:picMkLst>
            <pc:docMk/>
            <pc:sldMk cId="1937631948" sldId="2147470329"/>
            <ac:picMk id="4" creationId="{F604504C-2E9D-BC6E-7C4B-864DFAFCF3D3}"/>
          </ac:picMkLst>
        </pc:picChg>
      </pc:sldChg>
      <pc:sldMasterChg chg="del delSldLayout">
        <pc:chgData name="Abhijeet Mukkawar" userId="3fb41189-22bd-46cc-87c0-2ad765a4798f" providerId="ADAL" clId="{58349178-5431-4EB2-971D-9D0005F17377}" dt="2023-12-01T13:17:00.382" v="2" actId="26606"/>
        <pc:sldMasterMkLst>
          <pc:docMk/>
          <pc:sldMasterMk cId="1368674350" sldId="2147483660"/>
        </pc:sldMasterMkLst>
        <pc:sldLayoutChg chg="del">
          <pc:chgData name="Abhijeet Mukkawar" userId="3fb41189-22bd-46cc-87c0-2ad765a4798f" providerId="ADAL" clId="{58349178-5431-4EB2-971D-9D0005F17377}" dt="2023-12-01T13:17:00.382" v="2" actId="26606"/>
          <pc:sldLayoutMkLst>
            <pc:docMk/>
            <pc:sldMasterMk cId="1368674350" sldId="2147483660"/>
            <pc:sldLayoutMk cId="609692298" sldId="2147483661"/>
          </pc:sldLayoutMkLst>
        </pc:sldLayoutChg>
        <pc:sldLayoutChg chg="del">
          <pc:chgData name="Abhijeet Mukkawar" userId="3fb41189-22bd-46cc-87c0-2ad765a4798f" providerId="ADAL" clId="{58349178-5431-4EB2-971D-9D0005F17377}" dt="2023-12-01T13:17:00.382" v="2" actId="26606"/>
          <pc:sldLayoutMkLst>
            <pc:docMk/>
            <pc:sldMasterMk cId="1368674350" sldId="2147483660"/>
            <pc:sldLayoutMk cId="550059845" sldId="2147483662"/>
          </pc:sldLayoutMkLst>
        </pc:sldLayoutChg>
        <pc:sldLayoutChg chg="del">
          <pc:chgData name="Abhijeet Mukkawar" userId="3fb41189-22bd-46cc-87c0-2ad765a4798f" providerId="ADAL" clId="{58349178-5431-4EB2-971D-9D0005F17377}" dt="2023-12-01T13:17:00.382" v="2" actId="26606"/>
          <pc:sldLayoutMkLst>
            <pc:docMk/>
            <pc:sldMasterMk cId="1368674350" sldId="2147483660"/>
            <pc:sldLayoutMk cId="1608494006" sldId="2147483663"/>
          </pc:sldLayoutMkLst>
        </pc:sldLayoutChg>
        <pc:sldLayoutChg chg="del">
          <pc:chgData name="Abhijeet Mukkawar" userId="3fb41189-22bd-46cc-87c0-2ad765a4798f" providerId="ADAL" clId="{58349178-5431-4EB2-971D-9D0005F17377}" dt="2023-12-01T13:17:00.382" v="2" actId="26606"/>
          <pc:sldLayoutMkLst>
            <pc:docMk/>
            <pc:sldMasterMk cId="1368674350" sldId="2147483660"/>
            <pc:sldLayoutMk cId="2032072293" sldId="2147483664"/>
          </pc:sldLayoutMkLst>
        </pc:sldLayoutChg>
        <pc:sldLayoutChg chg="del">
          <pc:chgData name="Abhijeet Mukkawar" userId="3fb41189-22bd-46cc-87c0-2ad765a4798f" providerId="ADAL" clId="{58349178-5431-4EB2-971D-9D0005F17377}" dt="2023-12-01T13:17:00.382" v="2" actId="26606"/>
          <pc:sldLayoutMkLst>
            <pc:docMk/>
            <pc:sldMasterMk cId="1368674350" sldId="2147483660"/>
            <pc:sldLayoutMk cId="1090480764" sldId="2147483665"/>
          </pc:sldLayoutMkLst>
        </pc:sldLayoutChg>
        <pc:sldLayoutChg chg="del">
          <pc:chgData name="Abhijeet Mukkawar" userId="3fb41189-22bd-46cc-87c0-2ad765a4798f" providerId="ADAL" clId="{58349178-5431-4EB2-971D-9D0005F17377}" dt="2023-12-01T13:17:00.382" v="2" actId="26606"/>
          <pc:sldLayoutMkLst>
            <pc:docMk/>
            <pc:sldMasterMk cId="1368674350" sldId="2147483660"/>
            <pc:sldLayoutMk cId="1982529824" sldId="2147483666"/>
          </pc:sldLayoutMkLst>
        </pc:sldLayoutChg>
        <pc:sldLayoutChg chg="del">
          <pc:chgData name="Abhijeet Mukkawar" userId="3fb41189-22bd-46cc-87c0-2ad765a4798f" providerId="ADAL" clId="{58349178-5431-4EB2-971D-9D0005F17377}" dt="2023-12-01T13:17:00.382" v="2" actId="26606"/>
          <pc:sldLayoutMkLst>
            <pc:docMk/>
            <pc:sldMasterMk cId="1368674350" sldId="2147483660"/>
            <pc:sldLayoutMk cId="2644063273" sldId="2147483667"/>
          </pc:sldLayoutMkLst>
        </pc:sldLayoutChg>
        <pc:sldLayoutChg chg="del">
          <pc:chgData name="Abhijeet Mukkawar" userId="3fb41189-22bd-46cc-87c0-2ad765a4798f" providerId="ADAL" clId="{58349178-5431-4EB2-971D-9D0005F17377}" dt="2023-12-01T13:17:00.382" v="2" actId="26606"/>
          <pc:sldLayoutMkLst>
            <pc:docMk/>
            <pc:sldMasterMk cId="1368674350" sldId="2147483660"/>
            <pc:sldLayoutMk cId="2944754409" sldId="2147483668"/>
          </pc:sldLayoutMkLst>
        </pc:sldLayoutChg>
        <pc:sldLayoutChg chg="del">
          <pc:chgData name="Abhijeet Mukkawar" userId="3fb41189-22bd-46cc-87c0-2ad765a4798f" providerId="ADAL" clId="{58349178-5431-4EB2-971D-9D0005F17377}" dt="2023-12-01T13:17:00.382" v="2" actId="26606"/>
          <pc:sldLayoutMkLst>
            <pc:docMk/>
            <pc:sldMasterMk cId="1368674350" sldId="2147483660"/>
            <pc:sldLayoutMk cId="195361898" sldId="2147483669"/>
          </pc:sldLayoutMkLst>
        </pc:sldLayoutChg>
        <pc:sldLayoutChg chg="del">
          <pc:chgData name="Abhijeet Mukkawar" userId="3fb41189-22bd-46cc-87c0-2ad765a4798f" providerId="ADAL" clId="{58349178-5431-4EB2-971D-9D0005F17377}" dt="2023-12-01T13:17:00.382" v="2" actId="26606"/>
          <pc:sldLayoutMkLst>
            <pc:docMk/>
            <pc:sldMasterMk cId="1368674350" sldId="2147483660"/>
            <pc:sldLayoutMk cId="2705111663" sldId="2147483670"/>
          </pc:sldLayoutMkLst>
        </pc:sldLayoutChg>
        <pc:sldLayoutChg chg="del">
          <pc:chgData name="Abhijeet Mukkawar" userId="3fb41189-22bd-46cc-87c0-2ad765a4798f" providerId="ADAL" clId="{58349178-5431-4EB2-971D-9D0005F17377}" dt="2023-12-01T13:17:00.382" v="2" actId="26606"/>
          <pc:sldLayoutMkLst>
            <pc:docMk/>
            <pc:sldMasterMk cId="1368674350" sldId="2147483660"/>
            <pc:sldLayoutMk cId="3073611990" sldId="2147483671"/>
          </pc:sldLayoutMkLst>
        </pc:sldLayoutChg>
        <pc:sldLayoutChg chg="del">
          <pc:chgData name="Abhijeet Mukkawar" userId="3fb41189-22bd-46cc-87c0-2ad765a4798f" providerId="ADAL" clId="{58349178-5431-4EB2-971D-9D0005F17377}" dt="2023-12-01T13:17:00.382" v="2" actId="26606"/>
          <pc:sldLayoutMkLst>
            <pc:docMk/>
            <pc:sldMasterMk cId="1368674350" sldId="2147483660"/>
            <pc:sldLayoutMk cId="2417557841" sldId="2147483672"/>
          </pc:sldLayoutMkLst>
        </pc:sldLayoutChg>
        <pc:sldLayoutChg chg="del">
          <pc:chgData name="Abhijeet Mukkawar" userId="3fb41189-22bd-46cc-87c0-2ad765a4798f" providerId="ADAL" clId="{58349178-5431-4EB2-971D-9D0005F17377}" dt="2023-12-01T13:17:00.382" v="2" actId="26606"/>
          <pc:sldLayoutMkLst>
            <pc:docMk/>
            <pc:sldMasterMk cId="1368674350" sldId="2147483660"/>
            <pc:sldLayoutMk cId="3196081014" sldId="2147483673"/>
          </pc:sldLayoutMkLst>
        </pc:sldLayoutChg>
        <pc:sldLayoutChg chg="del">
          <pc:chgData name="Abhijeet Mukkawar" userId="3fb41189-22bd-46cc-87c0-2ad765a4798f" providerId="ADAL" clId="{58349178-5431-4EB2-971D-9D0005F17377}" dt="2023-12-01T13:17:00.382" v="2" actId="26606"/>
          <pc:sldLayoutMkLst>
            <pc:docMk/>
            <pc:sldMasterMk cId="1368674350" sldId="2147483660"/>
            <pc:sldLayoutMk cId="3490439665" sldId="2147483674"/>
          </pc:sldLayoutMkLst>
        </pc:sldLayoutChg>
        <pc:sldLayoutChg chg="del">
          <pc:chgData name="Abhijeet Mukkawar" userId="3fb41189-22bd-46cc-87c0-2ad765a4798f" providerId="ADAL" clId="{58349178-5431-4EB2-971D-9D0005F17377}" dt="2023-12-01T13:17:00.382" v="2" actId="26606"/>
          <pc:sldLayoutMkLst>
            <pc:docMk/>
            <pc:sldMasterMk cId="1368674350" sldId="2147483660"/>
            <pc:sldLayoutMk cId="244494909" sldId="2147483675"/>
          </pc:sldLayoutMkLst>
        </pc:sldLayoutChg>
        <pc:sldLayoutChg chg="del">
          <pc:chgData name="Abhijeet Mukkawar" userId="3fb41189-22bd-46cc-87c0-2ad765a4798f" providerId="ADAL" clId="{58349178-5431-4EB2-971D-9D0005F17377}" dt="2023-12-01T13:17:00.382" v="2" actId="26606"/>
          <pc:sldLayoutMkLst>
            <pc:docMk/>
            <pc:sldMasterMk cId="1368674350" sldId="2147483660"/>
            <pc:sldLayoutMk cId="4043017691" sldId="2147483676"/>
          </pc:sldLayoutMkLst>
        </pc:sldLayoutChg>
        <pc:sldLayoutChg chg="del">
          <pc:chgData name="Abhijeet Mukkawar" userId="3fb41189-22bd-46cc-87c0-2ad765a4798f" providerId="ADAL" clId="{58349178-5431-4EB2-971D-9D0005F17377}" dt="2023-12-01T13:17:00.382" v="2" actId="26606"/>
          <pc:sldLayoutMkLst>
            <pc:docMk/>
            <pc:sldMasterMk cId="1368674350" sldId="2147483660"/>
            <pc:sldLayoutMk cId="4219399612" sldId="2147483677"/>
          </pc:sldLayoutMkLst>
        </pc:sldLayoutChg>
      </pc:sldMasterChg>
      <pc:sldMasterChg chg="add addSldLayout">
        <pc:chgData name="Abhijeet Mukkawar" userId="3fb41189-22bd-46cc-87c0-2ad765a4798f" providerId="ADAL" clId="{58349178-5431-4EB2-971D-9D0005F17377}" dt="2023-12-01T13:17:00.382" v="2" actId="26606"/>
        <pc:sldMasterMkLst>
          <pc:docMk/>
          <pc:sldMasterMk cId="873277751" sldId="2147483698"/>
        </pc:sldMasterMkLst>
        <pc:sldLayoutChg chg="add">
          <pc:chgData name="Abhijeet Mukkawar" userId="3fb41189-22bd-46cc-87c0-2ad765a4798f" providerId="ADAL" clId="{58349178-5431-4EB2-971D-9D0005F17377}" dt="2023-12-01T13:17:00.382" v="2" actId="26606"/>
          <pc:sldLayoutMkLst>
            <pc:docMk/>
            <pc:sldMasterMk cId="873277751" sldId="2147483698"/>
            <pc:sldLayoutMk cId="1335302801" sldId="2147483687"/>
          </pc:sldLayoutMkLst>
        </pc:sldLayoutChg>
        <pc:sldLayoutChg chg="add">
          <pc:chgData name="Abhijeet Mukkawar" userId="3fb41189-22bd-46cc-87c0-2ad765a4798f" providerId="ADAL" clId="{58349178-5431-4EB2-971D-9D0005F17377}" dt="2023-12-01T13:17:00.382" v="2" actId="26606"/>
          <pc:sldLayoutMkLst>
            <pc:docMk/>
            <pc:sldMasterMk cId="873277751" sldId="2147483698"/>
            <pc:sldLayoutMk cId="377460615" sldId="2147483688"/>
          </pc:sldLayoutMkLst>
        </pc:sldLayoutChg>
        <pc:sldLayoutChg chg="add">
          <pc:chgData name="Abhijeet Mukkawar" userId="3fb41189-22bd-46cc-87c0-2ad765a4798f" providerId="ADAL" clId="{58349178-5431-4EB2-971D-9D0005F17377}" dt="2023-12-01T13:17:00.382" v="2" actId="26606"/>
          <pc:sldLayoutMkLst>
            <pc:docMk/>
            <pc:sldMasterMk cId="873277751" sldId="2147483698"/>
            <pc:sldLayoutMk cId="753805726" sldId="2147483689"/>
          </pc:sldLayoutMkLst>
        </pc:sldLayoutChg>
        <pc:sldLayoutChg chg="add">
          <pc:chgData name="Abhijeet Mukkawar" userId="3fb41189-22bd-46cc-87c0-2ad765a4798f" providerId="ADAL" clId="{58349178-5431-4EB2-971D-9D0005F17377}" dt="2023-12-01T13:17:00.382" v="2" actId="26606"/>
          <pc:sldLayoutMkLst>
            <pc:docMk/>
            <pc:sldMasterMk cId="873277751" sldId="2147483698"/>
            <pc:sldLayoutMk cId="2262546885" sldId="2147483690"/>
          </pc:sldLayoutMkLst>
        </pc:sldLayoutChg>
        <pc:sldLayoutChg chg="add">
          <pc:chgData name="Abhijeet Mukkawar" userId="3fb41189-22bd-46cc-87c0-2ad765a4798f" providerId="ADAL" clId="{58349178-5431-4EB2-971D-9D0005F17377}" dt="2023-12-01T13:17:00.382" v="2" actId="26606"/>
          <pc:sldLayoutMkLst>
            <pc:docMk/>
            <pc:sldMasterMk cId="873277751" sldId="2147483698"/>
            <pc:sldLayoutMk cId="3801634319" sldId="2147483691"/>
          </pc:sldLayoutMkLst>
        </pc:sldLayoutChg>
        <pc:sldLayoutChg chg="add">
          <pc:chgData name="Abhijeet Mukkawar" userId="3fb41189-22bd-46cc-87c0-2ad765a4798f" providerId="ADAL" clId="{58349178-5431-4EB2-971D-9D0005F17377}" dt="2023-12-01T13:17:00.382" v="2" actId="26606"/>
          <pc:sldLayoutMkLst>
            <pc:docMk/>
            <pc:sldMasterMk cId="873277751" sldId="2147483698"/>
            <pc:sldLayoutMk cId="3647268556" sldId="2147483692"/>
          </pc:sldLayoutMkLst>
        </pc:sldLayoutChg>
        <pc:sldLayoutChg chg="add">
          <pc:chgData name="Abhijeet Mukkawar" userId="3fb41189-22bd-46cc-87c0-2ad765a4798f" providerId="ADAL" clId="{58349178-5431-4EB2-971D-9D0005F17377}" dt="2023-12-01T13:17:00.382" v="2" actId="26606"/>
          <pc:sldLayoutMkLst>
            <pc:docMk/>
            <pc:sldMasterMk cId="873277751" sldId="2147483698"/>
            <pc:sldLayoutMk cId="1230796912" sldId="2147483693"/>
          </pc:sldLayoutMkLst>
        </pc:sldLayoutChg>
        <pc:sldLayoutChg chg="add">
          <pc:chgData name="Abhijeet Mukkawar" userId="3fb41189-22bd-46cc-87c0-2ad765a4798f" providerId="ADAL" clId="{58349178-5431-4EB2-971D-9D0005F17377}" dt="2023-12-01T13:17:00.382" v="2" actId="26606"/>
          <pc:sldLayoutMkLst>
            <pc:docMk/>
            <pc:sldMasterMk cId="873277751" sldId="2147483698"/>
            <pc:sldLayoutMk cId="545540731" sldId="2147483694"/>
          </pc:sldLayoutMkLst>
        </pc:sldLayoutChg>
        <pc:sldLayoutChg chg="add">
          <pc:chgData name="Abhijeet Mukkawar" userId="3fb41189-22bd-46cc-87c0-2ad765a4798f" providerId="ADAL" clId="{58349178-5431-4EB2-971D-9D0005F17377}" dt="2023-12-01T13:17:00.382" v="2" actId="26606"/>
          <pc:sldLayoutMkLst>
            <pc:docMk/>
            <pc:sldMasterMk cId="873277751" sldId="2147483698"/>
            <pc:sldLayoutMk cId="1553491286" sldId="2147483695"/>
          </pc:sldLayoutMkLst>
        </pc:sldLayoutChg>
        <pc:sldLayoutChg chg="add">
          <pc:chgData name="Abhijeet Mukkawar" userId="3fb41189-22bd-46cc-87c0-2ad765a4798f" providerId="ADAL" clId="{58349178-5431-4EB2-971D-9D0005F17377}" dt="2023-12-01T13:17:00.382" v="2" actId="26606"/>
          <pc:sldLayoutMkLst>
            <pc:docMk/>
            <pc:sldMasterMk cId="873277751" sldId="2147483698"/>
            <pc:sldLayoutMk cId="3660131200" sldId="2147483696"/>
          </pc:sldLayoutMkLst>
        </pc:sldLayoutChg>
        <pc:sldLayoutChg chg="add">
          <pc:chgData name="Abhijeet Mukkawar" userId="3fb41189-22bd-46cc-87c0-2ad765a4798f" providerId="ADAL" clId="{58349178-5431-4EB2-971D-9D0005F17377}" dt="2023-12-01T13:17:00.382" v="2" actId="26606"/>
          <pc:sldLayoutMkLst>
            <pc:docMk/>
            <pc:sldMasterMk cId="873277751" sldId="2147483698"/>
            <pc:sldLayoutMk cId="3257991077" sldId="2147483697"/>
          </pc:sldLayoutMkLst>
        </pc:sldLayoutChg>
      </pc:sldMasterChg>
      <pc:sldMasterChg chg="add del addSldLayout delSldLayout">
        <pc:chgData name="Abhijeet Mukkawar" userId="3fb41189-22bd-46cc-87c0-2ad765a4798f" providerId="ADAL" clId="{58349178-5431-4EB2-971D-9D0005F17377}" dt="2023-12-01T13:52:22.432" v="623" actId="47"/>
        <pc:sldMasterMkLst>
          <pc:docMk/>
          <pc:sldMasterMk cId="1091939" sldId="2147485550"/>
        </pc:sldMasterMkLst>
        <pc:sldLayoutChg chg="add del">
          <pc:chgData name="Abhijeet Mukkawar" userId="3fb41189-22bd-46cc-87c0-2ad765a4798f" providerId="ADAL" clId="{58349178-5431-4EB2-971D-9D0005F17377}" dt="2023-12-01T13:52:22.432" v="623" actId="47"/>
          <pc:sldLayoutMkLst>
            <pc:docMk/>
            <pc:sldMasterMk cId="1091939" sldId="2147485550"/>
            <pc:sldLayoutMk cId="347564332" sldId="2147485553"/>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33821-597E-4B4F-8572-5DA1CB183565}"/>
              </a:ext>
            </a:extLst>
          </p:cNvPr>
          <p:cNvSpPr>
            <a:spLocks noGrp="1"/>
          </p:cNvSpPr>
          <p:nvPr>
            <p:ph type="ctrTitle"/>
          </p:nvPr>
        </p:nvSpPr>
        <p:spPr>
          <a:xfrm>
            <a:off x="548640" y="950976"/>
            <a:ext cx="6509385" cy="3556730"/>
          </a:xfrm>
        </p:spPr>
        <p:txBody>
          <a:bodyPr anchor="t">
            <a:normAutofit/>
          </a:bodyPr>
          <a:lstStyle>
            <a:lvl1pPr algn="l">
              <a:defRPr sz="4400"/>
            </a:lvl1pPr>
          </a:lstStyle>
          <a:p>
            <a:r>
              <a:rPr lang="en-US" dirty="0"/>
              <a:t>Click to edit Master title style</a:t>
            </a:r>
          </a:p>
        </p:txBody>
      </p:sp>
      <p:sp>
        <p:nvSpPr>
          <p:cNvPr id="3" name="Subtitle 2">
            <a:extLst>
              <a:ext uri="{FF2B5EF4-FFF2-40B4-BE49-F238E27FC236}">
                <a16:creationId xmlns:a16="http://schemas.microsoft.com/office/drawing/2014/main" id="{F4C38D70-8FF5-47D7-A0DD-087A227BC94F}"/>
              </a:ext>
            </a:extLst>
          </p:cNvPr>
          <p:cNvSpPr>
            <a:spLocks noGrp="1"/>
          </p:cNvSpPr>
          <p:nvPr>
            <p:ph type="subTitle" idx="1"/>
          </p:nvPr>
        </p:nvSpPr>
        <p:spPr>
          <a:xfrm>
            <a:off x="576072" y="4572000"/>
            <a:ext cx="6481953" cy="1485900"/>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DB5B485-516D-48B7-AF1D-69AEEA351A94}"/>
              </a:ext>
            </a:extLst>
          </p:cNvPr>
          <p:cNvSpPr>
            <a:spLocks noGrp="1"/>
          </p:cNvSpPr>
          <p:nvPr>
            <p:ph type="dt" sz="half" idx="10"/>
          </p:nvPr>
        </p:nvSpPr>
        <p:spPr/>
        <p:txBody>
          <a:bodyPr/>
          <a:lstStyle/>
          <a:p>
            <a:fld id="{4CDE23C7-78A4-413A-A84B-93D4CC0A9EB1}" type="datetimeFigureOut">
              <a:rPr lang="en-US" smtClean="0"/>
              <a:t>12/1/2023</a:t>
            </a:fld>
            <a:endParaRPr lang="en-US"/>
          </a:p>
        </p:txBody>
      </p:sp>
      <p:sp>
        <p:nvSpPr>
          <p:cNvPr id="5" name="Footer Placeholder 4">
            <a:extLst>
              <a:ext uri="{FF2B5EF4-FFF2-40B4-BE49-F238E27FC236}">
                <a16:creationId xmlns:a16="http://schemas.microsoft.com/office/drawing/2014/main" id="{1D614DDB-2831-4FF8-9DA7-0449659D7A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F178F6-65BA-4964-80E2-DB6EA3355FBB}"/>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12307969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A45AC-24E0-45A1-90C3-7BF96C3FC7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2018E1-7CA3-4B5E-9683-554FDFC63E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95D32D-7150-4DF2-B992-A2B4F5605D94}"/>
              </a:ext>
            </a:extLst>
          </p:cNvPr>
          <p:cNvSpPr>
            <a:spLocks noGrp="1"/>
          </p:cNvSpPr>
          <p:nvPr>
            <p:ph type="dt" sz="half" idx="10"/>
          </p:nvPr>
        </p:nvSpPr>
        <p:spPr/>
        <p:txBody>
          <a:bodyPr/>
          <a:lstStyle/>
          <a:p>
            <a:fld id="{4CDE23C7-78A4-413A-A84B-93D4CC0A9EB1}" type="datetimeFigureOut">
              <a:rPr lang="en-US" smtClean="0"/>
              <a:t>12/1/2023</a:t>
            </a:fld>
            <a:endParaRPr lang="en-US"/>
          </a:p>
        </p:txBody>
      </p:sp>
      <p:sp>
        <p:nvSpPr>
          <p:cNvPr id="5" name="Footer Placeholder 4">
            <a:extLst>
              <a:ext uri="{FF2B5EF4-FFF2-40B4-BE49-F238E27FC236}">
                <a16:creationId xmlns:a16="http://schemas.microsoft.com/office/drawing/2014/main" id="{F3D03F0C-FCA3-464C-B6ED-864DB51E7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C41006-DAE1-4326-B1AE-FD527A653BDE}"/>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545540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B84-BE32-464A-A765-975C21B5CF4B}"/>
              </a:ext>
            </a:extLst>
          </p:cNvPr>
          <p:cNvSpPr>
            <a:spLocks noGrp="1"/>
          </p:cNvSpPr>
          <p:nvPr>
            <p:ph type="title"/>
          </p:nvPr>
        </p:nvSpPr>
        <p:spPr>
          <a:xfrm>
            <a:off x="557923" y="952500"/>
            <a:ext cx="6678695" cy="3962398"/>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640145C2-97CF-4887-904A-8ADC80525A2E}"/>
              </a:ext>
            </a:extLst>
          </p:cNvPr>
          <p:cNvSpPr>
            <a:spLocks noGrp="1"/>
          </p:cNvSpPr>
          <p:nvPr>
            <p:ph type="body" idx="1"/>
          </p:nvPr>
        </p:nvSpPr>
        <p:spPr>
          <a:xfrm>
            <a:off x="8043860" y="952501"/>
            <a:ext cx="3500440" cy="396239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E524559-DA32-4398-A8EE-EED2469D63BB}"/>
              </a:ext>
            </a:extLst>
          </p:cNvPr>
          <p:cNvSpPr>
            <a:spLocks noGrp="1"/>
          </p:cNvSpPr>
          <p:nvPr>
            <p:ph type="dt" sz="half" idx="10"/>
          </p:nvPr>
        </p:nvSpPr>
        <p:spPr/>
        <p:txBody>
          <a:bodyPr/>
          <a:lstStyle/>
          <a:p>
            <a:fld id="{4CDE23C7-78A4-413A-A84B-93D4CC0A9EB1}" type="datetimeFigureOut">
              <a:rPr lang="en-US" smtClean="0"/>
              <a:t>12/1/2023</a:t>
            </a:fld>
            <a:endParaRPr lang="en-US"/>
          </a:p>
        </p:txBody>
      </p:sp>
      <p:sp>
        <p:nvSpPr>
          <p:cNvPr id="5" name="Footer Placeholder 4">
            <a:extLst>
              <a:ext uri="{FF2B5EF4-FFF2-40B4-BE49-F238E27FC236}">
                <a16:creationId xmlns:a16="http://schemas.microsoft.com/office/drawing/2014/main" id="{73967BE1-F1AC-4732-B52E-1C7D63DEF8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A13C03-DDF0-48C6-B1BF-D28875F8238F}"/>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1553491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6F411-42B3-4A17-BE7E-861BE7E7DC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8E0603-F4C0-40AC-A53E-40449D53D741}"/>
              </a:ext>
            </a:extLst>
          </p:cNvPr>
          <p:cNvSpPr>
            <a:spLocks noGrp="1"/>
          </p:cNvSpPr>
          <p:nvPr>
            <p:ph sz="half" idx="1"/>
          </p:nvPr>
        </p:nvSpPr>
        <p:spPr>
          <a:xfrm>
            <a:off x="548640" y="2029968"/>
            <a:ext cx="5281506" cy="41481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6BC5634-2887-4182-A9BE-B382357D4F9C}"/>
              </a:ext>
            </a:extLst>
          </p:cNvPr>
          <p:cNvSpPr>
            <a:spLocks noGrp="1"/>
          </p:cNvSpPr>
          <p:nvPr>
            <p:ph sz="half" idx="2"/>
          </p:nvPr>
        </p:nvSpPr>
        <p:spPr>
          <a:xfrm>
            <a:off x="6257928" y="2029968"/>
            <a:ext cx="5281506" cy="41481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D56B6E74-28E1-4684-B515-4265ED7B1EAE}"/>
              </a:ext>
            </a:extLst>
          </p:cNvPr>
          <p:cNvSpPr>
            <a:spLocks noGrp="1"/>
          </p:cNvSpPr>
          <p:nvPr>
            <p:ph type="dt" sz="half" idx="10"/>
          </p:nvPr>
        </p:nvSpPr>
        <p:spPr/>
        <p:txBody>
          <a:bodyPr/>
          <a:lstStyle/>
          <a:p>
            <a:fld id="{4CDE23C7-78A4-413A-A84B-93D4CC0A9EB1}" type="datetimeFigureOut">
              <a:rPr lang="en-US" smtClean="0"/>
              <a:t>12/1/2023</a:t>
            </a:fld>
            <a:endParaRPr lang="en-US"/>
          </a:p>
        </p:txBody>
      </p:sp>
      <p:sp>
        <p:nvSpPr>
          <p:cNvPr id="6" name="Footer Placeholder 5">
            <a:extLst>
              <a:ext uri="{FF2B5EF4-FFF2-40B4-BE49-F238E27FC236}">
                <a16:creationId xmlns:a16="http://schemas.microsoft.com/office/drawing/2014/main" id="{18D375EA-A8F8-485D-A82F-CD85D4C9E1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D9E4B0-F5E3-407F-A548-B616E774987F}"/>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3660131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2161A-7627-4D64-AF08-10D702AFE286}"/>
              </a:ext>
            </a:extLst>
          </p:cNvPr>
          <p:cNvSpPr>
            <a:spLocks noGrp="1"/>
          </p:cNvSpPr>
          <p:nvPr>
            <p:ph type="title"/>
          </p:nvPr>
        </p:nvSpPr>
        <p:spPr>
          <a:xfrm>
            <a:off x="552659" y="950976"/>
            <a:ext cx="10802729" cy="88179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53B6884-07D8-4CC4-BE99-516F1433BED8}"/>
              </a:ext>
            </a:extLst>
          </p:cNvPr>
          <p:cNvSpPr>
            <a:spLocks noGrp="1"/>
          </p:cNvSpPr>
          <p:nvPr>
            <p:ph type="body" idx="1"/>
          </p:nvPr>
        </p:nvSpPr>
        <p:spPr>
          <a:xfrm>
            <a:off x="542918" y="1832772"/>
            <a:ext cx="5281507" cy="742638"/>
          </a:xfrm>
        </p:spPr>
        <p:txBody>
          <a:bodyPr anchor="b">
            <a:normAutofit/>
          </a:bodyPr>
          <a:lstStyle>
            <a:lvl1pPr marL="0" indent="0">
              <a:buNone/>
              <a:defRPr sz="1800" b="1" cap="all" spc="1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E182C638-B5A8-4F8C-85AE-33BEAF54C07A}"/>
              </a:ext>
            </a:extLst>
          </p:cNvPr>
          <p:cNvSpPr>
            <a:spLocks noGrp="1"/>
          </p:cNvSpPr>
          <p:nvPr>
            <p:ph sz="half" idx="2"/>
          </p:nvPr>
        </p:nvSpPr>
        <p:spPr>
          <a:xfrm>
            <a:off x="548640" y="2600531"/>
            <a:ext cx="528150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E40D1933-A703-4BDC-A697-728E899EEDE1}"/>
              </a:ext>
            </a:extLst>
          </p:cNvPr>
          <p:cNvSpPr>
            <a:spLocks noGrp="1"/>
          </p:cNvSpPr>
          <p:nvPr>
            <p:ph type="body" sz="quarter" idx="3"/>
          </p:nvPr>
        </p:nvSpPr>
        <p:spPr>
          <a:xfrm>
            <a:off x="6257927" y="1832772"/>
            <a:ext cx="5283202" cy="742638"/>
          </a:xfrm>
        </p:spPr>
        <p:txBody>
          <a:bodyPr anchor="b">
            <a:normAutofit/>
          </a:bodyPr>
          <a:lstStyle>
            <a:lvl1pPr marL="0" indent="0">
              <a:buNone/>
              <a:defRPr sz="1800" b="1" cap="all" spc="1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5925DBD-4D51-4A2D-B1E4-6D094CD1E803}"/>
              </a:ext>
            </a:extLst>
          </p:cNvPr>
          <p:cNvSpPr>
            <a:spLocks noGrp="1"/>
          </p:cNvSpPr>
          <p:nvPr>
            <p:ph sz="quarter" idx="4"/>
          </p:nvPr>
        </p:nvSpPr>
        <p:spPr>
          <a:xfrm>
            <a:off x="6257927" y="2600531"/>
            <a:ext cx="52832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2636E2-E26E-42F7-9E05-3F756C7D17AE}"/>
              </a:ext>
            </a:extLst>
          </p:cNvPr>
          <p:cNvSpPr>
            <a:spLocks noGrp="1"/>
          </p:cNvSpPr>
          <p:nvPr>
            <p:ph type="dt" sz="half" idx="10"/>
          </p:nvPr>
        </p:nvSpPr>
        <p:spPr/>
        <p:txBody>
          <a:bodyPr/>
          <a:lstStyle/>
          <a:p>
            <a:fld id="{4CDE23C7-78A4-413A-A84B-93D4CC0A9EB1}" type="datetimeFigureOut">
              <a:rPr lang="en-US" smtClean="0"/>
              <a:t>12/1/2023</a:t>
            </a:fld>
            <a:endParaRPr lang="en-US"/>
          </a:p>
        </p:txBody>
      </p:sp>
      <p:sp>
        <p:nvSpPr>
          <p:cNvPr id="8" name="Footer Placeholder 7">
            <a:extLst>
              <a:ext uri="{FF2B5EF4-FFF2-40B4-BE49-F238E27FC236}">
                <a16:creationId xmlns:a16="http://schemas.microsoft.com/office/drawing/2014/main" id="{86F7281B-0E5C-421E-AFFE-775F57C5DD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483462-E410-4DC7-AE53-27AABECFE6E8}"/>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3257991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CFA68-31B5-48C5-929A-842FDF0FD8E7}"/>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95A2600-419E-46E9-946F-FBDEDBA1D448}"/>
              </a:ext>
            </a:extLst>
          </p:cNvPr>
          <p:cNvSpPr>
            <a:spLocks noGrp="1"/>
          </p:cNvSpPr>
          <p:nvPr>
            <p:ph type="dt" sz="half" idx="10"/>
          </p:nvPr>
        </p:nvSpPr>
        <p:spPr/>
        <p:txBody>
          <a:bodyPr/>
          <a:lstStyle/>
          <a:p>
            <a:fld id="{4CDE23C7-78A4-413A-A84B-93D4CC0A9EB1}" type="datetimeFigureOut">
              <a:rPr lang="en-US" smtClean="0"/>
              <a:t>12/1/2023</a:t>
            </a:fld>
            <a:endParaRPr lang="en-US"/>
          </a:p>
        </p:txBody>
      </p:sp>
      <p:sp>
        <p:nvSpPr>
          <p:cNvPr id="4" name="Footer Placeholder 3">
            <a:extLst>
              <a:ext uri="{FF2B5EF4-FFF2-40B4-BE49-F238E27FC236}">
                <a16:creationId xmlns:a16="http://schemas.microsoft.com/office/drawing/2014/main" id="{1385F9A9-98FF-4653-A570-9F351A1ABD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D44457-95F1-4B15-A647-B14F91F7A6D4}"/>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3801634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19EABA-1008-4E49-9184-3A946ECD7199}"/>
              </a:ext>
            </a:extLst>
          </p:cNvPr>
          <p:cNvSpPr>
            <a:spLocks noGrp="1"/>
          </p:cNvSpPr>
          <p:nvPr>
            <p:ph type="dt" sz="half" idx="10"/>
          </p:nvPr>
        </p:nvSpPr>
        <p:spPr/>
        <p:txBody>
          <a:bodyPr/>
          <a:lstStyle/>
          <a:p>
            <a:fld id="{4CDE23C7-78A4-413A-A84B-93D4CC0A9EB1}" type="datetimeFigureOut">
              <a:rPr lang="en-US" smtClean="0"/>
              <a:t>12/1/2023</a:t>
            </a:fld>
            <a:endParaRPr lang="en-US"/>
          </a:p>
        </p:txBody>
      </p:sp>
      <p:sp>
        <p:nvSpPr>
          <p:cNvPr id="3" name="Footer Placeholder 2">
            <a:extLst>
              <a:ext uri="{FF2B5EF4-FFF2-40B4-BE49-F238E27FC236}">
                <a16:creationId xmlns:a16="http://schemas.microsoft.com/office/drawing/2014/main" id="{D05C3BD0-269D-4127-B5F7-84B0D8A742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623447-C740-4495-93EC-7252B1B929E4}"/>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1335302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D1155-71E7-4F0A-BB62-933743CF6EDD}"/>
              </a:ext>
            </a:extLst>
          </p:cNvPr>
          <p:cNvSpPr>
            <a:spLocks noGrp="1"/>
          </p:cNvSpPr>
          <p:nvPr>
            <p:ph type="title"/>
          </p:nvPr>
        </p:nvSpPr>
        <p:spPr>
          <a:xfrm>
            <a:off x="548640" y="952500"/>
            <a:ext cx="4124084" cy="2362200"/>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E0CB6D44-5A1E-4176-8766-4B81E045D50A}"/>
              </a:ext>
            </a:extLst>
          </p:cNvPr>
          <p:cNvSpPr>
            <a:spLocks noGrp="1"/>
          </p:cNvSpPr>
          <p:nvPr>
            <p:ph idx="1"/>
          </p:nvPr>
        </p:nvSpPr>
        <p:spPr>
          <a:xfrm>
            <a:off x="5600700" y="952500"/>
            <a:ext cx="5934074" cy="49085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8C810EC6-11DD-4B5D-A2D2-4DCF73E58389}"/>
              </a:ext>
            </a:extLst>
          </p:cNvPr>
          <p:cNvSpPr>
            <a:spLocks noGrp="1"/>
          </p:cNvSpPr>
          <p:nvPr>
            <p:ph type="body" sz="half" idx="2"/>
          </p:nvPr>
        </p:nvSpPr>
        <p:spPr>
          <a:xfrm>
            <a:off x="548641" y="3429000"/>
            <a:ext cx="4124084" cy="24399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CD5DFCDF-666E-4DB4-A1C0-79D40A007066}"/>
              </a:ext>
            </a:extLst>
          </p:cNvPr>
          <p:cNvSpPr>
            <a:spLocks noGrp="1"/>
          </p:cNvSpPr>
          <p:nvPr>
            <p:ph type="dt" sz="half" idx="10"/>
          </p:nvPr>
        </p:nvSpPr>
        <p:spPr/>
        <p:txBody>
          <a:bodyPr/>
          <a:lstStyle/>
          <a:p>
            <a:fld id="{4CDE23C7-78A4-413A-A84B-93D4CC0A9EB1}" type="datetimeFigureOut">
              <a:rPr lang="en-US" smtClean="0"/>
              <a:t>12/1/2023</a:t>
            </a:fld>
            <a:endParaRPr lang="en-US"/>
          </a:p>
        </p:txBody>
      </p:sp>
      <p:sp>
        <p:nvSpPr>
          <p:cNvPr id="6" name="Footer Placeholder 5">
            <a:extLst>
              <a:ext uri="{FF2B5EF4-FFF2-40B4-BE49-F238E27FC236}">
                <a16:creationId xmlns:a16="http://schemas.microsoft.com/office/drawing/2014/main" id="{083A69AC-15E6-4B19-A59D-DBDBE923DB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79F0EE-74DE-4FEC-81E9-E40D53397857}"/>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377460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CA4F-6508-4AD6-8367-A0288D888DD6}"/>
              </a:ext>
            </a:extLst>
          </p:cNvPr>
          <p:cNvSpPr>
            <a:spLocks noGrp="1"/>
          </p:cNvSpPr>
          <p:nvPr>
            <p:ph type="title"/>
          </p:nvPr>
        </p:nvSpPr>
        <p:spPr>
          <a:xfrm>
            <a:off x="548641" y="952500"/>
            <a:ext cx="4124084" cy="2397918"/>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1906BFCD-2F93-4D99-89EA-F0359FB782B7}"/>
              </a:ext>
            </a:extLst>
          </p:cNvPr>
          <p:cNvSpPr>
            <a:spLocks noGrp="1"/>
          </p:cNvSpPr>
          <p:nvPr>
            <p:ph type="pic" idx="1"/>
          </p:nvPr>
        </p:nvSpPr>
        <p:spPr>
          <a:xfrm>
            <a:off x="5522119" y="987425"/>
            <a:ext cx="6022181"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F4C1F7-1272-41C8-8C29-676316D02D5D}"/>
              </a:ext>
            </a:extLst>
          </p:cNvPr>
          <p:cNvSpPr>
            <a:spLocks noGrp="1"/>
          </p:cNvSpPr>
          <p:nvPr>
            <p:ph type="body" sz="half" idx="2"/>
          </p:nvPr>
        </p:nvSpPr>
        <p:spPr>
          <a:xfrm>
            <a:off x="548641" y="3429000"/>
            <a:ext cx="4124084" cy="24399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A5CDD491-0FE6-4B42-AAA6-B698E46F1A8E}"/>
              </a:ext>
            </a:extLst>
          </p:cNvPr>
          <p:cNvSpPr>
            <a:spLocks noGrp="1"/>
          </p:cNvSpPr>
          <p:nvPr>
            <p:ph type="dt" sz="half" idx="10"/>
          </p:nvPr>
        </p:nvSpPr>
        <p:spPr/>
        <p:txBody>
          <a:bodyPr/>
          <a:lstStyle/>
          <a:p>
            <a:fld id="{4CDE23C7-78A4-413A-A84B-93D4CC0A9EB1}" type="datetimeFigureOut">
              <a:rPr lang="en-US" smtClean="0"/>
              <a:t>12/1/2023</a:t>
            </a:fld>
            <a:endParaRPr lang="en-US"/>
          </a:p>
        </p:txBody>
      </p:sp>
      <p:sp>
        <p:nvSpPr>
          <p:cNvPr id="6" name="Footer Placeholder 5">
            <a:extLst>
              <a:ext uri="{FF2B5EF4-FFF2-40B4-BE49-F238E27FC236}">
                <a16:creationId xmlns:a16="http://schemas.microsoft.com/office/drawing/2014/main" id="{D258F83F-4E9F-4607-A69B-DFC932560A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324484-C6E4-4D8A-BDAB-09B1FBB43631}"/>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753805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07F1B-6F93-4E6E-8C8C-D01A9DEB6A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7D2968-FE85-492F-A77B-1771F4EAA8C6}"/>
              </a:ext>
            </a:extLst>
          </p:cNvPr>
          <p:cNvSpPr>
            <a:spLocks noGrp="1"/>
          </p:cNvSpPr>
          <p:nvPr>
            <p:ph type="body" orient="vert" idx="1"/>
          </p:nvPr>
        </p:nvSpPr>
        <p:spPr>
          <a:xfrm>
            <a:off x="548641" y="2028826"/>
            <a:ext cx="11094348" cy="402907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4592DA2-B1FB-45C6-B10C-141AC2BFB381}"/>
              </a:ext>
            </a:extLst>
          </p:cNvPr>
          <p:cNvSpPr>
            <a:spLocks noGrp="1"/>
          </p:cNvSpPr>
          <p:nvPr>
            <p:ph type="dt" sz="half" idx="10"/>
          </p:nvPr>
        </p:nvSpPr>
        <p:spPr/>
        <p:txBody>
          <a:bodyPr/>
          <a:lstStyle/>
          <a:p>
            <a:fld id="{4CDE23C7-78A4-413A-A84B-93D4CC0A9EB1}" type="datetimeFigureOut">
              <a:rPr lang="en-US" smtClean="0"/>
              <a:t>12/1/2023</a:t>
            </a:fld>
            <a:endParaRPr lang="en-US"/>
          </a:p>
        </p:txBody>
      </p:sp>
      <p:sp>
        <p:nvSpPr>
          <p:cNvPr id="5" name="Footer Placeholder 4">
            <a:extLst>
              <a:ext uri="{FF2B5EF4-FFF2-40B4-BE49-F238E27FC236}">
                <a16:creationId xmlns:a16="http://schemas.microsoft.com/office/drawing/2014/main" id="{18CA6D78-CE47-4CA7-B3B6-AFAE5175F6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EDC5C0-8780-4819-A8FC-32A0141D271C}"/>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2262546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B8F9A8-05F2-4F79-B689-1FA2F31965D8}"/>
              </a:ext>
            </a:extLst>
          </p:cNvPr>
          <p:cNvSpPr>
            <a:spLocks noGrp="1"/>
          </p:cNvSpPr>
          <p:nvPr>
            <p:ph type="title" orient="vert"/>
          </p:nvPr>
        </p:nvSpPr>
        <p:spPr>
          <a:xfrm>
            <a:off x="9472612" y="952499"/>
            <a:ext cx="2207417" cy="5105401"/>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05D615BC-61CD-4D59-8E85-B59072E2B22D}"/>
              </a:ext>
            </a:extLst>
          </p:cNvPr>
          <p:cNvSpPr>
            <a:spLocks noGrp="1"/>
          </p:cNvSpPr>
          <p:nvPr>
            <p:ph type="body" orient="vert" idx="1"/>
          </p:nvPr>
        </p:nvSpPr>
        <p:spPr>
          <a:xfrm>
            <a:off x="557924" y="952499"/>
            <a:ext cx="8914688" cy="51054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3F81C46-8CC0-4B79-AF2E-84C86C6A803A}"/>
              </a:ext>
            </a:extLst>
          </p:cNvPr>
          <p:cNvSpPr>
            <a:spLocks noGrp="1"/>
          </p:cNvSpPr>
          <p:nvPr>
            <p:ph type="dt" sz="half" idx="10"/>
          </p:nvPr>
        </p:nvSpPr>
        <p:spPr/>
        <p:txBody>
          <a:bodyPr/>
          <a:lstStyle/>
          <a:p>
            <a:fld id="{4CDE23C7-78A4-413A-A84B-93D4CC0A9EB1}" type="datetimeFigureOut">
              <a:rPr lang="en-US" smtClean="0"/>
              <a:t>12/1/2023</a:t>
            </a:fld>
            <a:endParaRPr lang="en-US"/>
          </a:p>
        </p:txBody>
      </p:sp>
      <p:sp>
        <p:nvSpPr>
          <p:cNvPr id="5" name="Footer Placeholder 4">
            <a:extLst>
              <a:ext uri="{FF2B5EF4-FFF2-40B4-BE49-F238E27FC236}">
                <a16:creationId xmlns:a16="http://schemas.microsoft.com/office/drawing/2014/main" id="{A1A76817-4D29-4888-B68C-A35F5A069C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A0B21A-30A9-4173-9E3F-D985B86A35CE}"/>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36472685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On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96816-C8D8-4D33-ADC6-A0DDE3C6E31E}"/>
              </a:ext>
            </a:extLst>
          </p:cNvPr>
          <p:cNvSpPr>
            <a:spLocks noGrp="1"/>
          </p:cNvSpPr>
          <p:nvPr>
            <p:ph type="title"/>
          </p:nvPr>
        </p:nvSpPr>
        <p:spPr bwMode="invGray">
          <a:xfrm>
            <a:off x="316799" y="471916"/>
            <a:ext cx="11484000" cy="343237"/>
          </a:xfrm>
          <a:prstGeom prst="rect">
            <a:avLst/>
          </a:prstGeom>
        </p:spPr>
        <p:txBody>
          <a:bodyPr tIns="0" bIns="0" anchor="t">
            <a:spAutoFit/>
          </a:bodyPr>
          <a:lstStyle>
            <a:lvl1pPr>
              <a:lnSpc>
                <a:spcPct val="100000"/>
              </a:lnSpc>
              <a:defRPr sz="2200">
                <a:solidFill>
                  <a:srgbClr val="000000"/>
                </a:solidFill>
                <a:latin typeface="Montserrat Bold" panose="00000800000000000000"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EA2E3C4D-A53B-49B6-90E2-150065B8751E}"/>
              </a:ext>
            </a:extLst>
          </p:cNvPr>
          <p:cNvSpPr>
            <a:spLocks noGrp="1"/>
          </p:cNvSpPr>
          <p:nvPr>
            <p:ph type="body" sz="quarter" idx="10"/>
          </p:nvPr>
        </p:nvSpPr>
        <p:spPr bwMode="invGray">
          <a:xfrm>
            <a:off x="316799" y="830931"/>
            <a:ext cx="11484000" cy="369332"/>
          </a:xfrm>
          <a:prstGeom prst="rect">
            <a:avLst/>
          </a:prstGeom>
        </p:spPr>
        <p:txBody>
          <a:bodyPr>
            <a:spAutoFit/>
          </a:bodyPr>
          <a:lstStyle>
            <a:lvl1pPr marL="0" indent="0">
              <a:buNone/>
              <a:defRPr sz="1600">
                <a:solidFill>
                  <a:srgbClr val="000000"/>
                </a:solidFill>
                <a:latin typeface="Montserrat SemiBold" pitchFamily="2" charset="0"/>
              </a:defRPr>
            </a:lvl1pPr>
          </a:lstStyle>
          <a:p>
            <a:pPr lvl="0"/>
            <a:r>
              <a:rPr lang="en-US"/>
              <a:t>Click to edit Master text styles</a:t>
            </a:r>
          </a:p>
        </p:txBody>
      </p:sp>
      <p:sp>
        <p:nvSpPr>
          <p:cNvPr id="6" name="Text Placeholder 5">
            <a:extLst>
              <a:ext uri="{FF2B5EF4-FFF2-40B4-BE49-F238E27FC236}">
                <a16:creationId xmlns:a16="http://schemas.microsoft.com/office/drawing/2014/main" id="{2BAE1A89-9C65-45A4-8923-6131F16037FA}"/>
              </a:ext>
            </a:extLst>
          </p:cNvPr>
          <p:cNvSpPr>
            <a:spLocks noGrp="1"/>
          </p:cNvSpPr>
          <p:nvPr>
            <p:ph type="body" sz="quarter" idx="11"/>
          </p:nvPr>
        </p:nvSpPr>
        <p:spPr>
          <a:xfrm>
            <a:off x="316799" y="1316039"/>
            <a:ext cx="11484000" cy="4637087"/>
          </a:xfrm>
          <a:prstGeom prst="rect">
            <a:avLst/>
          </a:prstGeom>
        </p:spPr>
        <p:txBody>
          <a:bodyPr vert="horz" lIns="91440" tIns="45720" rIns="91440" bIns="45720" rtlCol="0">
            <a:noAutofit/>
          </a:bodyPr>
          <a:lstStyle>
            <a:lvl1pPr>
              <a:defRPr lang="nl-NL" dirty="0"/>
            </a:lvl1pPr>
          </a:lstStyle>
          <a:p>
            <a:pPr lvl="0"/>
            <a:r>
              <a:rPr lang="en-US"/>
              <a:t>Click to edit Master text styles</a:t>
            </a:r>
          </a:p>
        </p:txBody>
      </p:sp>
    </p:spTree>
    <p:extLst>
      <p:ext uri="{BB962C8B-B14F-4D97-AF65-F5344CB8AC3E}">
        <p14:creationId xmlns:p14="http://schemas.microsoft.com/office/powerpoint/2010/main" val="2699084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90E843-90BA-4A7D-8F9F-FFE49387A618}"/>
              </a:ext>
            </a:extLst>
          </p:cNvPr>
          <p:cNvSpPr>
            <a:spLocks noGrp="1"/>
          </p:cNvSpPr>
          <p:nvPr>
            <p:ph type="title"/>
          </p:nvPr>
        </p:nvSpPr>
        <p:spPr>
          <a:xfrm>
            <a:off x="548639" y="950976"/>
            <a:ext cx="10995659" cy="107784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3F7CA62-9B55-49B4-94B6-EAAF7D5AE0DC}"/>
              </a:ext>
            </a:extLst>
          </p:cNvPr>
          <p:cNvSpPr>
            <a:spLocks noGrp="1"/>
          </p:cNvSpPr>
          <p:nvPr>
            <p:ph type="body" idx="1"/>
          </p:nvPr>
        </p:nvSpPr>
        <p:spPr>
          <a:xfrm>
            <a:off x="548641" y="2028826"/>
            <a:ext cx="10995660" cy="402907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93CEA03-AAFA-4A69-A3DA-1DD0EF273F11}"/>
              </a:ext>
            </a:extLst>
          </p:cNvPr>
          <p:cNvSpPr>
            <a:spLocks noGrp="1"/>
          </p:cNvSpPr>
          <p:nvPr>
            <p:ph type="dt" sz="half" idx="2"/>
          </p:nvPr>
        </p:nvSpPr>
        <p:spPr>
          <a:xfrm>
            <a:off x="588729" y="6449535"/>
            <a:ext cx="2983095" cy="308453"/>
          </a:xfrm>
          <a:prstGeom prst="rect">
            <a:avLst/>
          </a:prstGeom>
        </p:spPr>
        <p:txBody>
          <a:bodyPr vert="horz" lIns="91440" tIns="45720" rIns="91440" bIns="45720" rtlCol="0" anchor="t"/>
          <a:lstStyle>
            <a:lvl1pPr algn="l">
              <a:defRPr sz="900">
                <a:solidFill>
                  <a:schemeClr val="tx1"/>
                </a:solidFill>
              </a:defRPr>
            </a:lvl1pPr>
          </a:lstStyle>
          <a:p>
            <a:fld id="{4CDE23C7-78A4-413A-A84B-93D4CC0A9EB1}" type="datetimeFigureOut">
              <a:rPr lang="en-US" smtClean="0"/>
              <a:pPr/>
              <a:t>12/1/2023</a:t>
            </a:fld>
            <a:endParaRPr lang="en-US" dirty="0"/>
          </a:p>
        </p:txBody>
      </p:sp>
      <p:sp>
        <p:nvSpPr>
          <p:cNvPr id="5" name="Footer Placeholder 4">
            <a:extLst>
              <a:ext uri="{FF2B5EF4-FFF2-40B4-BE49-F238E27FC236}">
                <a16:creationId xmlns:a16="http://schemas.microsoft.com/office/drawing/2014/main" id="{F3E97F43-1ECB-4FC2-863E-26CEE24A008A}"/>
              </a:ext>
            </a:extLst>
          </p:cNvPr>
          <p:cNvSpPr>
            <a:spLocks noGrp="1"/>
          </p:cNvSpPr>
          <p:nvPr>
            <p:ph type="ftr" sz="quarter" idx="3"/>
          </p:nvPr>
        </p:nvSpPr>
        <p:spPr>
          <a:xfrm>
            <a:off x="557924" y="173776"/>
            <a:ext cx="411480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53C7F9D8-4B2E-4871-B2AE-EFC06BE23179}"/>
              </a:ext>
            </a:extLst>
          </p:cNvPr>
          <p:cNvSpPr>
            <a:spLocks noGrp="1"/>
          </p:cNvSpPr>
          <p:nvPr>
            <p:ph type="sldNum" sz="quarter" idx="4"/>
          </p:nvPr>
        </p:nvSpPr>
        <p:spPr>
          <a:xfrm>
            <a:off x="10710710" y="6449535"/>
            <a:ext cx="932279" cy="308453"/>
          </a:xfrm>
          <a:prstGeom prst="rect">
            <a:avLst/>
          </a:prstGeom>
        </p:spPr>
        <p:txBody>
          <a:bodyPr vert="horz" lIns="91440" tIns="45720" rIns="91440" bIns="45720" rtlCol="0" anchor="t"/>
          <a:lstStyle>
            <a:lvl1pPr algn="r">
              <a:defRPr sz="900">
                <a:solidFill>
                  <a:schemeClr val="tx1"/>
                </a:solidFill>
              </a:defRPr>
            </a:lvl1pPr>
          </a:lstStyle>
          <a:p>
            <a:fld id="{6CB39E08-E0E5-4B1A-8F7D-08FE7678A3B6}" type="slidenum">
              <a:rPr lang="en-US" smtClean="0"/>
              <a:pPr/>
              <a:t>‹#›</a:t>
            </a:fld>
            <a:endParaRPr lang="en-US"/>
          </a:p>
        </p:txBody>
      </p:sp>
      <p:cxnSp>
        <p:nvCxnSpPr>
          <p:cNvPr id="7" name="Straight Connector 6">
            <a:extLst>
              <a:ext uri="{FF2B5EF4-FFF2-40B4-BE49-F238E27FC236}">
                <a16:creationId xmlns:a16="http://schemas.microsoft.com/office/drawing/2014/main" id="{462919E4-C488-4107-9EF1-66152F848008}"/>
              </a:ext>
            </a:extLst>
          </p:cNvPr>
          <p:cNvCxnSpPr>
            <a:cxnSpLocks/>
          </p:cNvCxnSpPr>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BF79732-4088-424C-A653-4534E4389443}"/>
              </a:ext>
            </a:extLst>
          </p:cNvPr>
          <p:cNvCxnSpPr>
            <a:cxnSpLocks/>
          </p:cNvCxnSpPr>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3277751"/>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1" r:id="rId6"/>
    <p:sldLayoutId id="2147483687" r:id="rId7"/>
    <p:sldLayoutId id="2147483688" r:id="rId8"/>
    <p:sldLayoutId id="2147483689" r:id="rId9"/>
    <p:sldLayoutId id="2147483690" r:id="rId10"/>
    <p:sldLayoutId id="2147483692" r:id="rId11"/>
    <p:sldLayoutId id="2147483699" r:id="rId12"/>
  </p:sldLayoutIdLst>
  <p:txStyles>
    <p:titleStyle>
      <a:lvl1pPr algn="l" defTabSz="914400" rtl="0" eaLnBrk="1" latinLnBrk="0" hangingPunct="1">
        <a:lnSpc>
          <a:spcPct val="85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344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2.xml"/><Relationship Id="rId5" Type="http://schemas.openxmlformats.org/officeDocument/2006/relationships/image" Target="../media/image4.png"/><Relationship Id="rId4" Type="http://schemas.microsoft.com/office/2017/06/relationships/model3d" Target="../media/model3d1.glb"/></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A42768F-95BB-478A-ADFA-24FD8097F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olored pencils inside a pencil holder which is on top of a wood table">
            <a:extLst>
              <a:ext uri="{FF2B5EF4-FFF2-40B4-BE49-F238E27FC236}">
                <a16:creationId xmlns:a16="http://schemas.microsoft.com/office/drawing/2014/main" id="{8D69969A-913D-2AAC-CE51-E15C9AB64F59}"/>
              </a:ext>
            </a:extLst>
          </p:cNvPr>
          <p:cNvPicPr>
            <a:picLocks noChangeAspect="1"/>
          </p:cNvPicPr>
          <p:nvPr/>
        </p:nvPicPr>
        <p:blipFill rotWithShape="1">
          <a:blip r:embed="rId2"/>
          <a:srcRect t="15730"/>
          <a:stretch/>
        </p:blipFill>
        <p:spPr>
          <a:xfrm>
            <a:off x="20" y="10"/>
            <a:ext cx="12191981" cy="6857990"/>
          </a:xfrm>
          <a:prstGeom prst="rect">
            <a:avLst/>
          </a:prstGeom>
        </p:spPr>
      </p:pic>
      <p:sp>
        <p:nvSpPr>
          <p:cNvPr id="11" name="Rectangle 10">
            <a:extLst>
              <a:ext uri="{FF2B5EF4-FFF2-40B4-BE49-F238E27FC236}">
                <a16:creationId xmlns:a16="http://schemas.microsoft.com/office/drawing/2014/main" id="{13F26D5C-77E9-4A8D-95F0-1635BAD12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 y="-2"/>
            <a:ext cx="12191999" cy="4360983"/>
          </a:xfrm>
          <a:prstGeom prst="rect">
            <a:avLst/>
          </a:prstGeom>
          <a:gradFill flip="none" rotWithShape="1">
            <a:gsLst>
              <a:gs pos="3000">
                <a:srgbClr val="000000">
                  <a:alpha val="0"/>
                </a:srgbClr>
              </a:gs>
              <a:gs pos="61000">
                <a:srgbClr val="000000">
                  <a:alpha val="48000"/>
                </a:srgbClr>
              </a:gs>
              <a:gs pos="100000">
                <a:srgbClr val="000000">
                  <a:alpha val="58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C9804E-3154-7826-D377-2CAA39B1FF81}"/>
              </a:ext>
            </a:extLst>
          </p:cNvPr>
          <p:cNvSpPr>
            <a:spLocks noGrp="1"/>
          </p:cNvSpPr>
          <p:nvPr>
            <p:ph type="ctrTitle"/>
          </p:nvPr>
        </p:nvSpPr>
        <p:spPr>
          <a:xfrm>
            <a:off x="548641" y="952500"/>
            <a:ext cx="7076048" cy="1535114"/>
          </a:xfrm>
        </p:spPr>
        <p:txBody>
          <a:bodyPr>
            <a:normAutofit/>
          </a:bodyPr>
          <a:lstStyle/>
          <a:p>
            <a:r>
              <a:rPr lang="en-IN" sz="3600" dirty="0">
                <a:solidFill>
                  <a:srgbClr val="FFFFFF"/>
                </a:solidFill>
              </a:rPr>
              <a:t>Technical Leadership Initiatives</a:t>
            </a:r>
          </a:p>
        </p:txBody>
      </p:sp>
      <p:sp>
        <p:nvSpPr>
          <p:cNvPr id="3" name="Subtitle 2">
            <a:extLst>
              <a:ext uri="{FF2B5EF4-FFF2-40B4-BE49-F238E27FC236}">
                <a16:creationId xmlns:a16="http://schemas.microsoft.com/office/drawing/2014/main" id="{2A64FBA7-44ED-9102-9BAF-B91F3B619DE6}"/>
              </a:ext>
            </a:extLst>
          </p:cNvPr>
          <p:cNvSpPr>
            <a:spLocks noGrp="1"/>
          </p:cNvSpPr>
          <p:nvPr>
            <p:ph type="subTitle" idx="1"/>
          </p:nvPr>
        </p:nvSpPr>
        <p:spPr>
          <a:xfrm>
            <a:off x="657665" y="1752297"/>
            <a:ext cx="3429000" cy="1535107"/>
          </a:xfrm>
        </p:spPr>
        <p:txBody>
          <a:bodyPr anchor="t">
            <a:normAutofit/>
          </a:bodyPr>
          <a:lstStyle/>
          <a:p>
            <a:r>
              <a:rPr lang="en-IN" dirty="0">
                <a:solidFill>
                  <a:srgbClr val="FFFFFF"/>
                </a:solidFill>
              </a:rPr>
              <a:t>Abhijeet Mukkawar</a:t>
            </a:r>
          </a:p>
        </p:txBody>
      </p:sp>
      <p:cxnSp>
        <p:nvCxnSpPr>
          <p:cNvPr id="13" name="Straight Connector 12">
            <a:extLst>
              <a:ext uri="{FF2B5EF4-FFF2-40B4-BE49-F238E27FC236}">
                <a16:creationId xmlns:a16="http://schemas.microsoft.com/office/drawing/2014/main" id="{0632DC5A-0728-490F-8655-6B43778270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8BB1F6D-CF9C-422D-9324-C46415BB9D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9823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B64AA-8362-00CA-E992-B08249B9F6F8}"/>
              </a:ext>
            </a:extLst>
          </p:cNvPr>
          <p:cNvSpPr>
            <a:spLocks noGrp="1"/>
          </p:cNvSpPr>
          <p:nvPr>
            <p:ph type="title"/>
          </p:nvPr>
        </p:nvSpPr>
        <p:spPr>
          <a:xfrm>
            <a:off x="548641" y="261174"/>
            <a:ext cx="11643361" cy="1077849"/>
          </a:xfrm>
        </p:spPr>
        <p:txBody>
          <a:bodyPr>
            <a:normAutofit fontScale="90000"/>
          </a:bodyPr>
          <a:lstStyle/>
          <a:p>
            <a:pPr>
              <a:lnSpc>
                <a:spcPct val="100000"/>
              </a:lnSpc>
            </a:pPr>
            <a:r>
              <a:rPr lang="en-US" sz="2700" dirty="0"/>
              <a:t>Braingile - Unlock Developer's  Feature level confidence  - &lt;Feature Name&gt;</a:t>
            </a:r>
            <a:br>
              <a:rPr lang="en-US" dirty="0"/>
            </a:br>
            <a:r>
              <a:rPr lang="en-US" sz="2200" dirty="0"/>
              <a:t>One initiative to improve developer velocity</a:t>
            </a:r>
            <a:br>
              <a:rPr lang="en-IN" dirty="0"/>
            </a:br>
            <a:endParaRPr lang="en-IN" dirty="0"/>
          </a:p>
        </p:txBody>
      </p:sp>
      <p:sp>
        <p:nvSpPr>
          <p:cNvPr id="3" name="Content Placeholder 2">
            <a:extLst>
              <a:ext uri="{FF2B5EF4-FFF2-40B4-BE49-F238E27FC236}">
                <a16:creationId xmlns:a16="http://schemas.microsoft.com/office/drawing/2014/main" id="{54B3B1DD-5FB3-75CC-82B4-11FDD85AF08A}"/>
              </a:ext>
            </a:extLst>
          </p:cNvPr>
          <p:cNvSpPr>
            <a:spLocks noGrp="1"/>
          </p:cNvSpPr>
          <p:nvPr>
            <p:ph idx="1"/>
          </p:nvPr>
        </p:nvSpPr>
        <p:spPr>
          <a:xfrm>
            <a:off x="598170" y="956604"/>
            <a:ext cx="10995660" cy="4459458"/>
          </a:xfrm>
        </p:spPr>
        <p:txBody>
          <a:bodyPr>
            <a:normAutofit fontScale="25000" lnSpcReduction="20000"/>
          </a:bodyPr>
          <a:lstStyle/>
          <a:p>
            <a:pPr marL="0" indent="0" fontAlgn="base">
              <a:buNone/>
            </a:pPr>
            <a:endParaRPr lang="en-US" sz="2000" b="1" dirty="0">
              <a:solidFill>
                <a:schemeClr val="accent1"/>
              </a:solidFill>
              <a:latin typeface="+mn-lt"/>
            </a:endParaRPr>
          </a:p>
          <a:p>
            <a:pPr marL="0" indent="0" fontAlgn="base">
              <a:buNone/>
            </a:pPr>
            <a:r>
              <a:rPr lang="en-US" sz="7200" b="1" dirty="0">
                <a:solidFill>
                  <a:schemeClr val="accent1"/>
                </a:solidFill>
                <a:latin typeface="+mn-lt"/>
              </a:rPr>
              <a:t>Background for Braingile (Brain + Agile)</a:t>
            </a:r>
          </a:p>
          <a:p>
            <a:pPr fontAlgn="base"/>
            <a:r>
              <a:rPr lang="en-US" sz="5200" dirty="0">
                <a:solidFill>
                  <a:schemeClr val="tx1"/>
                </a:solidFill>
                <a:latin typeface="+mn-lt"/>
              </a:rPr>
              <a:t>While working on feature, tech/dev team must take consideration of bunch of things like for example ecosystem consultations, interface consideration, API, API enablement, documentation, architecture, translations, virtualization, </a:t>
            </a:r>
            <a:r>
              <a:rPr lang="en-US" sz="5200" dirty="0" err="1">
                <a:solidFill>
                  <a:schemeClr val="tx1"/>
                </a:solidFill>
                <a:latin typeface="+mn-lt"/>
              </a:rPr>
              <a:t>figma</a:t>
            </a:r>
            <a:r>
              <a:rPr lang="en-US" sz="5200" dirty="0">
                <a:solidFill>
                  <a:schemeClr val="tx1"/>
                </a:solidFill>
                <a:latin typeface="+mn-lt"/>
              </a:rPr>
              <a:t> links, UI related changes and many mores. Observations were like team used to miss out things in this process and at the time of sprint execution, we witnessed many impediments and that delayed the delivery.</a:t>
            </a:r>
            <a:endParaRPr lang="en-IN" sz="5200" dirty="0">
              <a:solidFill>
                <a:schemeClr val="tx1"/>
              </a:solidFill>
              <a:latin typeface="+mn-lt"/>
            </a:endParaRPr>
          </a:p>
          <a:p>
            <a:pPr fontAlgn="base"/>
            <a:r>
              <a:rPr lang="en-US" sz="5200" dirty="0">
                <a:solidFill>
                  <a:schemeClr val="tx1"/>
                </a:solidFill>
                <a:latin typeface="+mn-lt"/>
              </a:rPr>
              <a:t>An idea clicked to address this problem, where </a:t>
            </a:r>
            <a:r>
              <a:rPr lang="en-US" sz="5200" dirty="0" err="1">
                <a:solidFill>
                  <a:schemeClr val="tx1"/>
                </a:solidFill>
                <a:latin typeface="+mn-lt"/>
              </a:rPr>
              <a:t>i</a:t>
            </a:r>
            <a:r>
              <a:rPr lang="en-US" sz="5200" dirty="0">
                <a:solidFill>
                  <a:schemeClr val="tx1"/>
                </a:solidFill>
                <a:latin typeface="+mn-lt"/>
              </a:rPr>
              <a:t> produced checklist gamification like at the start of project, all team sits together and perform brainstorming together and identify all the possible connecting dots. And at each stage of the development, team members who identifies things earlier, will get credits. At the end, we will decide champion team and champion team members.</a:t>
            </a:r>
          </a:p>
          <a:p>
            <a:pPr marL="0" indent="0" fontAlgn="base">
              <a:buNone/>
            </a:pPr>
            <a:r>
              <a:rPr lang="en-US" sz="7200" b="1" dirty="0">
                <a:solidFill>
                  <a:schemeClr val="accent1"/>
                </a:solidFill>
                <a:latin typeface="Calibri" panose="020F0502020204030204" pitchFamily="34" charset="0"/>
                <a:ea typeface="Calibri" panose="020F0502020204030204" pitchFamily="34" charset="0"/>
              </a:rPr>
              <a:t>B</a:t>
            </a:r>
            <a:r>
              <a:rPr lang="en-US" sz="7200" b="1" dirty="0">
                <a:solidFill>
                  <a:schemeClr val="accent1"/>
                </a:solidFill>
                <a:effectLst/>
                <a:latin typeface="Calibri" panose="020F0502020204030204" pitchFamily="34" charset="0"/>
                <a:ea typeface="Calibri" panose="020F0502020204030204" pitchFamily="34" charset="0"/>
              </a:rPr>
              <a:t>enefits -</a:t>
            </a:r>
            <a:endParaRPr lang="en-IN" sz="7200" b="1" dirty="0">
              <a:solidFill>
                <a:schemeClr val="accent1"/>
              </a:solidFill>
              <a:effectLst/>
              <a:latin typeface="Calibri" panose="020F0502020204030204" pitchFamily="34" charset="0"/>
              <a:ea typeface="Calibri" panose="020F0502020204030204" pitchFamily="34" charset="0"/>
            </a:endParaRPr>
          </a:p>
          <a:p>
            <a:pPr marL="342900" lvl="0" indent="-342900" fontAlgn="base">
              <a:buFont typeface="+mj-lt"/>
              <a:buAutoNum type="arabicPeriod"/>
              <a:tabLst>
                <a:tab pos="457200" algn="l"/>
              </a:tabLst>
            </a:pPr>
            <a:r>
              <a:rPr lang="en-US" sz="5200" dirty="0">
                <a:solidFill>
                  <a:schemeClr val="tx1"/>
                </a:solidFill>
                <a:latin typeface="+mn-lt"/>
              </a:rPr>
              <a:t>More we identify things earlier, likely to experience less impediments at the time of sprint execution.</a:t>
            </a:r>
            <a:endParaRPr lang="en-IN" sz="5200" dirty="0">
              <a:solidFill>
                <a:schemeClr val="tx1"/>
              </a:solidFill>
              <a:latin typeface="+mn-lt"/>
            </a:endParaRPr>
          </a:p>
          <a:p>
            <a:pPr marL="342900" lvl="0" indent="-342900" fontAlgn="base">
              <a:buFont typeface="+mj-lt"/>
              <a:buAutoNum type="arabicPeriod"/>
              <a:tabLst>
                <a:tab pos="457200" algn="l"/>
              </a:tabLst>
            </a:pPr>
            <a:r>
              <a:rPr lang="en-US" sz="5200" dirty="0">
                <a:solidFill>
                  <a:schemeClr val="tx1"/>
                </a:solidFill>
                <a:latin typeface="+mn-lt"/>
              </a:rPr>
              <a:t>As we get time and chance to resolve the issues way earlier, delivery would be indirectly smoother.</a:t>
            </a:r>
            <a:endParaRPr lang="en-IN" sz="5200" dirty="0">
              <a:solidFill>
                <a:schemeClr val="tx1"/>
              </a:solidFill>
              <a:latin typeface="+mn-lt"/>
            </a:endParaRPr>
          </a:p>
          <a:p>
            <a:pPr marL="342900" lvl="0" indent="-342900" fontAlgn="base">
              <a:buFont typeface="+mj-lt"/>
              <a:buAutoNum type="arabicPeriod"/>
              <a:tabLst>
                <a:tab pos="457200" algn="l"/>
              </a:tabLst>
            </a:pPr>
            <a:r>
              <a:rPr lang="en-US" sz="5200" dirty="0">
                <a:solidFill>
                  <a:schemeClr val="tx1"/>
                </a:solidFill>
                <a:latin typeface="+mn-lt"/>
              </a:rPr>
              <a:t>Gamification gives extra advantage to keep team engaged and add fun.</a:t>
            </a:r>
            <a:endParaRPr lang="en-IN" sz="5200" dirty="0">
              <a:solidFill>
                <a:schemeClr val="tx1"/>
              </a:solidFill>
              <a:latin typeface="+mn-lt"/>
            </a:endParaRPr>
          </a:p>
          <a:p>
            <a:pPr marL="342900" lvl="0" indent="-342900" fontAlgn="base">
              <a:buFont typeface="+mj-lt"/>
              <a:buAutoNum type="arabicPeriod"/>
              <a:tabLst>
                <a:tab pos="457200" algn="l"/>
              </a:tabLst>
            </a:pPr>
            <a:r>
              <a:rPr lang="en-US" sz="5200" dirty="0">
                <a:solidFill>
                  <a:schemeClr val="tx1"/>
                </a:solidFill>
                <a:latin typeface="+mn-lt"/>
              </a:rPr>
              <a:t>Expecting improvement in developer velocity by 30 to 40 percent or even more. </a:t>
            </a:r>
            <a:endParaRPr lang="en-IN" sz="5200" dirty="0">
              <a:solidFill>
                <a:schemeClr val="tx1"/>
              </a:solidFill>
              <a:latin typeface="+mn-lt"/>
            </a:endParaRPr>
          </a:p>
          <a:p>
            <a:pPr marL="342900" lvl="0" indent="-342900" fontAlgn="base">
              <a:buFont typeface="+mj-lt"/>
              <a:buAutoNum type="arabicPeriod"/>
              <a:tabLst>
                <a:tab pos="457200" algn="l"/>
              </a:tabLst>
            </a:pPr>
            <a:r>
              <a:rPr lang="en-US" sz="5200" dirty="0">
                <a:solidFill>
                  <a:schemeClr val="tx1"/>
                </a:solidFill>
                <a:latin typeface="+mn-lt"/>
              </a:rPr>
              <a:t>It will encourage people to participate and talk the feature level things at each stage of Agile project life cycle. </a:t>
            </a:r>
            <a:endParaRPr lang="en-IN" sz="5200" dirty="0">
              <a:solidFill>
                <a:schemeClr val="tx1"/>
              </a:solidFill>
              <a:latin typeface="+mn-lt"/>
            </a:endParaRPr>
          </a:p>
          <a:p>
            <a:pPr marL="0" indent="0">
              <a:buNone/>
            </a:pPr>
            <a:r>
              <a:rPr lang="en-US" sz="5200" dirty="0">
                <a:solidFill>
                  <a:schemeClr val="tx1"/>
                </a:solidFill>
                <a:latin typeface="+mn-lt"/>
              </a:rPr>
              <a:t>6.      It's kind of creating competitive environment without compromising with the spirit of the team and improve the project    </a:t>
            </a:r>
          </a:p>
          <a:p>
            <a:pPr marL="0" indent="0">
              <a:buNone/>
            </a:pPr>
            <a:r>
              <a:rPr lang="en-US" sz="5200" dirty="0">
                <a:solidFill>
                  <a:schemeClr val="tx1"/>
                </a:solidFill>
                <a:latin typeface="+mn-lt"/>
              </a:rPr>
              <a:t>         efficiency overall. </a:t>
            </a:r>
            <a:endParaRPr lang="en-IN" sz="5200" dirty="0">
              <a:solidFill>
                <a:schemeClr val="tx1"/>
              </a:solidFill>
              <a:latin typeface="+mn-lt"/>
            </a:endParaRPr>
          </a:p>
          <a:p>
            <a:r>
              <a:rPr lang="en-IN" sz="8000" dirty="0"/>
              <a:t>Refer attachment - </a:t>
            </a:r>
            <a:r>
              <a:rPr lang="en-US" sz="8000" dirty="0">
                <a:highlight>
                  <a:srgbClr val="FFFF00"/>
                </a:highlight>
              </a:rPr>
              <a:t>Braingile- Unlock Developer's  Feature level confidence</a:t>
            </a:r>
            <a:endParaRPr lang="en-IN" sz="8000" dirty="0">
              <a:highlight>
                <a:srgbClr val="FFFF00"/>
              </a:highlight>
            </a:endParaRPr>
          </a:p>
        </p:txBody>
      </p:sp>
    </p:spTree>
    <p:extLst>
      <p:ext uri="{BB962C8B-B14F-4D97-AF65-F5344CB8AC3E}">
        <p14:creationId xmlns:p14="http://schemas.microsoft.com/office/powerpoint/2010/main" val="2230343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BE756-BFF2-4A7B-B931-17D1734C43F5}"/>
              </a:ext>
            </a:extLst>
          </p:cNvPr>
          <p:cNvSpPr>
            <a:spLocks noGrp="1"/>
          </p:cNvSpPr>
          <p:nvPr>
            <p:ph type="title"/>
          </p:nvPr>
        </p:nvSpPr>
        <p:spPr>
          <a:xfrm>
            <a:off x="354000" y="324784"/>
            <a:ext cx="11484000" cy="343237"/>
          </a:xfrm>
        </p:spPr>
        <p:txBody>
          <a:bodyPr>
            <a:normAutofit fontScale="90000"/>
          </a:bodyPr>
          <a:lstStyle/>
          <a:p>
            <a:r>
              <a:rPr lang="nl-NL" dirty="0">
                <a:latin typeface="Montserrat Bold"/>
              </a:rPr>
              <a:t>   </a:t>
            </a:r>
            <a:r>
              <a:rPr lang="nl-NL" sz="2400" dirty="0">
                <a:solidFill>
                  <a:schemeClr val="accent1"/>
                </a:solidFill>
                <a:latin typeface="+mj-lt"/>
              </a:rPr>
              <a:t>Accelerating the Fresher’s Mentorship Program</a:t>
            </a:r>
          </a:p>
        </p:txBody>
      </p:sp>
      <p:sp>
        <p:nvSpPr>
          <p:cNvPr id="3" name="Text Placeholder 2">
            <a:extLst>
              <a:ext uri="{FF2B5EF4-FFF2-40B4-BE49-F238E27FC236}">
                <a16:creationId xmlns:a16="http://schemas.microsoft.com/office/drawing/2014/main" id="{3A5B84D8-000F-4785-B3AC-33FC55F68DF3}"/>
              </a:ext>
            </a:extLst>
          </p:cNvPr>
          <p:cNvSpPr>
            <a:spLocks noGrp="1"/>
          </p:cNvSpPr>
          <p:nvPr>
            <p:ph type="body" sz="quarter" idx="10"/>
          </p:nvPr>
        </p:nvSpPr>
        <p:spPr>
          <a:xfrm>
            <a:off x="354003" y="736369"/>
            <a:ext cx="8299671" cy="508496"/>
          </a:xfrm>
        </p:spPr>
        <p:txBody>
          <a:bodyPr vert="horz" lIns="121920" tIns="60960" rIns="121920" bIns="60960" rtlCol="0" anchor="t">
            <a:noAutofit/>
          </a:bodyPr>
          <a:lstStyle/>
          <a:p>
            <a:r>
              <a:rPr lang="en-US" sz="1400" i="1">
                <a:latin typeface="Montserrat Bold"/>
                <a:ea typeface="+mj-ea"/>
                <a:cs typeface="+mj-cs"/>
              </a:rPr>
              <a:t>Idea of having quiz is not to judge mentee like how they are, but to understand </a:t>
            </a:r>
            <a:endParaRPr lang="en-US" sz="1400" i="1">
              <a:latin typeface="Montserrat Bold" panose="00000800000000000000" pitchFamily="2" charset="0"/>
              <a:ea typeface="+mj-ea"/>
              <a:cs typeface="+mj-cs"/>
            </a:endParaRPr>
          </a:p>
          <a:p>
            <a:r>
              <a:rPr lang="en-US" sz="1400" i="1">
                <a:latin typeface="Montserrat Bold"/>
                <a:ea typeface="+mj-ea"/>
                <a:cs typeface="+mj-cs"/>
              </a:rPr>
              <a:t>where they are, so mentors can fill their knowledge gap accordingly and empower them</a:t>
            </a:r>
            <a:endParaRPr lang="nl-NL" sz="1400" i="1">
              <a:latin typeface="Montserrat Bold"/>
              <a:ea typeface="+mj-ea"/>
              <a:cs typeface="+mj-cs"/>
            </a:endParaRPr>
          </a:p>
        </p:txBody>
      </p:sp>
      <p:sp>
        <p:nvSpPr>
          <p:cNvPr id="6" name="Rectangle: Rounded Corners 5">
            <a:extLst>
              <a:ext uri="{FF2B5EF4-FFF2-40B4-BE49-F238E27FC236}">
                <a16:creationId xmlns:a16="http://schemas.microsoft.com/office/drawing/2014/main" id="{ECDADE0B-EC86-4286-B51F-A65B6F27471F}"/>
              </a:ext>
            </a:extLst>
          </p:cNvPr>
          <p:cNvSpPr/>
          <p:nvPr/>
        </p:nvSpPr>
        <p:spPr>
          <a:xfrm>
            <a:off x="1619841" y="1495309"/>
            <a:ext cx="1764915" cy="997168"/>
          </a:xfrm>
          <a:prstGeom prst="roundRect">
            <a:avLst>
              <a:gd name="adj" fmla="val 8474"/>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pic>
        <p:nvPicPr>
          <p:cNvPr id="8" name="Graphic 7">
            <a:extLst>
              <a:ext uri="{FF2B5EF4-FFF2-40B4-BE49-F238E27FC236}">
                <a16:creationId xmlns:a16="http://schemas.microsoft.com/office/drawing/2014/main" id="{A31042D4-1791-4870-A8F6-C7677AC1C892}"/>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4625" y="1692781"/>
            <a:ext cx="602227" cy="602227"/>
          </a:xfrm>
          <a:prstGeom prst="rect">
            <a:avLst/>
          </a:prstGeom>
        </p:spPr>
      </p:pic>
      <p:sp>
        <p:nvSpPr>
          <p:cNvPr id="9" name="Rectangle: Rounded Corners 8">
            <a:extLst>
              <a:ext uri="{FF2B5EF4-FFF2-40B4-BE49-F238E27FC236}">
                <a16:creationId xmlns:a16="http://schemas.microsoft.com/office/drawing/2014/main" id="{B779DB8A-3C88-450B-8C80-FE6C77D34352}"/>
              </a:ext>
            </a:extLst>
          </p:cNvPr>
          <p:cNvSpPr/>
          <p:nvPr/>
        </p:nvSpPr>
        <p:spPr>
          <a:xfrm>
            <a:off x="3564338" y="1511000"/>
            <a:ext cx="8532343" cy="997168"/>
          </a:xfrm>
          <a:prstGeom prst="roundRect">
            <a:avLst>
              <a:gd name="adj" fmla="val 8474"/>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ctr"/>
          <a:lstStyle/>
          <a:p>
            <a:r>
              <a:rPr lang="en-US" sz="1400" dirty="0">
                <a:solidFill>
                  <a:schemeClr val="tx1"/>
                </a:solidFill>
              </a:rPr>
              <a:t>A] Our Mentors have carefully crafted a quiz (with 30-40 questions) on </a:t>
            </a:r>
            <a:r>
              <a:rPr lang="en-US" sz="1400" dirty="0">
                <a:solidFill>
                  <a:schemeClr val="accent1"/>
                </a:solidFill>
              </a:rPr>
              <a:t>basic technical          </a:t>
            </a:r>
            <a:endParaRPr lang="en-US" sz="2400" dirty="0">
              <a:solidFill>
                <a:schemeClr val="accent1"/>
              </a:solidFill>
            </a:endParaRPr>
          </a:p>
          <a:p>
            <a:r>
              <a:rPr lang="en-US" sz="1400" dirty="0">
                <a:solidFill>
                  <a:schemeClr val="accent1"/>
                </a:solidFill>
              </a:rPr>
              <a:t>      iOS  And  Android</a:t>
            </a:r>
            <a:r>
              <a:rPr lang="en-US" sz="1400" dirty="0">
                <a:solidFill>
                  <a:schemeClr val="tx1"/>
                </a:solidFill>
              </a:rPr>
              <a:t> - often, questions are from day-to-day dev tasks or story development. </a:t>
            </a:r>
            <a:endParaRPr lang="en-US" sz="2400" dirty="0">
              <a:solidFill>
                <a:schemeClr val="tx1"/>
              </a:solidFill>
            </a:endParaRPr>
          </a:p>
          <a:p>
            <a:r>
              <a:rPr lang="en-US" sz="1400" dirty="0">
                <a:solidFill>
                  <a:schemeClr val="tx1"/>
                </a:solidFill>
              </a:rPr>
              <a:t>B] We administered an </a:t>
            </a:r>
            <a:r>
              <a:rPr lang="en-US" sz="1400" dirty="0">
                <a:solidFill>
                  <a:schemeClr val="accent1"/>
                </a:solidFill>
              </a:rPr>
              <a:t>hour-long test </a:t>
            </a:r>
            <a:r>
              <a:rPr lang="en-US" sz="1400" dirty="0">
                <a:solidFill>
                  <a:schemeClr val="tx1"/>
                </a:solidFill>
              </a:rPr>
              <a:t>to assess their current knowledge. </a:t>
            </a:r>
          </a:p>
          <a:p>
            <a:r>
              <a:rPr lang="en-US" sz="1400" dirty="0">
                <a:solidFill>
                  <a:schemeClr val="tx1"/>
                </a:solidFill>
              </a:rPr>
              <a:t>C] Post  test, a </a:t>
            </a:r>
            <a:r>
              <a:rPr lang="en-US" sz="1400" dirty="0">
                <a:solidFill>
                  <a:schemeClr val="accent1"/>
                </a:solidFill>
              </a:rPr>
              <a:t>one-on-one mentoring session </a:t>
            </a:r>
            <a:r>
              <a:rPr lang="en-US" sz="1400" dirty="0">
                <a:solidFill>
                  <a:schemeClr val="tx1"/>
                </a:solidFill>
              </a:rPr>
              <a:t>was organized to fill knowledge gaps.</a:t>
            </a:r>
            <a:r>
              <a:rPr lang="en-IN" sz="1400" dirty="0">
                <a:solidFill>
                  <a:schemeClr val="tx1"/>
                </a:solidFill>
              </a:rPr>
              <a:t>.  </a:t>
            </a:r>
          </a:p>
        </p:txBody>
      </p:sp>
      <p:sp>
        <p:nvSpPr>
          <p:cNvPr id="19" name="Text Placeholder 4">
            <a:extLst>
              <a:ext uri="{FF2B5EF4-FFF2-40B4-BE49-F238E27FC236}">
                <a16:creationId xmlns:a16="http://schemas.microsoft.com/office/drawing/2014/main" id="{7194CAA3-C5F0-440F-895D-AE00C806AD3F}"/>
              </a:ext>
            </a:extLst>
          </p:cNvPr>
          <p:cNvSpPr txBox="1">
            <a:spLocks/>
          </p:cNvSpPr>
          <p:nvPr/>
        </p:nvSpPr>
        <p:spPr bwMode="invGray">
          <a:xfrm>
            <a:off x="1682523" y="1558816"/>
            <a:ext cx="1639552" cy="870155"/>
          </a:xfrm>
          <a:prstGeom prst="rect">
            <a:avLst/>
          </a:prstGeom>
        </p:spPr>
        <p:txBody>
          <a:bodyPr lIns="121920" tIns="60960" rIns="121920" bIns="6096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400" kern="1200">
                <a:solidFill>
                  <a:schemeClr val="tx1"/>
                </a:solidFill>
                <a:latin typeface="Montserrat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NL" dirty="0">
                <a:solidFill>
                  <a:srgbClr val="2D2D2D"/>
                </a:solidFill>
              </a:rPr>
              <a:t>Focus </a:t>
            </a:r>
            <a:r>
              <a:rPr lang="en-US" dirty="0">
                <a:solidFill>
                  <a:srgbClr val="2D2D2D"/>
                </a:solidFill>
              </a:rPr>
              <a:t>Quiz </a:t>
            </a:r>
            <a:r>
              <a:rPr lang="en-NL" dirty="0">
                <a:solidFill>
                  <a:srgbClr val="2D2D2D"/>
                </a:solidFill>
              </a:rPr>
              <a:t>#1</a:t>
            </a:r>
            <a:r>
              <a:rPr lang="en-US" dirty="0">
                <a:solidFill>
                  <a:srgbClr val="2D2D2D"/>
                </a:solidFill>
              </a:rPr>
              <a:t> </a:t>
            </a:r>
          </a:p>
          <a:p>
            <a:pPr algn="l"/>
            <a:r>
              <a:rPr lang="en-US" dirty="0">
                <a:solidFill>
                  <a:srgbClr val="2D2D2D"/>
                </a:solidFill>
                <a:latin typeface="Montserrat SemiBold"/>
              </a:rPr>
              <a:t>Basic  Platform     Technical </a:t>
            </a:r>
            <a:endParaRPr lang="en-US" dirty="0">
              <a:solidFill>
                <a:srgbClr val="2D2D2D"/>
              </a:solidFill>
            </a:endParaRPr>
          </a:p>
        </p:txBody>
      </p:sp>
      <p:sp>
        <p:nvSpPr>
          <p:cNvPr id="21" name="Text Placeholder 4">
            <a:extLst>
              <a:ext uri="{FF2B5EF4-FFF2-40B4-BE49-F238E27FC236}">
                <a16:creationId xmlns:a16="http://schemas.microsoft.com/office/drawing/2014/main" id="{C0B62B91-12A1-47F6-A7BB-702612BABD1F}"/>
              </a:ext>
            </a:extLst>
          </p:cNvPr>
          <p:cNvSpPr txBox="1">
            <a:spLocks/>
          </p:cNvSpPr>
          <p:nvPr/>
        </p:nvSpPr>
        <p:spPr bwMode="invGray">
          <a:xfrm>
            <a:off x="3559256" y="1538706"/>
            <a:ext cx="8173089" cy="910377"/>
          </a:xfrm>
          <a:prstGeom prst="rect">
            <a:avLst/>
          </a:prstGeom>
        </p:spPr>
        <p:txBody>
          <a:bodyPr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400" kern="1200">
                <a:solidFill>
                  <a:schemeClr val="tx1"/>
                </a:solidFill>
                <a:latin typeface="Montserrat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sz="1200">
              <a:solidFill>
                <a:srgbClr val="2D2D2D"/>
              </a:solidFill>
              <a:latin typeface="Montserrat" panose="00000500000000000000" pitchFamily="2" charset="0"/>
            </a:endParaRPr>
          </a:p>
        </p:txBody>
      </p:sp>
      <p:sp>
        <p:nvSpPr>
          <p:cNvPr id="22" name="Rectangle: Rounded Corners 21">
            <a:extLst>
              <a:ext uri="{FF2B5EF4-FFF2-40B4-BE49-F238E27FC236}">
                <a16:creationId xmlns:a16="http://schemas.microsoft.com/office/drawing/2014/main" id="{132A4894-367A-4612-BEE1-8D7876D620ED}"/>
              </a:ext>
            </a:extLst>
          </p:cNvPr>
          <p:cNvSpPr/>
          <p:nvPr/>
        </p:nvSpPr>
        <p:spPr>
          <a:xfrm>
            <a:off x="9368413" y="2641841"/>
            <a:ext cx="1764915" cy="997168"/>
          </a:xfrm>
          <a:prstGeom prst="roundRect">
            <a:avLst>
              <a:gd name="adj" fmla="val 8474"/>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pic>
        <p:nvPicPr>
          <p:cNvPr id="23" name="Graphic 22">
            <a:extLst>
              <a:ext uri="{FF2B5EF4-FFF2-40B4-BE49-F238E27FC236}">
                <a16:creationId xmlns:a16="http://schemas.microsoft.com/office/drawing/2014/main" id="{C33E7208-C2F4-428A-B360-714A0D01B403}"/>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65385" y="2805533"/>
            <a:ext cx="602227" cy="602227"/>
          </a:xfrm>
          <a:prstGeom prst="rect">
            <a:avLst/>
          </a:prstGeom>
        </p:spPr>
      </p:pic>
      <p:sp>
        <p:nvSpPr>
          <p:cNvPr id="24" name="Rectangle: Rounded Corners 23">
            <a:extLst>
              <a:ext uri="{FF2B5EF4-FFF2-40B4-BE49-F238E27FC236}">
                <a16:creationId xmlns:a16="http://schemas.microsoft.com/office/drawing/2014/main" id="{DCF4A009-ED14-43FB-AB5D-4447BF4154D6}"/>
              </a:ext>
            </a:extLst>
          </p:cNvPr>
          <p:cNvSpPr/>
          <p:nvPr/>
        </p:nvSpPr>
        <p:spPr>
          <a:xfrm>
            <a:off x="431081" y="2677307"/>
            <a:ext cx="8786543" cy="997168"/>
          </a:xfrm>
          <a:prstGeom prst="roundRect">
            <a:avLst>
              <a:gd name="adj" fmla="val 8474"/>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A] We tried to focus on </a:t>
            </a:r>
            <a:r>
              <a:rPr lang="en-US" sz="1400">
                <a:solidFill>
                  <a:schemeClr val="accent1"/>
                </a:solidFill>
              </a:rPr>
              <a:t>domain expertise </a:t>
            </a:r>
            <a:r>
              <a:rPr lang="en-US" sz="1400">
                <a:solidFill>
                  <a:schemeClr val="tx1"/>
                </a:solidFill>
              </a:rPr>
              <a:t>here. We compiled a list of 30-40 questions that can </a:t>
            </a:r>
          </a:p>
          <a:p>
            <a:r>
              <a:rPr lang="en-US" sz="1400">
                <a:solidFill>
                  <a:schemeClr val="tx1"/>
                </a:solidFill>
              </a:rPr>
              <a:t>      cover high-level and edge functionality.</a:t>
            </a:r>
          </a:p>
          <a:p>
            <a:r>
              <a:rPr lang="en-US" sz="1400">
                <a:solidFill>
                  <a:schemeClr val="tx1"/>
                </a:solidFill>
              </a:rPr>
              <a:t>B] We administered </a:t>
            </a:r>
            <a:r>
              <a:rPr lang="en-US" sz="1400">
                <a:solidFill>
                  <a:schemeClr val="accent1"/>
                </a:solidFill>
              </a:rPr>
              <a:t>an hour-long test </a:t>
            </a:r>
            <a:r>
              <a:rPr lang="en-US" sz="1400">
                <a:solidFill>
                  <a:schemeClr val="tx1"/>
                </a:solidFill>
              </a:rPr>
              <a:t>to assess their current knowledge. </a:t>
            </a:r>
          </a:p>
          <a:p>
            <a:r>
              <a:rPr lang="en-US" sz="1400">
                <a:solidFill>
                  <a:schemeClr val="tx1"/>
                </a:solidFill>
              </a:rPr>
              <a:t>C] Following the test, </a:t>
            </a:r>
            <a:r>
              <a:rPr lang="en-US" sz="1400">
                <a:solidFill>
                  <a:schemeClr val="accent1"/>
                </a:solidFill>
              </a:rPr>
              <a:t>a one-on-one mentoring session </a:t>
            </a:r>
            <a:r>
              <a:rPr lang="en-US" sz="1400">
                <a:solidFill>
                  <a:schemeClr val="tx1"/>
                </a:solidFill>
              </a:rPr>
              <a:t>was organized to fill knowledge gaps.</a:t>
            </a:r>
            <a:endParaRPr lang="en-IN" sz="1400"/>
          </a:p>
        </p:txBody>
      </p:sp>
      <p:sp>
        <p:nvSpPr>
          <p:cNvPr id="25" name="Text Placeholder 4">
            <a:extLst>
              <a:ext uri="{FF2B5EF4-FFF2-40B4-BE49-F238E27FC236}">
                <a16:creationId xmlns:a16="http://schemas.microsoft.com/office/drawing/2014/main" id="{6F9CCB44-CB36-4B41-9789-41E983968494}"/>
              </a:ext>
            </a:extLst>
          </p:cNvPr>
          <p:cNvSpPr txBox="1">
            <a:spLocks/>
          </p:cNvSpPr>
          <p:nvPr/>
        </p:nvSpPr>
        <p:spPr bwMode="invGray">
          <a:xfrm>
            <a:off x="9493776" y="2705349"/>
            <a:ext cx="1639552" cy="870155"/>
          </a:xfrm>
          <a:prstGeom prst="rect">
            <a:avLst/>
          </a:prstGeom>
        </p:spPr>
        <p:txBody>
          <a:bodyPr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400" kern="1200">
                <a:solidFill>
                  <a:schemeClr val="tx1"/>
                </a:solidFill>
                <a:latin typeface="Montserrat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NL">
                <a:solidFill>
                  <a:srgbClr val="2D2D2D"/>
                </a:solidFill>
              </a:rPr>
              <a:t>Focus </a:t>
            </a:r>
            <a:r>
              <a:rPr lang="en-US">
                <a:solidFill>
                  <a:srgbClr val="2D2D2D"/>
                </a:solidFill>
              </a:rPr>
              <a:t>Quiz</a:t>
            </a:r>
            <a:r>
              <a:rPr lang="en-NL">
                <a:solidFill>
                  <a:srgbClr val="2D2D2D"/>
                </a:solidFill>
              </a:rPr>
              <a:t> #2</a:t>
            </a:r>
            <a:endParaRPr lang="en-US">
              <a:solidFill>
                <a:srgbClr val="2D2D2D"/>
              </a:solidFill>
            </a:endParaRPr>
          </a:p>
          <a:p>
            <a:pPr algn="l"/>
            <a:r>
              <a:rPr lang="en-US">
                <a:solidFill>
                  <a:srgbClr val="2D2D2D"/>
                </a:solidFill>
              </a:rPr>
              <a:t>      Domain</a:t>
            </a:r>
          </a:p>
        </p:txBody>
      </p:sp>
      <p:sp>
        <p:nvSpPr>
          <p:cNvPr id="27" name="Rectangle: Rounded Corners 26">
            <a:extLst>
              <a:ext uri="{FF2B5EF4-FFF2-40B4-BE49-F238E27FC236}">
                <a16:creationId xmlns:a16="http://schemas.microsoft.com/office/drawing/2014/main" id="{2EBB25AD-42E5-4869-A093-C83E30A831CC}"/>
              </a:ext>
            </a:extLst>
          </p:cNvPr>
          <p:cNvSpPr/>
          <p:nvPr/>
        </p:nvSpPr>
        <p:spPr>
          <a:xfrm>
            <a:off x="1619841" y="3751355"/>
            <a:ext cx="1764915" cy="997168"/>
          </a:xfrm>
          <a:prstGeom prst="roundRect">
            <a:avLst>
              <a:gd name="adj" fmla="val 8474"/>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pic>
        <p:nvPicPr>
          <p:cNvPr id="28" name="Graphic 27">
            <a:extLst>
              <a:ext uri="{FF2B5EF4-FFF2-40B4-BE49-F238E27FC236}">
                <a16:creationId xmlns:a16="http://schemas.microsoft.com/office/drawing/2014/main" id="{41CE5036-715B-4E33-BEE5-D56929243B4C}"/>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4625" y="3948825"/>
            <a:ext cx="602227" cy="602227"/>
          </a:xfrm>
          <a:prstGeom prst="rect">
            <a:avLst/>
          </a:prstGeom>
        </p:spPr>
      </p:pic>
      <p:sp>
        <p:nvSpPr>
          <p:cNvPr id="29" name="Rectangle: Rounded Corners 28">
            <a:extLst>
              <a:ext uri="{FF2B5EF4-FFF2-40B4-BE49-F238E27FC236}">
                <a16:creationId xmlns:a16="http://schemas.microsoft.com/office/drawing/2014/main" id="{A05D9924-F9CB-4E3B-9124-4D17B96599C9}"/>
              </a:ext>
            </a:extLst>
          </p:cNvPr>
          <p:cNvSpPr/>
          <p:nvPr/>
        </p:nvSpPr>
        <p:spPr>
          <a:xfrm>
            <a:off x="3564338" y="3760332"/>
            <a:ext cx="8532343" cy="997168"/>
          </a:xfrm>
          <a:prstGeom prst="roundRect">
            <a:avLst>
              <a:gd name="adj" fmla="val 8474"/>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ctr"/>
          <a:lstStyle/>
          <a:p>
            <a:endParaRPr lang="en-US" sz="1400">
              <a:solidFill>
                <a:schemeClr val="tx1"/>
              </a:solidFill>
            </a:endParaRPr>
          </a:p>
          <a:p>
            <a:r>
              <a:rPr lang="en-US" sz="1400">
                <a:solidFill>
                  <a:schemeClr val="tx1"/>
                </a:solidFill>
              </a:rPr>
              <a:t>A] We tried to focus on overall </a:t>
            </a:r>
            <a:r>
              <a:rPr lang="en-US" sz="1400">
                <a:solidFill>
                  <a:schemeClr val="accent1"/>
                </a:solidFill>
              </a:rPr>
              <a:t>process (Change management, Agile and Tool)</a:t>
            </a:r>
            <a:r>
              <a:rPr lang="en-US" sz="1400">
                <a:solidFill>
                  <a:schemeClr val="tx1"/>
                </a:solidFill>
              </a:rPr>
              <a:t>. </a:t>
            </a:r>
          </a:p>
          <a:p>
            <a:r>
              <a:rPr lang="en-US" sz="1400">
                <a:solidFill>
                  <a:schemeClr val="tx1"/>
                </a:solidFill>
              </a:rPr>
              <a:t>     We compiled a list  of 30-40 questions that can cover end to end process understanding.</a:t>
            </a:r>
            <a:endParaRPr lang="en-US" sz="2400">
              <a:solidFill>
                <a:schemeClr val="tx1"/>
              </a:solidFill>
            </a:endParaRPr>
          </a:p>
          <a:p>
            <a:r>
              <a:rPr lang="en-US" sz="1400">
                <a:solidFill>
                  <a:schemeClr val="tx1"/>
                </a:solidFill>
              </a:rPr>
              <a:t>B] We administered an </a:t>
            </a:r>
            <a:r>
              <a:rPr lang="en-US" sz="1400">
                <a:solidFill>
                  <a:schemeClr val="accent1"/>
                </a:solidFill>
              </a:rPr>
              <a:t>hour-long test</a:t>
            </a:r>
            <a:r>
              <a:rPr lang="en-US" sz="1400">
                <a:solidFill>
                  <a:schemeClr val="tx1"/>
                </a:solidFill>
              </a:rPr>
              <a:t> to assess their current knowledge. </a:t>
            </a:r>
          </a:p>
          <a:p>
            <a:r>
              <a:rPr lang="en-US" sz="1400">
                <a:solidFill>
                  <a:schemeClr val="tx1"/>
                </a:solidFill>
              </a:rPr>
              <a:t>C] Following the test, </a:t>
            </a:r>
            <a:r>
              <a:rPr lang="en-US" sz="1400">
                <a:solidFill>
                  <a:schemeClr val="accent1"/>
                </a:solidFill>
              </a:rPr>
              <a:t>a one-on-one mentoring session </a:t>
            </a:r>
            <a:r>
              <a:rPr lang="en-US" sz="1400">
                <a:solidFill>
                  <a:schemeClr val="tx1"/>
                </a:solidFill>
              </a:rPr>
              <a:t>was organized to fill knowledge gaps.</a:t>
            </a:r>
            <a:endParaRPr lang="en-IN" sz="1400"/>
          </a:p>
          <a:p>
            <a:pPr algn="ctr"/>
            <a:endParaRPr lang="en-IN" sz="1400" b="1"/>
          </a:p>
        </p:txBody>
      </p:sp>
      <p:sp>
        <p:nvSpPr>
          <p:cNvPr id="30" name="Text Placeholder 4">
            <a:extLst>
              <a:ext uri="{FF2B5EF4-FFF2-40B4-BE49-F238E27FC236}">
                <a16:creationId xmlns:a16="http://schemas.microsoft.com/office/drawing/2014/main" id="{7BFBE8CC-BC1B-4D96-83B9-C931715E6C2F}"/>
              </a:ext>
            </a:extLst>
          </p:cNvPr>
          <p:cNvSpPr txBox="1">
            <a:spLocks/>
          </p:cNvSpPr>
          <p:nvPr/>
        </p:nvSpPr>
        <p:spPr bwMode="invGray">
          <a:xfrm>
            <a:off x="1682523" y="3814861"/>
            <a:ext cx="1639552" cy="870155"/>
          </a:xfrm>
          <a:prstGeom prst="rect">
            <a:avLst/>
          </a:prstGeom>
        </p:spPr>
        <p:txBody>
          <a:bodyPr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400" kern="1200">
                <a:solidFill>
                  <a:schemeClr val="tx1"/>
                </a:solidFill>
                <a:latin typeface="Montserrat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NL">
                <a:solidFill>
                  <a:srgbClr val="2D2D2D"/>
                </a:solidFill>
              </a:rPr>
              <a:t>Focus </a:t>
            </a:r>
            <a:r>
              <a:rPr lang="en-US">
                <a:solidFill>
                  <a:srgbClr val="2D2D2D"/>
                </a:solidFill>
              </a:rPr>
              <a:t>Quiz</a:t>
            </a:r>
            <a:r>
              <a:rPr lang="en-NL">
                <a:solidFill>
                  <a:srgbClr val="2D2D2D"/>
                </a:solidFill>
              </a:rPr>
              <a:t> #3</a:t>
            </a:r>
            <a:endParaRPr lang="en-US">
              <a:solidFill>
                <a:srgbClr val="2D2D2D"/>
              </a:solidFill>
            </a:endParaRPr>
          </a:p>
          <a:p>
            <a:pPr algn="l"/>
            <a:r>
              <a:rPr lang="en-US">
                <a:solidFill>
                  <a:srgbClr val="2D2D2D"/>
                </a:solidFill>
              </a:rPr>
              <a:t>     Process</a:t>
            </a:r>
          </a:p>
        </p:txBody>
      </p:sp>
      <p:sp>
        <p:nvSpPr>
          <p:cNvPr id="33" name="Rectangle: Rounded Corners 32">
            <a:extLst>
              <a:ext uri="{FF2B5EF4-FFF2-40B4-BE49-F238E27FC236}">
                <a16:creationId xmlns:a16="http://schemas.microsoft.com/office/drawing/2014/main" id="{1455A01E-EBB6-4A55-8CBB-C46BF5C07CE8}"/>
              </a:ext>
            </a:extLst>
          </p:cNvPr>
          <p:cNvSpPr/>
          <p:nvPr/>
        </p:nvSpPr>
        <p:spPr>
          <a:xfrm>
            <a:off x="9368413" y="5018183"/>
            <a:ext cx="1764915" cy="1126564"/>
          </a:xfrm>
          <a:prstGeom prst="roundRect">
            <a:avLst>
              <a:gd name="adj" fmla="val 8474"/>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pic>
        <p:nvPicPr>
          <p:cNvPr id="34" name="Graphic 33">
            <a:extLst>
              <a:ext uri="{FF2B5EF4-FFF2-40B4-BE49-F238E27FC236}">
                <a16:creationId xmlns:a16="http://schemas.microsoft.com/office/drawing/2014/main" id="{A07CD95E-0ADF-47E3-8550-DF53F9407A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5989" y="5107756"/>
            <a:ext cx="602227" cy="602227"/>
          </a:xfrm>
          <a:prstGeom prst="rect">
            <a:avLst/>
          </a:prstGeom>
        </p:spPr>
      </p:pic>
      <p:sp>
        <p:nvSpPr>
          <p:cNvPr id="35" name="Rectangle: Rounded Corners 34">
            <a:extLst>
              <a:ext uri="{FF2B5EF4-FFF2-40B4-BE49-F238E27FC236}">
                <a16:creationId xmlns:a16="http://schemas.microsoft.com/office/drawing/2014/main" id="{766DEE69-87AE-40EB-8236-31BFA127189A}"/>
              </a:ext>
            </a:extLst>
          </p:cNvPr>
          <p:cNvSpPr/>
          <p:nvPr/>
        </p:nvSpPr>
        <p:spPr>
          <a:xfrm>
            <a:off x="495949" y="4952455"/>
            <a:ext cx="8740409" cy="1180759"/>
          </a:xfrm>
          <a:prstGeom prst="roundRect">
            <a:avLst>
              <a:gd name="adj" fmla="val 8474"/>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A] We tried to focus on overall </a:t>
            </a:r>
            <a:r>
              <a:rPr lang="en-US" sz="1400">
                <a:solidFill>
                  <a:schemeClr val="accent1"/>
                </a:solidFill>
              </a:rPr>
              <a:t>programming sense and day to day technical issues (Change </a:t>
            </a:r>
          </a:p>
          <a:p>
            <a:r>
              <a:rPr lang="en-US" sz="1400">
                <a:solidFill>
                  <a:schemeClr val="accent1"/>
                </a:solidFill>
              </a:rPr>
              <a:t>     management and Tools)</a:t>
            </a:r>
            <a:r>
              <a:rPr lang="en-US" sz="1400">
                <a:solidFill>
                  <a:schemeClr val="tx1"/>
                </a:solidFill>
              </a:rPr>
              <a:t>. We compiled a list of 30-40 questions that can cover timebox  </a:t>
            </a:r>
          </a:p>
          <a:p>
            <a:r>
              <a:rPr lang="en-US" sz="1400">
                <a:solidFill>
                  <a:schemeClr val="tx1"/>
                </a:solidFill>
              </a:rPr>
              <a:t>     programming and basic troubleshooting.</a:t>
            </a:r>
          </a:p>
          <a:p>
            <a:r>
              <a:rPr lang="en-US" sz="1400">
                <a:solidFill>
                  <a:schemeClr val="tx1"/>
                </a:solidFill>
              </a:rPr>
              <a:t>B] We administered an </a:t>
            </a:r>
            <a:r>
              <a:rPr lang="en-US" sz="1400">
                <a:solidFill>
                  <a:schemeClr val="accent1"/>
                </a:solidFill>
              </a:rPr>
              <a:t>hour-long test</a:t>
            </a:r>
            <a:r>
              <a:rPr lang="en-US" sz="1400">
                <a:solidFill>
                  <a:schemeClr val="tx1"/>
                </a:solidFill>
              </a:rPr>
              <a:t> to assess their current knowledge. </a:t>
            </a:r>
          </a:p>
          <a:p>
            <a:r>
              <a:rPr lang="en-US" sz="1400">
                <a:solidFill>
                  <a:schemeClr val="tx1"/>
                </a:solidFill>
              </a:rPr>
              <a:t>C] Following the test, </a:t>
            </a:r>
            <a:r>
              <a:rPr lang="en-US" sz="1400">
                <a:solidFill>
                  <a:schemeClr val="accent1"/>
                </a:solidFill>
              </a:rPr>
              <a:t>a one-on-one mentoring session </a:t>
            </a:r>
            <a:r>
              <a:rPr lang="en-US" sz="1400">
                <a:solidFill>
                  <a:schemeClr val="tx1"/>
                </a:solidFill>
              </a:rPr>
              <a:t>was organized to fill knowledge gaps.</a:t>
            </a:r>
            <a:endParaRPr lang="en-IN" sz="1400"/>
          </a:p>
        </p:txBody>
      </p:sp>
      <p:sp>
        <p:nvSpPr>
          <p:cNvPr id="36" name="Text Placeholder 4">
            <a:extLst>
              <a:ext uri="{FF2B5EF4-FFF2-40B4-BE49-F238E27FC236}">
                <a16:creationId xmlns:a16="http://schemas.microsoft.com/office/drawing/2014/main" id="{76433FF1-C283-46A7-89A8-A352170D383D}"/>
              </a:ext>
            </a:extLst>
          </p:cNvPr>
          <p:cNvSpPr txBox="1">
            <a:spLocks/>
          </p:cNvSpPr>
          <p:nvPr/>
        </p:nvSpPr>
        <p:spPr bwMode="invGray">
          <a:xfrm>
            <a:off x="9493776" y="5064625"/>
            <a:ext cx="1639552" cy="1028305"/>
          </a:xfrm>
          <a:prstGeom prst="rect">
            <a:avLst/>
          </a:prstGeom>
        </p:spPr>
        <p:txBody>
          <a:bodyPr lIns="121920" tIns="60960" rIns="121920" bIns="6096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400" kern="1200">
                <a:solidFill>
                  <a:schemeClr val="tx1"/>
                </a:solidFill>
                <a:latin typeface="Montserrat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NL">
                <a:solidFill>
                  <a:srgbClr val="2D2D2D"/>
                </a:solidFill>
              </a:rPr>
              <a:t>Focus </a:t>
            </a:r>
            <a:r>
              <a:rPr lang="en-US">
                <a:solidFill>
                  <a:srgbClr val="2D2D2D"/>
                </a:solidFill>
              </a:rPr>
              <a:t>Quiz</a:t>
            </a:r>
            <a:r>
              <a:rPr lang="en-NL">
                <a:solidFill>
                  <a:srgbClr val="2D2D2D"/>
                </a:solidFill>
              </a:rPr>
              <a:t> #4</a:t>
            </a:r>
            <a:endParaRPr lang="en-US">
              <a:solidFill>
                <a:srgbClr val="2D2D2D"/>
              </a:solidFill>
            </a:endParaRPr>
          </a:p>
          <a:p>
            <a:pPr algn="l"/>
            <a:r>
              <a:rPr lang="en-US">
                <a:solidFill>
                  <a:srgbClr val="2D2D2D"/>
                </a:solidFill>
                <a:latin typeface="Montserrat SemiBold"/>
              </a:rPr>
              <a:t>Programming &amp; trouble-shooting </a:t>
            </a:r>
            <a:endParaRPr lang="en-US">
              <a:solidFill>
                <a:srgbClr val="2D2D2D"/>
              </a:solidFill>
            </a:endParaRPr>
          </a:p>
        </p:txBody>
      </p:sp>
      <p:graphicFrame>
        <p:nvGraphicFramePr>
          <p:cNvPr id="11" name="Table 11">
            <a:extLst>
              <a:ext uri="{FF2B5EF4-FFF2-40B4-BE49-F238E27FC236}">
                <a16:creationId xmlns:a16="http://schemas.microsoft.com/office/drawing/2014/main" id="{699D371E-8F63-A94D-35FE-77C7AABFD755}"/>
              </a:ext>
            </a:extLst>
          </p:cNvPr>
          <p:cNvGraphicFramePr>
            <a:graphicFrameLocks noGrp="1"/>
          </p:cNvGraphicFramePr>
          <p:nvPr/>
        </p:nvGraphicFramePr>
        <p:xfrm>
          <a:off x="9345285" y="143773"/>
          <a:ext cx="2385641" cy="1193072"/>
        </p:xfrm>
        <a:graphic>
          <a:graphicData uri="http://schemas.openxmlformats.org/drawingml/2006/table">
            <a:tbl>
              <a:tblPr firstRow="1" bandRow="1">
                <a:tableStyleId>{5C22544A-7EE6-4342-B048-85BDC9FD1C3A}</a:tableStyleId>
              </a:tblPr>
              <a:tblGrid>
                <a:gridCol w="2385641">
                  <a:extLst>
                    <a:ext uri="{9D8B030D-6E8A-4147-A177-3AD203B41FA5}">
                      <a16:colId xmlns:a16="http://schemas.microsoft.com/office/drawing/2014/main" val="2777619534"/>
                    </a:ext>
                  </a:extLst>
                </a:gridCol>
              </a:tblGrid>
              <a:tr h="1193072">
                <a:tc>
                  <a:txBody>
                    <a:bodyPr/>
                    <a:lstStyle/>
                    <a:p>
                      <a:endParaRPr lang="en-US" sz="1300"/>
                    </a:p>
                  </a:txBody>
                  <a:tcPr/>
                </a:tc>
                <a:extLst>
                  <a:ext uri="{0D108BD9-81ED-4DB2-BD59-A6C34878D82A}">
                    <a16:rowId xmlns:a16="http://schemas.microsoft.com/office/drawing/2014/main" val="305404448"/>
                  </a:ext>
                </a:extLst>
              </a:tr>
            </a:tbl>
          </a:graphicData>
        </a:graphic>
      </p:graphicFrame>
      <mc:AlternateContent xmlns:mc="http://schemas.openxmlformats.org/markup-compatibility/2006">
        <mc:Choice xmlns:am3d="http://schemas.microsoft.com/office/drawing/2017/model3d" Requires="am3d">
          <p:graphicFrame>
            <p:nvGraphicFramePr>
              <p:cNvPr id="4" name="3D Model 3" descr="Smiling Face">
                <a:extLst>
                  <a:ext uri="{FF2B5EF4-FFF2-40B4-BE49-F238E27FC236}">
                    <a16:creationId xmlns:a16="http://schemas.microsoft.com/office/drawing/2014/main" id="{6D7F7644-8E3A-244C-6263-46B5044ECE90}"/>
                  </a:ext>
                </a:extLst>
              </p:cNvPr>
              <p:cNvGraphicFramePr>
                <a:graphicFrameLocks noChangeAspect="1"/>
              </p:cNvGraphicFramePr>
              <p:nvPr/>
            </p:nvGraphicFramePr>
            <p:xfrm>
              <a:off x="9534297" y="212439"/>
              <a:ext cx="827723" cy="846751"/>
            </p:xfrm>
            <a:graphic>
              <a:graphicData uri="http://schemas.microsoft.com/office/drawing/2017/model3d">
                <am3d:model3d r:embed="rId4">
                  <am3d:spPr>
                    <a:xfrm>
                      <a:off x="0" y="0"/>
                      <a:ext cx="827723" cy="846751"/>
                    </a:xfrm>
                    <a:prstGeom prst="rect">
                      <a:avLst/>
                    </a:prstGeom>
                  </am3d:spPr>
                  <am3d:camera>
                    <am3d:pos x="0" y="0" z="80938013"/>
                    <am3d:up dx="0" dy="36000000" dz="0"/>
                    <am3d:lookAt x="0" y="0" z="0"/>
                    <am3d:perspective fov="2700000"/>
                  </am3d:camera>
                  <am3d:trans>
                    <am3d:meterPerModelUnit n="61067647" d="1000000"/>
                    <am3d:preTrans dx="0" dy="-2" dz="1153533"/>
                    <am3d:scale>
                      <am3d:sx n="1000000" d="1000000"/>
                      <am3d:sy n="1000000" d="1000000"/>
                      <am3d:sz n="1000000" d="1000000"/>
                    </am3d:scale>
                    <am3d:rot ax="103799" ay="103701" az="3133"/>
                    <am3d:postTrans dx="0" dy="0" dz="0"/>
                  </am3d:trans>
                  <am3d:raster rName="Office3DRenderer" rVer="16.0.8326">
                    <am3d:blip r:embed="rId5"/>
                  </am3d:raster>
                  <am3d:objViewport viewportSz="134611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 name="3D Model 3" descr="Smiling Face">
                <a:extLst>
                  <a:ext uri="{FF2B5EF4-FFF2-40B4-BE49-F238E27FC236}">
                    <a16:creationId xmlns:a16="http://schemas.microsoft.com/office/drawing/2014/main" id="{6D7F7644-8E3A-244C-6263-46B5044ECE90}"/>
                  </a:ext>
                </a:extLst>
              </p:cNvPr>
              <p:cNvPicPr>
                <a:picLocks noGrp="1" noRot="1" noChangeAspect="1" noMove="1" noResize="1" noEditPoints="1" noAdjustHandles="1" noChangeArrowheads="1" noChangeShapeType="1" noCrop="1"/>
              </p:cNvPicPr>
              <p:nvPr/>
            </p:nvPicPr>
            <p:blipFill>
              <a:blip r:embed="rId5"/>
              <a:stretch>
                <a:fillRect/>
              </a:stretch>
            </p:blipFill>
            <p:spPr>
              <a:xfrm>
                <a:off x="9534297" y="212439"/>
                <a:ext cx="827723" cy="846751"/>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0" name="3D Model 9" descr="Smiling Face">
                <a:extLst>
                  <a:ext uri="{FF2B5EF4-FFF2-40B4-BE49-F238E27FC236}">
                    <a16:creationId xmlns:a16="http://schemas.microsoft.com/office/drawing/2014/main" id="{5D6DEFC2-7131-BFEA-6A31-C5F2E7589AC2}"/>
                  </a:ext>
                </a:extLst>
              </p:cNvPr>
              <p:cNvGraphicFramePr>
                <a:graphicFrameLocks noChangeAspect="1"/>
              </p:cNvGraphicFramePr>
              <p:nvPr/>
            </p:nvGraphicFramePr>
            <p:xfrm>
              <a:off x="10645057" y="170105"/>
              <a:ext cx="827723" cy="846751"/>
            </p:xfrm>
            <a:graphic>
              <a:graphicData uri="http://schemas.microsoft.com/office/drawing/2017/model3d">
                <am3d:model3d r:embed="rId4">
                  <am3d:spPr>
                    <a:xfrm>
                      <a:off x="0" y="0"/>
                      <a:ext cx="827723" cy="846751"/>
                    </a:xfrm>
                    <a:prstGeom prst="rect">
                      <a:avLst/>
                    </a:prstGeom>
                  </am3d:spPr>
                  <am3d:camera>
                    <am3d:pos x="0" y="0" z="80938013"/>
                    <am3d:up dx="0" dy="36000000" dz="0"/>
                    <am3d:lookAt x="0" y="0" z="0"/>
                    <am3d:perspective fov="2700000"/>
                  </am3d:camera>
                  <am3d:trans>
                    <am3d:meterPerModelUnit n="61067647" d="1000000"/>
                    <am3d:preTrans dx="0" dy="-2" dz="1153533"/>
                    <am3d:scale>
                      <am3d:sx n="1000000" d="1000000"/>
                      <am3d:sy n="1000000" d="1000000"/>
                      <am3d:sz n="1000000" d="1000000"/>
                    </am3d:scale>
                    <am3d:rot ax="103799" ay="103701" az="3133"/>
                    <am3d:postTrans dx="0" dy="0" dz="0"/>
                  </am3d:trans>
                  <am3d:raster rName="Office3DRenderer" rVer="16.0.8326">
                    <am3d:blip r:embed="rId5"/>
                  </am3d:raster>
                  <am3d:objViewport viewportSz="134611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 name="3D Model 9" descr="Smiling Face">
                <a:extLst>
                  <a:ext uri="{FF2B5EF4-FFF2-40B4-BE49-F238E27FC236}">
                    <a16:creationId xmlns:a16="http://schemas.microsoft.com/office/drawing/2014/main" id="{5D6DEFC2-7131-BFEA-6A31-C5F2E7589AC2}"/>
                  </a:ext>
                </a:extLst>
              </p:cNvPr>
              <p:cNvPicPr>
                <a:picLocks noGrp="1" noRot="1" noChangeAspect="1" noMove="1" noResize="1" noEditPoints="1" noAdjustHandles="1" noChangeArrowheads="1" noChangeShapeType="1" noCrop="1"/>
              </p:cNvPicPr>
              <p:nvPr/>
            </p:nvPicPr>
            <p:blipFill>
              <a:blip r:embed="rId5"/>
              <a:stretch>
                <a:fillRect/>
              </a:stretch>
            </p:blipFill>
            <p:spPr>
              <a:xfrm>
                <a:off x="10645057" y="170105"/>
                <a:ext cx="827723" cy="846751"/>
              </a:xfrm>
              <a:prstGeom prst="rect">
                <a:avLst/>
              </a:prstGeom>
            </p:spPr>
          </p:pic>
        </mc:Fallback>
      </mc:AlternateContent>
      <p:sp>
        <p:nvSpPr>
          <p:cNvPr id="12" name="TextBox 11">
            <a:extLst>
              <a:ext uri="{FF2B5EF4-FFF2-40B4-BE49-F238E27FC236}">
                <a16:creationId xmlns:a16="http://schemas.microsoft.com/office/drawing/2014/main" id="{85C0B5B8-B45E-6E99-558A-A9B9DDEA6FDD}"/>
              </a:ext>
            </a:extLst>
          </p:cNvPr>
          <p:cNvSpPr txBox="1"/>
          <p:nvPr/>
        </p:nvSpPr>
        <p:spPr>
          <a:xfrm>
            <a:off x="9499505" y="1001143"/>
            <a:ext cx="1145552" cy="338554"/>
          </a:xfrm>
          <a:prstGeom prst="rect">
            <a:avLst/>
          </a:prstGeom>
          <a:noFill/>
        </p:spPr>
        <p:txBody>
          <a:bodyPr wrap="square" rtlCol="0">
            <a:spAutoFit/>
          </a:bodyPr>
          <a:lstStyle/>
          <a:p>
            <a:r>
              <a:rPr lang="en-US" sz="1600" b="1"/>
              <a:t>Mentee</a:t>
            </a:r>
          </a:p>
        </p:txBody>
      </p:sp>
      <p:sp>
        <p:nvSpPr>
          <p:cNvPr id="13" name="TextBox 12">
            <a:extLst>
              <a:ext uri="{FF2B5EF4-FFF2-40B4-BE49-F238E27FC236}">
                <a16:creationId xmlns:a16="http://schemas.microsoft.com/office/drawing/2014/main" id="{3A62365D-530B-359D-9DF8-C431B11E82E6}"/>
              </a:ext>
            </a:extLst>
          </p:cNvPr>
          <p:cNvSpPr txBox="1"/>
          <p:nvPr/>
        </p:nvSpPr>
        <p:spPr>
          <a:xfrm>
            <a:off x="10560552" y="1016855"/>
            <a:ext cx="1145552" cy="338554"/>
          </a:xfrm>
          <a:prstGeom prst="rect">
            <a:avLst/>
          </a:prstGeom>
          <a:noFill/>
        </p:spPr>
        <p:txBody>
          <a:bodyPr wrap="square" rtlCol="0">
            <a:spAutoFit/>
          </a:bodyPr>
          <a:lstStyle/>
          <a:p>
            <a:r>
              <a:rPr lang="en-US" sz="1600" b="1"/>
              <a:t>Mentors</a:t>
            </a:r>
          </a:p>
        </p:txBody>
      </p:sp>
    </p:spTree>
    <p:extLst>
      <p:ext uri="{BB962C8B-B14F-4D97-AF65-F5344CB8AC3E}">
        <p14:creationId xmlns:p14="http://schemas.microsoft.com/office/powerpoint/2010/main" val="1788227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1706F74-0BCE-0BDF-223A-FD1CB500C207}"/>
              </a:ext>
            </a:extLst>
          </p:cNvPr>
          <p:cNvSpPr txBox="1"/>
          <p:nvPr/>
        </p:nvSpPr>
        <p:spPr>
          <a:xfrm>
            <a:off x="573257" y="247223"/>
            <a:ext cx="9231923" cy="461665"/>
          </a:xfrm>
          <a:prstGeom prst="rect">
            <a:avLst/>
          </a:prstGeom>
          <a:noFill/>
        </p:spPr>
        <p:txBody>
          <a:bodyPr wrap="square">
            <a:spAutoFit/>
          </a:bodyPr>
          <a:lstStyle/>
          <a:p>
            <a:r>
              <a:rPr lang="en-US" sz="2400" dirty="0">
                <a:solidFill>
                  <a:schemeClr val="accent1"/>
                </a:solidFill>
                <a:latin typeface="+mj-lt"/>
              </a:rPr>
              <a:t>Continuous Improvement – Defect Control  - Defect Prevention </a:t>
            </a:r>
            <a:endParaRPr lang="en-IN" sz="2400" dirty="0">
              <a:solidFill>
                <a:schemeClr val="accent1"/>
              </a:solidFill>
              <a:latin typeface="+mj-lt"/>
            </a:endParaRPr>
          </a:p>
        </p:txBody>
      </p:sp>
      <p:sp>
        <p:nvSpPr>
          <p:cNvPr id="8" name="TextBox 7">
            <a:extLst>
              <a:ext uri="{FF2B5EF4-FFF2-40B4-BE49-F238E27FC236}">
                <a16:creationId xmlns:a16="http://schemas.microsoft.com/office/drawing/2014/main" id="{2574407F-ADA8-02F2-1BE8-2DB1B2B3A5EA}"/>
              </a:ext>
            </a:extLst>
          </p:cNvPr>
          <p:cNvSpPr txBox="1"/>
          <p:nvPr/>
        </p:nvSpPr>
        <p:spPr>
          <a:xfrm>
            <a:off x="573257" y="720208"/>
            <a:ext cx="7431260" cy="400110"/>
          </a:xfrm>
          <a:prstGeom prst="rect">
            <a:avLst/>
          </a:prstGeom>
          <a:noFill/>
        </p:spPr>
        <p:txBody>
          <a:bodyPr wrap="square">
            <a:spAutoFit/>
          </a:bodyPr>
          <a:lstStyle/>
          <a:p>
            <a:r>
              <a:rPr lang="en-US" sz="2000" dirty="0">
                <a:solidFill>
                  <a:schemeClr val="accent1"/>
                </a:solidFill>
                <a:latin typeface="+mj-lt"/>
              </a:rPr>
              <a:t>One initiative to improve overall end customer experience</a:t>
            </a:r>
            <a:endParaRPr lang="en-IN" sz="2000" dirty="0">
              <a:solidFill>
                <a:schemeClr val="accent1"/>
              </a:solidFill>
              <a:latin typeface="+mj-lt"/>
            </a:endParaRPr>
          </a:p>
        </p:txBody>
      </p:sp>
      <p:pic>
        <p:nvPicPr>
          <p:cNvPr id="12" name="Picture 11">
            <a:extLst>
              <a:ext uri="{FF2B5EF4-FFF2-40B4-BE49-F238E27FC236}">
                <a16:creationId xmlns:a16="http://schemas.microsoft.com/office/drawing/2014/main" id="{BFDC31C3-B8F2-8500-3BF6-3781330A2573}"/>
              </a:ext>
            </a:extLst>
          </p:cNvPr>
          <p:cNvPicPr>
            <a:picLocks noChangeAspect="1"/>
          </p:cNvPicPr>
          <p:nvPr/>
        </p:nvPicPr>
        <p:blipFill>
          <a:blip r:embed="rId2"/>
          <a:stretch>
            <a:fillRect/>
          </a:stretch>
        </p:blipFill>
        <p:spPr>
          <a:xfrm>
            <a:off x="573256" y="1120318"/>
            <a:ext cx="10666829" cy="5210144"/>
          </a:xfrm>
          <a:prstGeom prst="rect">
            <a:avLst/>
          </a:prstGeom>
        </p:spPr>
      </p:pic>
    </p:spTree>
    <p:extLst>
      <p:ext uri="{BB962C8B-B14F-4D97-AF65-F5344CB8AC3E}">
        <p14:creationId xmlns:p14="http://schemas.microsoft.com/office/powerpoint/2010/main" val="1312049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832C2-F955-1AAF-C9A8-96DAF29764DD}"/>
              </a:ext>
            </a:extLst>
          </p:cNvPr>
          <p:cNvSpPr>
            <a:spLocks noGrp="1"/>
          </p:cNvSpPr>
          <p:nvPr>
            <p:ph type="title"/>
          </p:nvPr>
        </p:nvSpPr>
        <p:spPr>
          <a:xfrm>
            <a:off x="499680" y="260902"/>
            <a:ext cx="11484000" cy="369332"/>
          </a:xfrm>
        </p:spPr>
        <p:txBody>
          <a:bodyPr/>
          <a:lstStyle/>
          <a:p>
            <a:r>
              <a:rPr lang="en-US" sz="2400" dirty="0">
                <a:solidFill>
                  <a:schemeClr val="accent1"/>
                </a:solidFill>
                <a:latin typeface="+mj-lt"/>
              </a:rPr>
              <a:t>Long Pending blocked defects</a:t>
            </a:r>
            <a:endParaRPr lang="en-IN" sz="2400" dirty="0">
              <a:solidFill>
                <a:schemeClr val="accent1"/>
              </a:solidFill>
              <a:latin typeface="+mj-lt"/>
            </a:endParaRPr>
          </a:p>
        </p:txBody>
      </p:sp>
      <p:sp>
        <p:nvSpPr>
          <p:cNvPr id="6" name="TextBox 5">
            <a:extLst>
              <a:ext uri="{FF2B5EF4-FFF2-40B4-BE49-F238E27FC236}">
                <a16:creationId xmlns:a16="http://schemas.microsoft.com/office/drawing/2014/main" id="{2E91B9E7-1095-8ECF-7B82-73D80EC16809}"/>
              </a:ext>
            </a:extLst>
          </p:cNvPr>
          <p:cNvSpPr txBox="1"/>
          <p:nvPr/>
        </p:nvSpPr>
        <p:spPr>
          <a:xfrm>
            <a:off x="499680" y="764903"/>
            <a:ext cx="7096874" cy="400110"/>
          </a:xfrm>
          <a:prstGeom prst="rect">
            <a:avLst/>
          </a:prstGeom>
          <a:noFill/>
        </p:spPr>
        <p:txBody>
          <a:bodyPr wrap="square">
            <a:spAutoFit/>
          </a:bodyPr>
          <a:lstStyle/>
          <a:p>
            <a:r>
              <a:rPr lang="en-US" sz="2000" dirty="0">
                <a:solidFill>
                  <a:schemeClr val="accent1"/>
                </a:solidFill>
                <a:latin typeface="+mj-lt"/>
              </a:rPr>
              <a:t>One initiative - Managing defect tracking in different way</a:t>
            </a:r>
            <a:endParaRPr lang="en-IN" sz="2000" dirty="0">
              <a:solidFill>
                <a:schemeClr val="accent1"/>
              </a:solidFill>
              <a:latin typeface="+mj-lt"/>
            </a:endParaRPr>
          </a:p>
        </p:txBody>
      </p:sp>
      <p:sp>
        <p:nvSpPr>
          <p:cNvPr id="9" name="TextBox 8">
            <a:extLst>
              <a:ext uri="{FF2B5EF4-FFF2-40B4-BE49-F238E27FC236}">
                <a16:creationId xmlns:a16="http://schemas.microsoft.com/office/drawing/2014/main" id="{F703CA58-E69A-2891-F072-6B28B7BDDD93}"/>
              </a:ext>
            </a:extLst>
          </p:cNvPr>
          <p:cNvSpPr txBox="1"/>
          <p:nvPr/>
        </p:nvSpPr>
        <p:spPr>
          <a:xfrm>
            <a:off x="316799" y="1174168"/>
            <a:ext cx="10670179" cy="1938992"/>
          </a:xfrm>
          <a:prstGeom prst="rect">
            <a:avLst/>
          </a:prstGeom>
          <a:noFill/>
        </p:spPr>
        <p:txBody>
          <a:bodyPr wrap="square">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380990" indent="-380990">
              <a:buFont typeface="Arial" panose="020B0604020202020204" pitchFamily="34" charset="0"/>
              <a:buChar char="•"/>
            </a:pPr>
            <a:endParaRPr lang="en-US" sz="2000" b="1" dirty="0">
              <a:solidFill>
                <a:schemeClr val="accent1"/>
              </a:solidFill>
              <a:latin typeface="+mj-lt"/>
            </a:endParaRPr>
          </a:p>
          <a:p>
            <a:pPr marL="380990" indent="-380990">
              <a:buFont typeface="Arial" panose="020B0604020202020204" pitchFamily="34" charset="0"/>
              <a:buChar char="•"/>
            </a:pPr>
            <a:r>
              <a:rPr lang="en-US" sz="2000" dirty="0">
                <a:latin typeface="+mj-lt"/>
              </a:rPr>
              <a:t>Aim is to action RIDA enabled defects like long pending defects</a:t>
            </a:r>
          </a:p>
          <a:p>
            <a:pPr marL="380990" indent="-380990">
              <a:buFont typeface="Arial" panose="020B0604020202020204" pitchFamily="34" charset="0"/>
              <a:buChar char="•"/>
            </a:pPr>
            <a:r>
              <a:rPr lang="en-US" sz="2000" dirty="0">
                <a:latin typeface="+mj-lt"/>
              </a:rPr>
              <a:t>Benefits to Customer while improving customer experience</a:t>
            </a:r>
          </a:p>
          <a:p>
            <a:pPr marL="380990" indent="-380990">
              <a:buFont typeface="Arial" panose="020B0604020202020204" pitchFamily="34" charset="0"/>
              <a:buChar char="•"/>
            </a:pPr>
            <a:r>
              <a:rPr lang="en-US" sz="2000" dirty="0">
                <a:latin typeface="+mj-lt"/>
              </a:rPr>
              <a:t>Tracking happens everyday post DSM and discuss overall progress with client on weekly basis</a:t>
            </a:r>
          </a:p>
          <a:p>
            <a:endParaRPr lang="en-US" sz="2000" b="1" dirty="0">
              <a:solidFill>
                <a:schemeClr val="accent1"/>
              </a:solidFill>
            </a:endParaRPr>
          </a:p>
        </p:txBody>
      </p:sp>
      <p:pic>
        <p:nvPicPr>
          <p:cNvPr id="10" name="Picture 9">
            <a:extLst>
              <a:ext uri="{FF2B5EF4-FFF2-40B4-BE49-F238E27FC236}">
                <a16:creationId xmlns:a16="http://schemas.microsoft.com/office/drawing/2014/main" id="{A70FA837-2712-440B-C8C3-B9D6734CA27E}"/>
              </a:ext>
            </a:extLst>
          </p:cNvPr>
          <p:cNvPicPr>
            <a:picLocks noChangeAspect="1"/>
          </p:cNvPicPr>
          <p:nvPr/>
        </p:nvPicPr>
        <p:blipFill>
          <a:blip r:embed="rId2"/>
          <a:stretch>
            <a:fillRect/>
          </a:stretch>
        </p:blipFill>
        <p:spPr>
          <a:xfrm>
            <a:off x="472366" y="3066361"/>
            <a:ext cx="10120605" cy="1632247"/>
          </a:xfrm>
          <a:prstGeom prst="rect">
            <a:avLst/>
          </a:prstGeom>
        </p:spPr>
      </p:pic>
    </p:spTree>
    <p:extLst>
      <p:ext uri="{BB962C8B-B14F-4D97-AF65-F5344CB8AC3E}">
        <p14:creationId xmlns:p14="http://schemas.microsoft.com/office/powerpoint/2010/main" val="1432530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BD652-026D-50D5-0987-667DFDE37768}"/>
              </a:ext>
            </a:extLst>
          </p:cNvPr>
          <p:cNvSpPr>
            <a:spLocks noGrp="1"/>
          </p:cNvSpPr>
          <p:nvPr>
            <p:ph type="title"/>
          </p:nvPr>
        </p:nvSpPr>
        <p:spPr>
          <a:xfrm>
            <a:off x="555950" y="258188"/>
            <a:ext cx="11484000" cy="369332"/>
          </a:xfrm>
        </p:spPr>
        <p:txBody>
          <a:bodyPr/>
          <a:lstStyle/>
          <a:p>
            <a:r>
              <a:rPr lang="en-US" sz="2400" dirty="0">
                <a:solidFill>
                  <a:schemeClr val="accent1"/>
                </a:solidFill>
                <a:latin typeface="+mj-lt"/>
              </a:rPr>
              <a:t>Scrum Event -  Sprint Retrospective</a:t>
            </a:r>
            <a:endParaRPr lang="en-IN" sz="2400" dirty="0">
              <a:solidFill>
                <a:schemeClr val="accent1"/>
              </a:solidFill>
              <a:latin typeface="+mj-lt"/>
            </a:endParaRPr>
          </a:p>
        </p:txBody>
      </p:sp>
      <p:sp>
        <p:nvSpPr>
          <p:cNvPr id="3" name="Text Placeholder 2">
            <a:extLst>
              <a:ext uri="{FF2B5EF4-FFF2-40B4-BE49-F238E27FC236}">
                <a16:creationId xmlns:a16="http://schemas.microsoft.com/office/drawing/2014/main" id="{76905C8A-F396-B0FE-66D7-A1357D934871}"/>
              </a:ext>
            </a:extLst>
          </p:cNvPr>
          <p:cNvSpPr>
            <a:spLocks noGrp="1"/>
          </p:cNvSpPr>
          <p:nvPr>
            <p:ph type="body" sz="quarter" idx="10"/>
          </p:nvPr>
        </p:nvSpPr>
        <p:spPr>
          <a:xfrm>
            <a:off x="555950" y="760593"/>
            <a:ext cx="11484000" cy="1581330"/>
          </a:xfrm>
        </p:spPr>
        <p:txBody>
          <a:bodyPr/>
          <a:lstStyle/>
          <a:p>
            <a:r>
              <a:rPr lang="en-US" sz="2000" dirty="0">
                <a:solidFill>
                  <a:schemeClr val="accent1"/>
                </a:solidFill>
                <a:latin typeface="+mj-lt"/>
              </a:rPr>
              <a:t>One initiative – to make retro more meaningful</a:t>
            </a:r>
            <a:endParaRPr lang="en-IN" sz="2000" dirty="0">
              <a:solidFill>
                <a:schemeClr val="accent1"/>
              </a:solidFill>
              <a:latin typeface="+mj-lt"/>
            </a:endParaRPr>
          </a:p>
          <a:p>
            <a:r>
              <a:rPr lang="en-US" sz="1600" dirty="0">
                <a:solidFill>
                  <a:schemeClr val="tx1"/>
                </a:solidFill>
                <a:latin typeface="+mj-lt"/>
              </a:rPr>
              <a:t>With this, we try to analyze team members perspectives when it comes client’s expectations and company objective. And, set the actions accordingly.</a:t>
            </a:r>
          </a:p>
          <a:p>
            <a:endParaRPr lang="en-IN" dirty="0"/>
          </a:p>
        </p:txBody>
      </p:sp>
      <p:pic>
        <p:nvPicPr>
          <p:cNvPr id="6" name="Picture 5">
            <a:extLst>
              <a:ext uri="{FF2B5EF4-FFF2-40B4-BE49-F238E27FC236}">
                <a16:creationId xmlns:a16="http://schemas.microsoft.com/office/drawing/2014/main" id="{95300DE8-2684-E5BC-62B5-ADD961BDD019}"/>
              </a:ext>
            </a:extLst>
          </p:cNvPr>
          <p:cNvPicPr>
            <a:picLocks noChangeAspect="1"/>
          </p:cNvPicPr>
          <p:nvPr/>
        </p:nvPicPr>
        <p:blipFill>
          <a:blip r:embed="rId2"/>
          <a:stretch>
            <a:fillRect/>
          </a:stretch>
        </p:blipFill>
        <p:spPr>
          <a:xfrm>
            <a:off x="555949" y="1896502"/>
            <a:ext cx="11484001" cy="4323009"/>
          </a:xfrm>
          <a:prstGeom prst="rect">
            <a:avLst/>
          </a:prstGeom>
        </p:spPr>
      </p:pic>
    </p:spTree>
    <p:extLst>
      <p:ext uri="{BB962C8B-B14F-4D97-AF65-F5344CB8AC3E}">
        <p14:creationId xmlns:p14="http://schemas.microsoft.com/office/powerpoint/2010/main" val="3921835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BD652-026D-50D5-0987-667DFDE37768}"/>
              </a:ext>
            </a:extLst>
          </p:cNvPr>
          <p:cNvSpPr>
            <a:spLocks noGrp="1"/>
          </p:cNvSpPr>
          <p:nvPr>
            <p:ph type="title"/>
          </p:nvPr>
        </p:nvSpPr>
        <p:spPr>
          <a:xfrm>
            <a:off x="555950" y="258188"/>
            <a:ext cx="11484000" cy="369332"/>
          </a:xfrm>
        </p:spPr>
        <p:txBody>
          <a:bodyPr/>
          <a:lstStyle/>
          <a:p>
            <a:r>
              <a:rPr lang="en-US" sz="2400" dirty="0">
                <a:solidFill>
                  <a:schemeClr val="accent1"/>
                </a:solidFill>
                <a:latin typeface="+mj-lt"/>
              </a:rPr>
              <a:t>Innovation</a:t>
            </a:r>
            <a:endParaRPr lang="en-IN" sz="2400" dirty="0">
              <a:solidFill>
                <a:schemeClr val="accent1"/>
              </a:solidFill>
              <a:latin typeface="+mj-lt"/>
            </a:endParaRPr>
          </a:p>
        </p:txBody>
      </p:sp>
      <p:sp>
        <p:nvSpPr>
          <p:cNvPr id="3" name="Text Placeholder 2">
            <a:extLst>
              <a:ext uri="{FF2B5EF4-FFF2-40B4-BE49-F238E27FC236}">
                <a16:creationId xmlns:a16="http://schemas.microsoft.com/office/drawing/2014/main" id="{76905C8A-F396-B0FE-66D7-A1357D934871}"/>
              </a:ext>
            </a:extLst>
          </p:cNvPr>
          <p:cNvSpPr>
            <a:spLocks noGrp="1"/>
          </p:cNvSpPr>
          <p:nvPr>
            <p:ph type="body" sz="quarter" idx="10"/>
          </p:nvPr>
        </p:nvSpPr>
        <p:spPr>
          <a:xfrm>
            <a:off x="555950" y="760593"/>
            <a:ext cx="11484000" cy="1359731"/>
          </a:xfrm>
        </p:spPr>
        <p:txBody>
          <a:bodyPr/>
          <a:lstStyle/>
          <a:p>
            <a:r>
              <a:rPr lang="en-US" sz="2000" dirty="0">
                <a:solidFill>
                  <a:schemeClr val="accent1"/>
                </a:solidFill>
              </a:rPr>
              <a:t>One initiative – streamline innovation </a:t>
            </a:r>
            <a:endParaRPr lang="en-IN" sz="2000" dirty="0">
              <a:solidFill>
                <a:schemeClr val="accent1"/>
              </a:solidFill>
            </a:endParaRPr>
          </a:p>
          <a:p>
            <a:endParaRPr lang="en-IN" sz="2000" dirty="0">
              <a:solidFill>
                <a:schemeClr val="accent1"/>
              </a:solidFill>
              <a:latin typeface="+mj-lt"/>
            </a:endParaRPr>
          </a:p>
          <a:p>
            <a:endParaRPr lang="en-IN" dirty="0"/>
          </a:p>
        </p:txBody>
      </p:sp>
      <p:sp>
        <p:nvSpPr>
          <p:cNvPr id="5" name="TextBox 4">
            <a:extLst>
              <a:ext uri="{FF2B5EF4-FFF2-40B4-BE49-F238E27FC236}">
                <a16:creationId xmlns:a16="http://schemas.microsoft.com/office/drawing/2014/main" id="{75687625-DD97-A16A-5F86-A0F69339C09C}"/>
              </a:ext>
            </a:extLst>
          </p:cNvPr>
          <p:cNvSpPr txBox="1"/>
          <p:nvPr/>
        </p:nvSpPr>
        <p:spPr>
          <a:xfrm>
            <a:off x="555950" y="1458604"/>
            <a:ext cx="8591566" cy="2554545"/>
          </a:xfrm>
          <a:prstGeom prst="rect">
            <a:avLst/>
          </a:prstGeom>
          <a:noFill/>
        </p:spPr>
        <p:txBody>
          <a:bodyPr wrap="square">
            <a:spAutoFit/>
          </a:bodyPr>
          <a:lstStyle/>
          <a:p>
            <a:pPr marL="380990" indent="-380990">
              <a:buFont typeface="Arial" panose="020B0604020202020204" pitchFamily="34" charset="0"/>
              <a:buChar char="•"/>
            </a:pPr>
            <a:r>
              <a:rPr lang="en-US" sz="2000" dirty="0">
                <a:latin typeface="+mj-lt"/>
              </a:rPr>
              <a:t>How we approach to Innovation</a:t>
            </a:r>
          </a:p>
          <a:p>
            <a:pPr marL="380990" indent="-380990">
              <a:buFont typeface="Arial" panose="020B0604020202020204" pitchFamily="34" charset="0"/>
              <a:buChar char="•"/>
            </a:pPr>
            <a:r>
              <a:rPr lang="en-US" sz="2000" dirty="0">
                <a:latin typeface="+mj-lt"/>
              </a:rPr>
              <a:t>Phases of Innovation </a:t>
            </a:r>
          </a:p>
          <a:p>
            <a:pPr marL="380990" indent="-380990">
              <a:buFont typeface="Arial" panose="020B0604020202020204" pitchFamily="34" charset="0"/>
              <a:buChar char="•"/>
            </a:pPr>
            <a:r>
              <a:rPr lang="en-US" sz="2000" dirty="0">
                <a:latin typeface="+mj-lt"/>
              </a:rPr>
              <a:t>Past data Insights</a:t>
            </a:r>
          </a:p>
          <a:p>
            <a:pPr marL="380990" indent="-380990">
              <a:buFont typeface="Arial" panose="020B0604020202020204" pitchFamily="34" charset="0"/>
              <a:buChar char="•"/>
            </a:pPr>
            <a:r>
              <a:rPr lang="en-US" sz="2000" dirty="0">
                <a:latin typeface="+mj-lt"/>
              </a:rPr>
              <a:t>Benefits to Customer and Eviden</a:t>
            </a:r>
          </a:p>
          <a:p>
            <a:pPr marL="380990" indent="-380990">
              <a:buFont typeface="Arial" panose="020B0604020202020204" pitchFamily="34" charset="0"/>
              <a:buChar char="•"/>
            </a:pPr>
            <a:endParaRPr lang="en-US" sz="2000" b="1" dirty="0">
              <a:solidFill>
                <a:schemeClr val="accent1"/>
              </a:solidFill>
              <a:latin typeface="+mj-lt"/>
            </a:endParaRPr>
          </a:p>
          <a:p>
            <a:pPr marL="380990" indent="-380990">
              <a:buFont typeface="Arial" panose="020B0604020202020204" pitchFamily="34" charset="0"/>
              <a:buChar char="•"/>
            </a:pPr>
            <a:endParaRPr lang="en-US" sz="2000" b="1" dirty="0">
              <a:solidFill>
                <a:schemeClr val="accent1"/>
              </a:solidFill>
              <a:latin typeface="+mj-lt"/>
            </a:endParaRPr>
          </a:p>
          <a:p>
            <a:pPr marL="380990" indent="-380990">
              <a:buFont typeface="Arial" panose="020B0604020202020204" pitchFamily="34" charset="0"/>
              <a:buChar char="•"/>
            </a:pPr>
            <a:endParaRPr lang="en-US" sz="2000" b="1" dirty="0">
              <a:solidFill>
                <a:schemeClr val="accent1"/>
              </a:solidFill>
              <a:latin typeface="+mj-lt"/>
            </a:endParaRPr>
          </a:p>
          <a:p>
            <a:r>
              <a:rPr lang="en-US" sz="2000" b="1" dirty="0">
                <a:solidFill>
                  <a:schemeClr val="accent1"/>
                </a:solidFill>
                <a:latin typeface="+mj-lt"/>
              </a:rPr>
              <a:t>     </a:t>
            </a:r>
            <a:r>
              <a:rPr lang="en-US" sz="2000" dirty="0">
                <a:latin typeface="+mj-lt"/>
              </a:rPr>
              <a:t>Refer attachment – Project Innovation </a:t>
            </a:r>
          </a:p>
        </p:txBody>
      </p:sp>
    </p:spTree>
    <p:extLst>
      <p:ext uri="{BB962C8B-B14F-4D97-AF65-F5344CB8AC3E}">
        <p14:creationId xmlns:p14="http://schemas.microsoft.com/office/powerpoint/2010/main" val="1596624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BD652-026D-50D5-0987-667DFDE37768}"/>
              </a:ext>
            </a:extLst>
          </p:cNvPr>
          <p:cNvSpPr>
            <a:spLocks noGrp="1"/>
          </p:cNvSpPr>
          <p:nvPr>
            <p:ph type="title"/>
          </p:nvPr>
        </p:nvSpPr>
        <p:spPr>
          <a:xfrm>
            <a:off x="555950" y="258188"/>
            <a:ext cx="11484000" cy="369332"/>
          </a:xfrm>
        </p:spPr>
        <p:txBody>
          <a:bodyPr/>
          <a:lstStyle/>
          <a:p>
            <a:r>
              <a:rPr lang="en-US" sz="2400" dirty="0">
                <a:solidFill>
                  <a:schemeClr val="accent1"/>
                </a:solidFill>
                <a:latin typeface="+mj-lt"/>
              </a:rPr>
              <a:t>Project Release Readiness</a:t>
            </a:r>
            <a:endParaRPr lang="en-IN" sz="2400" dirty="0">
              <a:solidFill>
                <a:schemeClr val="accent1"/>
              </a:solidFill>
              <a:latin typeface="+mj-lt"/>
            </a:endParaRPr>
          </a:p>
        </p:txBody>
      </p:sp>
      <p:sp>
        <p:nvSpPr>
          <p:cNvPr id="3" name="Text Placeholder 2">
            <a:extLst>
              <a:ext uri="{FF2B5EF4-FFF2-40B4-BE49-F238E27FC236}">
                <a16:creationId xmlns:a16="http://schemas.microsoft.com/office/drawing/2014/main" id="{76905C8A-F396-B0FE-66D7-A1357D934871}"/>
              </a:ext>
            </a:extLst>
          </p:cNvPr>
          <p:cNvSpPr>
            <a:spLocks noGrp="1"/>
          </p:cNvSpPr>
          <p:nvPr>
            <p:ph type="body" sz="quarter" idx="10"/>
          </p:nvPr>
        </p:nvSpPr>
        <p:spPr>
          <a:xfrm>
            <a:off x="555950" y="760593"/>
            <a:ext cx="11484000" cy="1857303"/>
          </a:xfrm>
        </p:spPr>
        <p:txBody>
          <a:bodyPr/>
          <a:lstStyle/>
          <a:p>
            <a:r>
              <a:rPr lang="en-US" sz="2000" dirty="0">
                <a:solidFill>
                  <a:schemeClr val="accent1"/>
                </a:solidFill>
                <a:latin typeface="+mj-lt"/>
              </a:rPr>
              <a:t>One initiative to track the feature progress at one place</a:t>
            </a:r>
            <a:endParaRPr lang="en-IN" sz="2000" dirty="0">
              <a:solidFill>
                <a:schemeClr val="accent1"/>
              </a:solidFill>
              <a:latin typeface="+mj-lt"/>
            </a:endParaRPr>
          </a:p>
          <a:p>
            <a:endParaRPr lang="en-IN" sz="2000" dirty="0">
              <a:solidFill>
                <a:schemeClr val="accent1"/>
              </a:solidFill>
            </a:endParaRPr>
          </a:p>
          <a:p>
            <a:endParaRPr lang="en-IN" sz="2000" dirty="0">
              <a:solidFill>
                <a:schemeClr val="accent1"/>
              </a:solidFill>
              <a:latin typeface="+mj-lt"/>
            </a:endParaRPr>
          </a:p>
          <a:p>
            <a:endParaRPr lang="en-IN" dirty="0"/>
          </a:p>
        </p:txBody>
      </p:sp>
      <p:sp>
        <p:nvSpPr>
          <p:cNvPr id="5" name="TextBox 4">
            <a:extLst>
              <a:ext uri="{FF2B5EF4-FFF2-40B4-BE49-F238E27FC236}">
                <a16:creationId xmlns:a16="http://schemas.microsoft.com/office/drawing/2014/main" id="{75687625-DD97-A16A-5F86-A0F69339C09C}"/>
              </a:ext>
            </a:extLst>
          </p:cNvPr>
          <p:cNvSpPr txBox="1"/>
          <p:nvPr/>
        </p:nvSpPr>
        <p:spPr>
          <a:xfrm>
            <a:off x="555950" y="1458604"/>
            <a:ext cx="8591566" cy="1938992"/>
          </a:xfrm>
          <a:prstGeom prst="rect">
            <a:avLst/>
          </a:prstGeom>
          <a:noFill/>
        </p:spPr>
        <p:txBody>
          <a:bodyPr wrap="square">
            <a:spAutoFit/>
          </a:bodyPr>
          <a:lstStyle/>
          <a:p>
            <a:pPr marL="380990" indent="-380990">
              <a:buFont typeface="Arial" panose="020B0604020202020204" pitchFamily="34" charset="0"/>
              <a:buChar char="•"/>
            </a:pPr>
            <a:r>
              <a:rPr lang="en-US" sz="2000" b="1" dirty="0">
                <a:solidFill>
                  <a:schemeClr val="tx2"/>
                </a:solidFill>
              </a:rPr>
              <a:t>One stop sheet – Monitoring features progress for all scrum teams</a:t>
            </a:r>
          </a:p>
          <a:p>
            <a:pPr marL="380990" indent="-380990">
              <a:buFont typeface="Arial" panose="020B0604020202020204" pitchFamily="34" charset="0"/>
              <a:buChar char="•"/>
            </a:pPr>
            <a:r>
              <a:rPr lang="en-US" sz="2000" b="1" dirty="0">
                <a:solidFill>
                  <a:schemeClr val="tx2"/>
                </a:solidFill>
              </a:rPr>
              <a:t>Meaningful insights for management </a:t>
            </a:r>
          </a:p>
          <a:p>
            <a:pPr marL="380990" indent="-380990">
              <a:buFont typeface="Arial" panose="020B0604020202020204" pitchFamily="34" charset="0"/>
              <a:buChar char="•"/>
            </a:pPr>
            <a:r>
              <a:rPr lang="en-US" sz="2000" b="1" dirty="0">
                <a:solidFill>
                  <a:schemeClr val="tx2"/>
                </a:solidFill>
              </a:rPr>
              <a:t>Keep everyone on same page</a:t>
            </a:r>
          </a:p>
          <a:p>
            <a:pPr marL="380990" indent="-380990">
              <a:buFont typeface="Arial" panose="020B0604020202020204" pitchFamily="34" charset="0"/>
              <a:buChar char="•"/>
            </a:pPr>
            <a:r>
              <a:rPr lang="en-US" sz="2000" b="1" dirty="0">
                <a:solidFill>
                  <a:schemeClr val="tx2"/>
                </a:solidFill>
              </a:rPr>
              <a:t>Avoid any slippage </a:t>
            </a:r>
          </a:p>
          <a:p>
            <a:pPr marL="380990" indent="-380990">
              <a:buFont typeface="Arial" panose="020B0604020202020204" pitchFamily="34" charset="0"/>
              <a:buChar char="•"/>
            </a:pPr>
            <a:endParaRPr lang="en-US" sz="2000" b="1" dirty="0">
              <a:solidFill>
                <a:schemeClr val="accent1"/>
              </a:solidFill>
              <a:latin typeface="+mj-lt"/>
            </a:endParaRPr>
          </a:p>
          <a:p>
            <a:r>
              <a:rPr lang="en-US" sz="2000" b="1" dirty="0">
                <a:solidFill>
                  <a:schemeClr val="accent1"/>
                </a:solidFill>
                <a:latin typeface="+mj-lt"/>
              </a:rPr>
              <a:t>     </a:t>
            </a:r>
            <a:r>
              <a:rPr lang="en-US" sz="2000" dirty="0">
                <a:latin typeface="+mj-lt"/>
              </a:rPr>
              <a:t>Refer attachment – </a:t>
            </a:r>
            <a:r>
              <a:rPr lang="en-US" sz="2000" dirty="0" err="1">
                <a:latin typeface="+mj-lt"/>
              </a:rPr>
              <a:t>Feature_Project_Release</a:t>
            </a:r>
            <a:r>
              <a:rPr lang="en-US" sz="2000" dirty="0">
                <a:latin typeface="+mj-lt"/>
              </a:rPr>
              <a:t> Readiness </a:t>
            </a:r>
          </a:p>
        </p:txBody>
      </p:sp>
    </p:spTree>
    <p:extLst>
      <p:ext uri="{BB962C8B-B14F-4D97-AF65-F5344CB8AC3E}">
        <p14:creationId xmlns:p14="http://schemas.microsoft.com/office/powerpoint/2010/main" val="4253297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BD652-026D-50D5-0987-667DFDE37768}"/>
              </a:ext>
            </a:extLst>
          </p:cNvPr>
          <p:cNvSpPr>
            <a:spLocks noGrp="1"/>
          </p:cNvSpPr>
          <p:nvPr>
            <p:ph type="title"/>
          </p:nvPr>
        </p:nvSpPr>
        <p:spPr>
          <a:xfrm>
            <a:off x="555950" y="297757"/>
            <a:ext cx="11484000" cy="369332"/>
          </a:xfrm>
        </p:spPr>
        <p:txBody>
          <a:bodyPr/>
          <a:lstStyle/>
          <a:p>
            <a:r>
              <a:rPr lang="en-US" sz="2400" dirty="0">
                <a:solidFill>
                  <a:schemeClr val="accent1"/>
                </a:solidFill>
                <a:latin typeface="+mj-lt"/>
              </a:rPr>
              <a:t>Team Level – Leave tracker/ Asset Management</a:t>
            </a:r>
            <a:endParaRPr lang="en-IN" sz="2400" b="1" dirty="0">
              <a:solidFill>
                <a:schemeClr val="accent1"/>
              </a:solidFill>
              <a:latin typeface="+mj-lt"/>
            </a:endParaRPr>
          </a:p>
        </p:txBody>
      </p:sp>
      <p:sp>
        <p:nvSpPr>
          <p:cNvPr id="3" name="Text Placeholder 2">
            <a:extLst>
              <a:ext uri="{FF2B5EF4-FFF2-40B4-BE49-F238E27FC236}">
                <a16:creationId xmlns:a16="http://schemas.microsoft.com/office/drawing/2014/main" id="{76905C8A-F396-B0FE-66D7-A1357D934871}"/>
              </a:ext>
            </a:extLst>
          </p:cNvPr>
          <p:cNvSpPr>
            <a:spLocks noGrp="1"/>
          </p:cNvSpPr>
          <p:nvPr>
            <p:ph type="body" sz="quarter" idx="10"/>
          </p:nvPr>
        </p:nvSpPr>
        <p:spPr>
          <a:xfrm>
            <a:off x="555950" y="760593"/>
            <a:ext cx="11484000" cy="862159"/>
          </a:xfrm>
        </p:spPr>
        <p:txBody>
          <a:bodyPr/>
          <a:lstStyle/>
          <a:p>
            <a:r>
              <a:rPr lang="en-US" sz="2000" dirty="0">
                <a:solidFill>
                  <a:schemeClr val="accent1"/>
                </a:solidFill>
                <a:latin typeface="+mj-lt"/>
              </a:rPr>
              <a:t>Managing Employee leaves/Asset tracking in different way [Internal]</a:t>
            </a:r>
            <a:endParaRPr lang="en-IN" sz="2000" dirty="0">
              <a:solidFill>
                <a:schemeClr val="accent1"/>
              </a:solidFill>
              <a:latin typeface="+mj-lt"/>
            </a:endParaRPr>
          </a:p>
          <a:p>
            <a:endParaRPr lang="en-IN" dirty="0"/>
          </a:p>
        </p:txBody>
      </p:sp>
      <p:pic>
        <p:nvPicPr>
          <p:cNvPr id="4" name="Picture 3">
            <a:extLst>
              <a:ext uri="{FF2B5EF4-FFF2-40B4-BE49-F238E27FC236}">
                <a16:creationId xmlns:a16="http://schemas.microsoft.com/office/drawing/2014/main" id="{F604504C-2E9D-BC6E-7C4B-864DFAFCF3D3}"/>
              </a:ext>
            </a:extLst>
          </p:cNvPr>
          <p:cNvPicPr>
            <a:picLocks noChangeAspect="1"/>
          </p:cNvPicPr>
          <p:nvPr/>
        </p:nvPicPr>
        <p:blipFill>
          <a:blip r:embed="rId2"/>
          <a:stretch>
            <a:fillRect/>
          </a:stretch>
        </p:blipFill>
        <p:spPr>
          <a:xfrm>
            <a:off x="732066" y="1458604"/>
            <a:ext cx="9039855" cy="4438408"/>
          </a:xfrm>
          <a:prstGeom prst="rect">
            <a:avLst/>
          </a:prstGeom>
        </p:spPr>
      </p:pic>
    </p:spTree>
    <p:extLst>
      <p:ext uri="{BB962C8B-B14F-4D97-AF65-F5344CB8AC3E}">
        <p14:creationId xmlns:p14="http://schemas.microsoft.com/office/powerpoint/2010/main" val="1937631948"/>
      </p:ext>
    </p:extLst>
  </p:cSld>
  <p:clrMapOvr>
    <a:masterClrMapping/>
  </p:clrMapOvr>
</p:sld>
</file>

<file path=ppt/theme/theme1.xml><?xml version="1.0" encoding="utf-8"?>
<a:theme xmlns:a="http://schemas.openxmlformats.org/drawingml/2006/main" name="TribuneVTI">
  <a:themeElements>
    <a:clrScheme name="AnalogousFromRegularSeed_2SEEDS">
      <a:dk1>
        <a:srgbClr val="000000"/>
      </a:dk1>
      <a:lt1>
        <a:srgbClr val="FFFFFF"/>
      </a:lt1>
      <a:dk2>
        <a:srgbClr val="1B2F2E"/>
      </a:dk2>
      <a:lt2>
        <a:srgbClr val="F3F1F0"/>
      </a:lt2>
      <a:accent1>
        <a:srgbClr val="3B9EB1"/>
      </a:accent1>
      <a:accent2>
        <a:srgbClr val="46B196"/>
      </a:accent2>
      <a:accent3>
        <a:srgbClr val="4D7EC3"/>
      </a:accent3>
      <a:accent4>
        <a:srgbClr val="B13B3E"/>
      </a:accent4>
      <a:accent5>
        <a:srgbClr val="C37B4D"/>
      </a:accent5>
      <a:accent6>
        <a:srgbClr val="B19A3B"/>
      </a:accent6>
      <a:hlink>
        <a:srgbClr val="C05944"/>
      </a:hlink>
      <a:folHlink>
        <a:srgbClr val="7F7F7F"/>
      </a:folHlink>
    </a:clrScheme>
    <a:fontScheme name="Amasis-Univers">
      <a:majorFont>
        <a:latin typeface="Amasis MT Pro Medium"/>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ribuneVTI" id="{4D84C650-59FC-4F6B-ADA6-B11C508FF6CE}" vid="{0E07EAE6-ACBC-4250-8522-FC108A45043A}"/>
    </a:ext>
  </a:extLst>
</a:theme>
</file>

<file path=docProps/app.xml><?xml version="1.0" encoding="utf-8"?>
<Properties xmlns="http://schemas.openxmlformats.org/officeDocument/2006/extended-properties" xmlns:vt="http://schemas.openxmlformats.org/officeDocument/2006/docPropsVTypes">
  <Template>Ion</Template>
  <TotalTime>36</TotalTime>
  <Words>814</Words>
  <Application>Microsoft Office PowerPoint</Application>
  <PresentationFormat>Widescreen</PresentationFormat>
  <Paragraphs>79</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Amasis MT Pro Medium</vt:lpstr>
      <vt:lpstr>Arial</vt:lpstr>
      <vt:lpstr>Calibri</vt:lpstr>
      <vt:lpstr>Montserrat</vt:lpstr>
      <vt:lpstr>Montserrat Bold</vt:lpstr>
      <vt:lpstr>Montserrat SemiBold</vt:lpstr>
      <vt:lpstr>Univers Light</vt:lpstr>
      <vt:lpstr>TribuneVTI</vt:lpstr>
      <vt:lpstr>Technical Leadership Initiatives</vt:lpstr>
      <vt:lpstr>Braingile - Unlock Developer's  Feature level confidence  - &lt;Feature Name&gt; One initiative to improve developer velocity </vt:lpstr>
      <vt:lpstr>   Accelerating the Fresher’s Mentorship Program</vt:lpstr>
      <vt:lpstr>PowerPoint Presentation</vt:lpstr>
      <vt:lpstr>Long Pending blocked defects</vt:lpstr>
      <vt:lpstr>Scrum Event -  Sprint Retrospective</vt:lpstr>
      <vt:lpstr>Innovation</vt:lpstr>
      <vt:lpstr>Project Release Readiness</vt:lpstr>
      <vt:lpstr>Team Level – Leave tracker/ Asset Management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Technical Leadership Initiatives</dc:title>
  <dc:creator>Abhijeet Mukkawar</dc:creator>
  <cp:lastModifiedBy>Abhijeet Mukkawar</cp:lastModifiedBy>
  <cp:revision>1</cp:revision>
  <dcterms:created xsi:type="dcterms:W3CDTF">2023-12-01T13:16:23Z</dcterms:created>
  <dcterms:modified xsi:type="dcterms:W3CDTF">2023-12-01T13:53:05Z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cb69475-382c-4c7a-b21d-8ca64eeef1bd_Enabled">
    <vt:lpwstr>true</vt:lpwstr>
  </property>
  <property fmtid="{D5CDD505-2E9C-101B-9397-08002B2CF9AE}" pid="3" name="MSIP_Label_ecb69475-382c-4c7a-b21d-8ca64eeef1bd_SetDate">
    <vt:lpwstr>2023-12-01T13:16:53Z</vt:lpwstr>
  </property>
  <property fmtid="{D5CDD505-2E9C-101B-9397-08002B2CF9AE}" pid="4" name="MSIP_Label_ecb69475-382c-4c7a-b21d-8ca64eeef1bd_Method">
    <vt:lpwstr>Standard</vt:lpwstr>
  </property>
  <property fmtid="{D5CDD505-2E9C-101B-9397-08002B2CF9AE}" pid="5" name="MSIP_Label_ecb69475-382c-4c7a-b21d-8ca64eeef1bd_Name">
    <vt:lpwstr>Eviden For Internal Use - All Employees</vt:lpwstr>
  </property>
  <property fmtid="{D5CDD505-2E9C-101B-9397-08002B2CF9AE}" pid="6" name="MSIP_Label_ecb69475-382c-4c7a-b21d-8ca64eeef1bd_SiteId">
    <vt:lpwstr>7d1c7785-2d8a-437d-b842-1ed5d8fbe00a</vt:lpwstr>
  </property>
  <property fmtid="{D5CDD505-2E9C-101B-9397-08002B2CF9AE}" pid="7" name="MSIP_Label_ecb69475-382c-4c7a-b21d-8ca64eeef1bd_ActionId">
    <vt:lpwstr>1e4ae7bc-ef8b-447e-9834-48f107acac9d</vt:lpwstr>
  </property>
  <property fmtid="{D5CDD505-2E9C-101B-9397-08002B2CF9AE}" pid="8" name="MSIP_Label_ecb69475-382c-4c7a-b21d-8ca64eeef1bd_ContentBits">
    <vt:lpwstr>0</vt:lpwstr>
  </property>
</Properties>
</file>