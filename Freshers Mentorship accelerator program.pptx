
<file path=[Content_Types].xml><?xml version="1.0" encoding="utf-8"?>
<Types xmlns="http://schemas.openxmlformats.org/package/2006/content-types">
  <Default Extension="emf" ContentType="image/x-emf"/>
  <Default Extension="glb" ContentType="model/gltf.binary"/>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2.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3.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theme/theme4.xml" ContentType="application/vnd.openxmlformats-officedocument.theme+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theme/theme5.xml" ContentType="application/vnd.openxmlformats-officedocument.theme+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theme/theme6.xml" ContentType="application/vnd.openxmlformats-officedocument.theme+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5438" r:id="rId4"/>
    <p:sldMasterId id="2147483657" r:id="rId5"/>
    <p:sldMasterId id="2147485287" r:id="rId6"/>
    <p:sldMasterId id="2147485297" r:id="rId7"/>
    <p:sldMasterId id="2147485348" r:id="rId8"/>
    <p:sldMasterId id="2147485376" r:id="rId9"/>
    <p:sldMasterId id="2147485550" r:id="rId10"/>
  </p:sldMasterIdLst>
  <p:notesMasterIdLst>
    <p:notesMasterId r:id="rId18"/>
  </p:notesMasterIdLst>
  <p:handoutMasterIdLst>
    <p:handoutMasterId r:id="rId19"/>
  </p:handoutMasterIdLst>
  <p:sldIdLst>
    <p:sldId id="2147470316" r:id="rId11"/>
    <p:sldId id="2147470317" r:id="rId12"/>
    <p:sldId id="2147470318" r:id="rId13"/>
    <p:sldId id="2147470321" r:id="rId14"/>
    <p:sldId id="2147470320" r:id="rId15"/>
    <p:sldId id="2147470315" r:id="rId16"/>
    <p:sldId id="2147470319" r:id="rId1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7" userDrawn="1">
          <p15:clr>
            <a:srgbClr val="A4A3A4"/>
          </p15:clr>
        </p15:guide>
        <p15:guide id="2" pos="201" userDrawn="1">
          <p15:clr>
            <a:srgbClr val="A4A3A4"/>
          </p15:clr>
        </p15:guide>
        <p15:guide id="4" pos="5553" userDrawn="1">
          <p15:clr>
            <a:srgbClr val="A4A3A4"/>
          </p15:clr>
        </p15:guide>
        <p15:guide id="5" orient="horz"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clrMode="gray"/>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CC"/>
    <a:srgbClr val="F9911F"/>
    <a:srgbClr val="33009A"/>
    <a:srgbClr val="2B2B2B"/>
    <a:srgbClr val="0F0F0F"/>
    <a:srgbClr val="0588E8"/>
    <a:srgbClr val="CDCDCD"/>
    <a:srgbClr val="ECECEC"/>
    <a:srgbClr val="DFDF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CB7222-7DEB-4EEF-B83B-62CE3FFD8D19}" v="15" dt="2023-11-23T07:22:23.4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72"/>
      </p:cViewPr>
      <p:guideLst>
        <p:guide orient="horz" pos="677"/>
        <p:guide pos="201"/>
        <p:guide pos="5553"/>
        <p:guide orient="horz" pos="288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3.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jeet Mukkawar" userId="3fb41189-22bd-46cc-87c0-2ad765a4798f" providerId="ADAL" clId="{BBCB7222-7DEB-4EEF-B83B-62CE3FFD8D19}"/>
    <pc:docChg chg="undo custSel addSld delSld modSld sldOrd delMainMaster">
      <pc:chgData name="Abhijeet Mukkawar" userId="3fb41189-22bd-46cc-87c0-2ad765a4798f" providerId="ADAL" clId="{BBCB7222-7DEB-4EEF-B83B-62CE3FFD8D19}" dt="2023-11-23T07:30:32.953" v="2933"/>
      <pc:docMkLst>
        <pc:docMk/>
      </pc:docMkLst>
      <pc:sldChg chg="del">
        <pc:chgData name="Abhijeet Mukkawar" userId="3fb41189-22bd-46cc-87c0-2ad765a4798f" providerId="ADAL" clId="{BBCB7222-7DEB-4EEF-B83B-62CE3FFD8D19}" dt="2023-11-22T12:21:24.783" v="0" actId="47"/>
        <pc:sldMkLst>
          <pc:docMk/>
          <pc:sldMk cId="1576936091" sldId="1938"/>
        </pc:sldMkLst>
      </pc:sldChg>
      <pc:sldChg chg="del">
        <pc:chgData name="Abhijeet Mukkawar" userId="3fb41189-22bd-46cc-87c0-2ad765a4798f" providerId="ADAL" clId="{BBCB7222-7DEB-4EEF-B83B-62CE3FFD8D19}" dt="2023-11-22T12:21:26.081" v="1" actId="47"/>
        <pc:sldMkLst>
          <pc:docMk/>
          <pc:sldMk cId="2876307794" sldId="2147470314"/>
        </pc:sldMkLst>
      </pc:sldChg>
      <pc:sldChg chg="ord">
        <pc:chgData name="Abhijeet Mukkawar" userId="3fb41189-22bd-46cc-87c0-2ad765a4798f" providerId="ADAL" clId="{BBCB7222-7DEB-4EEF-B83B-62CE3FFD8D19}" dt="2023-11-23T07:30:32.953" v="2933"/>
        <pc:sldMkLst>
          <pc:docMk/>
          <pc:sldMk cId="1788227632" sldId="2147470315"/>
        </pc:sldMkLst>
      </pc:sldChg>
      <pc:sldChg chg="addSp modSp new mod ord">
        <pc:chgData name="Abhijeet Mukkawar" userId="3fb41189-22bd-46cc-87c0-2ad765a4798f" providerId="ADAL" clId="{BBCB7222-7DEB-4EEF-B83B-62CE3FFD8D19}" dt="2023-11-23T07:18:08.549" v="2672" actId="113"/>
        <pc:sldMkLst>
          <pc:docMk/>
          <pc:sldMk cId="18322669" sldId="2147470316"/>
        </pc:sldMkLst>
        <pc:spChg chg="mod">
          <ac:chgData name="Abhijeet Mukkawar" userId="3fb41189-22bd-46cc-87c0-2ad765a4798f" providerId="ADAL" clId="{BBCB7222-7DEB-4EEF-B83B-62CE3FFD8D19}" dt="2023-11-23T06:33:54.423" v="312" actId="1076"/>
          <ac:spMkLst>
            <pc:docMk/>
            <pc:sldMk cId="18322669" sldId="2147470316"/>
            <ac:spMk id="2" creationId="{28D7EA80-5564-A9A4-E7CF-B536B9E8C3BF}"/>
          </ac:spMkLst>
        </pc:spChg>
        <pc:spChg chg="mod">
          <ac:chgData name="Abhijeet Mukkawar" userId="3fb41189-22bd-46cc-87c0-2ad765a4798f" providerId="ADAL" clId="{BBCB7222-7DEB-4EEF-B83B-62CE3FFD8D19}" dt="2023-11-23T06:33:58.585" v="313" actId="1076"/>
          <ac:spMkLst>
            <pc:docMk/>
            <pc:sldMk cId="18322669" sldId="2147470316"/>
            <ac:spMk id="3" creationId="{7873A214-D2FD-6ECB-BDE7-22343838C4BE}"/>
          </ac:spMkLst>
        </pc:spChg>
        <pc:spChg chg="mod">
          <ac:chgData name="Abhijeet Mukkawar" userId="3fb41189-22bd-46cc-87c0-2ad765a4798f" providerId="ADAL" clId="{BBCB7222-7DEB-4EEF-B83B-62CE3FFD8D19}" dt="2023-11-23T06:42:40.145" v="602" actId="6549"/>
          <ac:spMkLst>
            <pc:docMk/>
            <pc:sldMk cId="18322669" sldId="2147470316"/>
            <ac:spMk id="4" creationId="{932DDF8C-3E9D-383A-31E5-E70FEBBED6BD}"/>
          </ac:spMkLst>
        </pc:spChg>
        <pc:spChg chg="add mod ord">
          <ac:chgData name="Abhijeet Mukkawar" userId="3fb41189-22bd-46cc-87c0-2ad765a4798f" providerId="ADAL" clId="{BBCB7222-7DEB-4EEF-B83B-62CE3FFD8D19}" dt="2023-11-23T06:34:09.662" v="316" actId="1076"/>
          <ac:spMkLst>
            <pc:docMk/>
            <pc:sldMk cId="18322669" sldId="2147470316"/>
            <ac:spMk id="5" creationId="{749E268D-1F8B-6433-8814-F44B1BA3E0D0}"/>
          </ac:spMkLst>
        </pc:spChg>
        <pc:spChg chg="add mod ord">
          <ac:chgData name="Abhijeet Mukkawar" userId="3fb41189-22bd-46cc-87c0-2ad765a4798f" providerId="ADAL" clId="{BBCB7222-7DEB-4EEF-B83B-62CE3FFD8D19}" dt="2023-11-23T06:42:05.083" v="595" actId="1076"/>
          <ac:spMkLst>
            <pc:docMk/>
            <pc:sldMk cId="18322669" sldId="2147470316"/>
            <ac:spMk id="6" creationId="{B851AF07-3B19-758B-6578-C8E551870E33}"/>
          </ac:spMkLst>
        </pc:spChg>
        <pc:spChg chg="add mod">
          <ac:chgData name="Abhijeet Mukkawar" userId="3fb41189-22bd-46cc-87c0-2ad765a4798f" providerId="ADAL" clId="{BBCB7222-7DEB-4EEF-B83B-62CE3FFD8D19}" dt="2023-11-23T07:18:08.549" v="2672" actId="113"/>
          <ac:spMkLst>
            <pc:docMk/>
            <pc:sldMk cId="18322669" sldId="2147470316"/>
            <ac:spMk id="7" creationId="{D5BE7FAD-B98F-2B0A-F4F4-48031ABAB521}"/>
          </ac:spMkLst>
        </pc:spChg>
      </pc:sldChg>
      <pc:sldChg chg="addSp delSp modSp add mod">
        <pc:chgData name="Abhijeet Mukkawar" userId="3fb41189-22bd-46cc-87c0-2ad765a4798f" providerId="ADAL" clId="{BBCB7222-7DEB-4EEF-B83B-62CE3FFD8D19}" dt="2023-11-23T07:05:53.851" v="2346" actId="113"/>
        <pc:sldMkLst>
          <pc:docMk/>
          <pc:sldMk cId="1247268604" sldId="2147470317"/>
        </pc:sldMkLst>
        <pc:spChg chg="mod">
          <ac:chgData name="Abhijeet Mukkawar" userId="3fb41189-22bd-46cc-87c0-2ad765a4798f" providerId="ADAL" clId="{BBCB7222-7DEB-4EEF-B83B-62CE3FFD8D19}" dt="2023-11-23T06:39:49.166" v="555" actId="20577"/>
          <ac:spMkLst>
            <pc:docMk/>
            <pc:sldMk cId="1247268604" sldId="2147470317"/>
            <ac:spMk id="2" creationId="{28D7EA80-5564-A9A4-E7CF-B536B9E8C3BF}"/>
          </ac:spMkLst>
        </pc:spChg>
        <pc:spChg chg="mod">
          <ac:chgData name="Abhijeet Mukkawar" userId="3fb41189-22bd-46cc-87c0-2ad765a4798f" providerId="ADAL" clId="{BBCB7222-7DEB-4EEF-B83B-62CE3FFD8D19}" dt="2023-11-23T06:39:14.177" v="516" actId="20577"/>
          <ac:spMkLst>
            <pc:docMk/>
            <pc:sldMk cId="1247268604" sldId="2147470317"/>
            <ac:spMk id="3" creationId="{7873A214-D2FD-6ECB-BDE7-22343838C4BE}"/>
          </ac:spMkLst>
        </pc:spChg>
        <pc:spChg chg="mod">
          <ac:chgData name="Abhijeet Mukkawar" userId="3fb41189-22bd-46cc-87c0-2ad765a4798f" providerId="ADAL" clId="{BBCB7222-7DEB-4EEF-B83B-62CE3FFD8D19}" dt="2023-11-23T07:05:53.851" v="2346" actId="113"/>
          <ac:spMkLst>
            <pc:docMk/>
            <pc:sldMk cId="1247268604" sldId="2147470317"/>
            <ac:spMk id="4" creationId="{932DDF8C-3E9D-383A-31E5-E70FEBBED6BD}"/>
          </ac:spMkLst>
        </pc:spChg>
        <pc:spChg chg="mod">
          <ac:chgData name="Abhijeet Mukkawar" userId="3fb41189-22bd-46cc-87c0-2ad765a4798f" providerId="ADAL" clId="{BBCB7222-7DEB-4EEF-B83B-62CE3FFD8D19}" dt="2023-11-23T06:58:59.934" v="1905" actId="14100"/>
          <ac:spMkLst>
            <pc:docMk/>
            <pc:sldMk cId="1247268604" sldId="2147470317"/>
            <ac:spMk id="5" creationId="{749E268D-1F8B-6433-8814-F44B1BA3E0D0}"/>
          </ac:spMkLst>
        </pc:spChg>
        <pc:spChg chg="mod">
          <ac:chgData name="Abhijeet Mukkawar" userId="3fb41189-22bd-46cc-87c0-2ad765a4798f" providerId="ADAL" clId="{BBCB7222-7DEB-4EEF-B83B-62CE3FFD8D19}" dt="2023-11-23T06:59:30.933" v="1912" actId="1076"/>
          <ac:spMkLst>
            <pc:docMk/>
            <pc:sldMk cId="1247268604" sldId="2147470317"/>
            <ac:spMk id="6" creationId="{B851AF07-3B19-758B-6578-C8E551870E33}"/>
          </ac:spMkLst>
        </pc:spChg>
        <pc:spChg chg="del">
          <ac:chgData name="Abhijeet Mukkawar" userId="3fb41189-22bd-46cc-87c0-2ad765a4798f" providerId="ADAL" clId="{BBCB7222-7DEB-4EEF-B83B-62CE3FFD8D19}" dt="2023-11-23T06:57:25.460" v="1892" actId="478"/>
          <ac:spMkLst>
            <pc:docMk/>
            <pc:sldMk cId="1247268604" sldId="2147470317"/>
            <ac:spMk id="7" creationId="{D5BE7FAD-B98F-2B0A-F4F4-48031ABAB521}"/>
          </ac:spMkLst>
        </pc:spChg>
        <pc:spChg chg="add mod">
          <ac:chgData name="Abhijeet Mukkawar" userId="3fb41189-22bd-46cc-87c0-2ad765a4798f" providerId="ADAL" clId="{BBCB7222-7DEB-4EEF-B83B-62CE3FFD8D19}" dt="2023-11-23T06:59:34.639" v="1913" actId="1076"/>
          <ac:spMkLst>
            <pc:docMk/>
            <pc:sldMk cId="1247268604" sldId="2147470317"/>
            <ac:spMk id="8" creationId="{176442C6-8ED3-F8FE-4482-C9029DBC2F38}"/>
          </ac:spMkLst>
        </pc:spChg>
        <pc:spChg chg="add del mod ord">
          <ac:chgData name="Abhijeet Mukkawar" userId="3fb41189-22bd-46cc-87c0-2ad765a4798f" providerId="ADAL" clId="{BBCB7222-7DEB-4EEF-B83B-62CE3FFD8D19}" dt="2023-11-23T07:04:14.411" v="2174" actId="167"/>
          <ac:spMkLst>
            <pc:docMk/>
            <pc:sldMk cId="1247268604" sldId="2147470317"/>
            <ac:spMk id="9" creationId="{317B3E76-E4D3-63AD-E494-5D93A2E502BB}"/>
          </ac:spMkLst>
        </pc:spChg>
      </pc:sldChg>
      <pc:sldChg chg="modSp new mod">
        <pc:chgData name="Abhijeet Mukkawar" userId="3fb41189-22bd-46cc-87c0-2ad765a4798f" providerId="ADAL" clId="{BBCB7222-7DEB-4EEF-B83B-62CE3FFD8D19}" dt="2023-11-23T07:12:24.668" v="2529" actId="20577"/>
        <pc:sldMkLst>
          <pc:docMk/>
          <pc:sldMk cId="2086489072" sldId="2147470318"/>
        </pc:sldMkLst>
        <pc:spChg chg="mod">
          <ac:chgData name="Abhijeet Mukkawar" userId="3fb41189-22bd-46cc-87c0-2ad765a4798f" providerId="ADAL" clId="{BBCB7222-7DEB-4EEF-B83B-62CE3FFD8D19}" dt="2023-11-23T07:07:25.202" v="2381" actId="20577"/>
          <ac:spMkLst>
            <pc:docMk/>
            <pc:sldMk cId="2086489072" sldId="2147470318"/>
            <ac:spMk id="2" creationId="{B2D750EC-D067-36DF-FBF4-E7E30FFEF03E}"/>
          </ac:spMkLst>
        </pc:spChg>
        <pc:spChg chg="mod">
          <ac:chgData name="Abhijeet Mukkawar" userId="3fb41189-22bd-46cc-87c0-2ad765a4798f" providerId="ADAL" clId="{BBCB7222-7DEB-4EEF-B83B-62CE3FFD8D19}" dt="2023-11-23T07:12:24.668" v="2529" actId="20577"/>
          <ac:spMkLst>
            <pc:docMk/>
            <pc:sldMk cId="2086489072" sldId="2147470318"/>
            <ac:spMk id="3" creationId="{B74A48AD-4DE9-CCF0-38D4-126E2BF26A58}"/>
          </ac:spMkLst>
        </pc:spChg>
      </pc:sldChg>
      <pc:sldChg chg="addSp delSp modSp add mod">
        <pc:chgData name="Abhijeet Mukkawar" userId="3fb41189-22bd-46cc-87c0-2ad765a4798f" providerId="ADAL" clId="{BBCB7222-7DEB-4EEF-B83B-62CE3FFD8D19}" dt="2023-11-23T07:30:07.031" v="2927" actId="1076"/>
        <pc:sldMkLst>
          <pc:docMk/>
          <pc:sldMk cId="2546379468" sldId="2147470319"/>
        </pc:sldMkLst>
        <pc:spChg chg="mod">
          <ac:chgData name="Abhijeet Mukkawar" userId="3fb41189-22bd-46cc-87c0-2ad765a4798f" providerId="ADAL" clId="{BBCB7222-7DEB-4EEF-B83B-62CE3FFD8D19}" dt="2023-11-23T07:08:23.081" v="2492" actId="20577"/>
          <ac:spMkLst>
            <pc:docMk/>
            <pc:sldMk cId="2546379468" sldId="2147470319"/>
            <ac:spMk id="2" creationId="{B2D750EC-D067-36DF-FBF4-E7E30FFEF03E}"/>
          </ac:spMkLst>
        </pc:spChg>
        <pc:spChg chg="mod">
          <ac:chgData name="Abhijeet Mukkawar" userId="3fb41189-22bd-46cc-87c0-2ad765a4798f" providerId="ADAL" clId="{BBCB7222-7DEB-4EEF-B83B-62CE3FFD8D19}" dt="2023-11-23T07:26:58.732" v="2920" actId="20577"/>
          <ac:spMkLst>
            <pc:docMk/>
            <pc:sldMk cId="2546379468" sldId="2147470319"/>
            <ac:spMk id="3" creationId="{B74A48AD-4DE9-CCF0-38D4-126E2BF26A58}"/>
          </ac:spMkLst>
        </pc:spChg>
        <pc:spChg chg="del">
          <ac:chgData name="Abhijeet Mukkawar" userId="3fb41189-22bd-46cc-87c0-2ad765a4798f" providerId="ADAL" clId="{BBCB7222-7DEB-4EEF-B83B-62CE3FFD8D19}" dt="2023-11-23T07:08:50.671" v="2504" actId="478"/>
          <ac:spMkLst>
            <pc:docMk/>
            <pc:sldMk cId="2546379468" sldId="2147470319"/>
            <ac:spMk id="4" creationId="{A8B263CD-B3D1-FCE5-7878-D320588483F8}"/>
          </ac:spMkLst>
        </pc:spChg>
        <pc:picChg chg="add mod">
          <ac:chgData name="Abhijeet Mukkawar" userId="3fb41189-22bd-46cc-87c0-2ad765a4798f" providerId="ADAL" clId="{BBCB7222-7DEB-4EEF-B83B-62CE3FFD8D19}" dt="2023-11-23T07:30:07.031" v="2927" actId="1076"/>
          <ac:picMkLst>
            <pc:docMk/>
            <pc:sldMk cId="2546379468" sldId="2147470319"/>
            <ac:picMk id="6" creationId="{BE3B37F2-B1EC-D5BA-B5A1-A962CA8F6CB7}"/>
          </ac:picMkLst>
        </pc:picChg>
      </pc:sldChg>
      <pc:sldChg chg="addSp modSp add mod ord">
        <pc:chgData name="Abhijeet Mukkawar" userId="3fb41189-22bd-46cc-87c0-2ad765a4798f" providerId="ADAL" clId="{BBCB7222-7DEB-4EEF-B83B-62CE3FFD8D19}" dt="2023-11-23T07:30:23.215" v="2929"/>
        <pc:sldMkLst>
          <pc:docMk/>
          <pc:sldMk cId="2156224519" sldId="2147470320"/>
        </pc:sldMkLst>
        <pc:spChg chg="mod">
          <ac:chgData name="Abhijeet Mukkawar" userId="3fb41189-22bd-46cc-87c0-2ad765a4798f" providerId="ADAL" clId="{BBCB7222-7DEB-4EEF-B83B-62CE3FFD8D19}" dt="2023-11-23T07:12:45.137" v="2567" actId="20577"/>
          <ac:spMkLst>
            <pc:docMk/>
            <pc:sldMk cId="2156224519" sldId="2147470320"/>
            <ac:spMk id="2" creationId="{B2D750EC-D067-36DF-FBF4-E7E30FFEF03E}"/>
          </ac:spMkLst>
        </pc:spChg>
        <pc:spChg chg="mod">
          <ac:chgData name="Abhijeet Mukkawar" userId="3fb41189-22bd-46cc-87c0-2ad765a4798f" providerId="ADAL" clId="{BBCB7222-7DEB-4EEF-B83B-62CE3FFD8D19}" dt="2023-11-23T07:20:23.097" v="2716" actId="255"/>
          <ac:spMkLst>
            <pc:docMk/>
            <pc:sldMk cId="2156224519" sldId="2147470320"/>
            <ac:spMk id="3" creationId="{B74A48AD-4DE9-CCF0-38D4-126E2BF26A58}"/>
          </ac:spMkLst>
        </pc:spChg>
        <pc:spChg chg="add mod">
          <ac:chgData name="Abhijeet Mukkawar" userId="3fb41189-22bd-46cc-87c0-2ad765a4798f" providerId="ADAL" clId="{BBCB7222-7DEB-4EEF-B83B-62CE3FFD8D19}" dt="2023-11-23T07:17:57.455" v="2671" actId="1076"/>
          <ac:spMkLst>
            <pc:docMk/>
            <pc:sldMk cId="2156224519" sldId="2147470320"/>
            <ac:spMk id="5" creationId="{819D1ADF-45AA-10A8-E47B-B2423C5C5F30}"/>
          </ac:spMkLst>
        </pc:spChg>
        <pc:spChg chg="add mod">
          <ac:chgData name="Abhijeet Mukkawar" userId="3fb41189-22bd-46cc-87c0-2ad765a4798f" providerId="ADAL" clId="{BBCB7222-7DEB-4EEF-B83B-62CE3FFD8D19}" dt="2023-11-23T07:19:56.558" v="2715" actId="14100"/>
          <ac:spMkLst>
            <pc:docMk/>
            <pc:sldMk cId="2156224519" sldId="2147470320"/>
            <ac:spMk id="6" creationId="{608EA97C-88A9-DCE9-5C87-61BCF5CEC4DF}"/>
          </ac:spMkLst>
        </pc:spChg>
      </pc:sldChg>
      <pc:sldChg chg="addSp modSp add mod ord">
        <pc:chgData name="Abhijeet Mukkawar" userId="3fb41189-22bd-46cc-87c0-2ad765a4798f" providerId="ADAL" clId="{BBCB7222-7DEB-4EEF-B83B-62CE3FFD8D19}" dt="2023-11-23T07:30:26.560" v="2931"/>
        <pc:sldMkLst>
          <pc:docMk/>
          <pc:sldMk cId="2978407386" sldId="2147470321"/>
        </pc:sldMkLst>
        <pc:spChg chg="mod">
          <ac:chgData name="Abhijeet Mukkawar" userId="3fb41189-22bd-46cc-87c0-2ad765a4798f" providerId="ADAL" clId="{BBCB7222-7DEB-4EEF-B83B-62CE3FFD8D19}" dt="2023-11-23T07:22:50.590" v="2792" actId="20577"/>
          <ac:spMkLst>
            <pc:docMk/>
            <pc:sldMk cId="2978407386" sldId="2147470321"/>
            <ac:spMk id="2" creationId="{B2D750EC-D067-36DF-FBF4-E7E30FFEF03E}"/>
          </ac:spMkLst>
        </pc:spChg>
        <pc:spChg chg="mod">
          <ac:chgData name="Abhijeet Mukkawar" userId="3fb41189-22bd-46cc-87c0-2ad765a4798f" providerId="ADAL" clId="{BBCB7222-7DEB-4EEF-B83B-62CE3FFD8D19}" dt="2023-11-23T07:23:12.828" v="2904" actId="20577"/>
          <ac:spMkLst>
            <pc:docMk/>
            <pc:sldMk cId="2978407386" sldId="2147470321"/>
            <ac:spMk id="3" creationId="{B74A48AD-4DE9-CCF0-38D4-126E2BF26A58}"/>
          </ac:spMkLst>
        </pc:spChg>
        <pc:picChg chg="add mod">
          <ac:chgData name="Abhijeet Mukkawar" userId="3fb41189-22bd-46cc-87c0-2ad765a4798f" providerId="ADAL" clId="{BBCB7222-7DEB-4EEF-B83B-62CE3FFD8D19}" dt="2023-11-23T07:26:31.844" v="2910" actId="1076"/>
          <ac:picMkLst>
            <pc:docMk/>
            <pc:sldMk cId="2978407386" sldId="2147470321"/>
            <ac:picMk id="5" creationId="{B2BA593E-4101-76DF-C7E9-E7969200875C}"/>
          </ac:picMkLst>
        </pc:picChg>
      </pc:sldChg>
      <pc:sldMasterChg chg="del delSldLayout">
        <pc:chgData name="Abhijeet Mukkawar" userId="3fb41189-22bd-46cc-87c0-2ad765a4798f" providerId="ADAL" clId="{BBCB7222-7DEB-4EEF-B83B-62CE3FFD8D19}" dt="2023-11-22T12:21:26.081" v="1" actId="47"/>
        <pc:sldMasterMkLst>
          <pc:docMk/>
          <pc:sldMasterMk cId="1091939" sldId="2147485515"/>
        </pc:sldMasterMkLst>
        <pc:sldLayoutChg chg="del">
          <pc:chgData name="Abhijeet Mukkawar" userId="3fb41189-22bd-46cc-87c0-2ad765a4798f" providerId="ADAL" clId="{BBCB7222-7DEB-4EEF-B83B-62CE3FFD8D19}" dt="2023-11-22T12:21:26.081" v="1" actId="47"/>
          <pc:sldLayoutMkLst>
            <pc:docMk/>
            <pc:sldMasterMk cId="1091939" sldId="2147485515"/>
            <pc:sldLayoutMk cId="647892659" sldId="2147485516"/>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550994748" sldId="2147485517"/>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2170634344" sldId="2147485518"/>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2795440540" sldId="2147485519"/>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2890433803" sldId="2147485520"/>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4034539915" sldId="2147485521"/>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280058408" sldId="2147485522"/>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2242150038" sldId="2147485523"/>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347564332" sldId="2147485524"/>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2200613798" sldId="2147485525"/>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1685630681" sldId="2147485526"/>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3044928125" sldId="2147485527"/>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4054566945" sldId="2147485528"/>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3630041830" sldId="2147485529"/>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2115340243" sldId="2147485530"/>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2705389750" sldId="2147485531"/>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2257448222" sldId="2147485532"/>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3016308231" sldId="2147485533"/>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4048866225" sldId="2147485534"/>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3398468525" sldId="2147485535"/>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232348058" sldId="2147485536"/>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2830399070" sldId="2147485537"/>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1718896164" sldId="2147485538"/>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1060251991" sldId="2147485539"/>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1999662171" sldId="2147485540"/>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585926858" sldId="2147485541"/>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1720335822" sldId="2147485542"/>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3523522310" sldId="2147485543"/>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462727127" sldId="2147485544"/>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2968469189" sldId="2147485545"/>
          </pc:sldLayoutMkLst>
        </pc:sldLayoutChg>
        <pc:sldLayoutChg chg="del">
          <pc:chgData name="Abhijeet Mukkawar" userId="3fb41189-22bd-46cc-87c0-2ad765a4798f" providerId="ADAL" clId="{BBCB7222-7DEB-4EEF-B83B-62CE3FFD8D19}" dt="2023-11-22T12:21:26.081" v="1" actId="47"/>
          <pc:sldLayoutMkLst>
            <pc:docMk/>
            <pc:sldMasterMk cId="1091939" sldId="2147485515"/>
            <pc:sldLayoutMk cId="3332896640" sldId="2147485546"/>
          </pc:sldLayoutMkLst>
        </pc:sldLayoutChg>
      </pc:sldMaster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4"/>
          <p:cNvSpPr>
            <a:spLocks noGrp="1"/>
          </p:cNvSpPr>
          <p:nvPr>
            <p:ph type="sldNum" sz="quarter" idx="3"/>
          </p:nvPr>
        </p:nvSpPr>
        <p:spPr>
          <a:xfrm>
            <a:off x="6059767" y="8532440"/>
            <a:ext cx="624167" cy="371986"/>
          </a:xfrm>
          <a:prstGeom prst="rect">
            <a:avLst/>
          </a:prstGeom>
        </p:spPr>
        <p:txBody>
          <a:bodyPr vert="horz" lIns="91440" tIns="45720" rIns="91440" bIns="45720" rtlCol="0" anchor="b"/>
          <a:lstStyle>
            <a:lvl1pPr algn="r">
              <a:defRPr sz="1200"/>
            </a:lvl1pPr>
          </a:lstStyle>
          <a:p>
            <a:fld id="{AD910B12-E528-4D59-95AD-82AFC587F8BD}" type="slidenum">
              <a:rPr lang="nl-NL" sz="1000" smtClean="0">
                <a:latin typeface="Verdana" pitchFamily="34" charset="0"/>
                <a:ea typeface="Verdana" pitchFamily="34" charset="0"/>
                <a:cs typeface="Verdana" pitchFamily="34" charset="0"/>
              </a:rPr>
              <a:pPr/>
              <a:t>‹#›</a:t>
            </a:fld>
            <a:endParaRPr lang="nl-NL" sz="1000">
              <a:latin typeface="Verdana" pitchFamily="34" charset="0"/>
              <a:ea typeface="Verdana" pitchFamily="34" charset="0"/>
              <a:cs typeface="Verdana" pitchFamily="34" charset="0"/>
            </a:endParaRPr>
          </a:p>
        </p:txBody>
      </p:sp>
      <p:sp>
        <p:nvSpPr>
          <p:cNvPr id="7" name="AddNotifier#2"/>
          <p:cNvSpPr txBox="1">
            <a:spLocks noChangeArrowheads="1"/>
          </p:cNvSpPr>
          <p:nvPr/>
        </p:nvSpPr>
        <p:spPr bwMode="auto">
          <a:xfrm>
            <a:off x="228899" y="8544386"/>
            <a:ext cx="55242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chorCtr="0">
            <a:no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500">
                <a:latin typeface="Verdana" pitchFamily="34" charset="0"/>
                <a:ea typeface="Verdana" pitchFamily="34" charset="0"/>
                <a:cs typeface="Verdana" pitchFamily="34" charset="0"/>
              </a:rPr>
              <a:t>Atos, the Atos logo, Atos|Syntel are registered trademarks of the Atos group. © 2021 Atos. Confidential information owned by Atos, to be used by the recipient only. This document, or any part of it, may not be reproduced, copied, circulated and/or distributed nor quoted without prior written approval from Atos.</a:t>
            </a:r>
          </a:p>
        </p:txBody>
      </p:sp>
      <p:pic>
        <p:nvPicPr>
          <p:cNvPr id="5" name="Picture 4">
            <a:extLst>
              <a:ext uri="{FF2B5EF4-FFF2-40B4-BE49-F238E27FC236}">
                <a16:creationId xmlns:a16="http://schemas.microsoft.com/office/drawing/2014/main" id="{8F3B4A17-587D-4D62-B38C-A2AB4EDF2F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invGray">
          <a:xfrm>
            <a:off x="5494865" y="239574"/>
            <a:ext cx="876985" cy="287357"/>
          </a:xfrm>
          <a:prstGeom prst="rect">
            <a:avLst/>
          </a:prstGeom>
        </p:spPr>
      </p:pic>
    </p:spTree>
    <p:extLst>
      <p:ext uri="{BB962C8B-B14F-4D97-AF65-F5344CB8AC3E}">
        <p14:creationId xmlns:p14="http://schemas.microsoft.com/office/powerpoint/2010/main" val="30356912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4"/>
          <p:cNvSpPr>
            <a:spLocks noGrp="1"/>
          </p:cNvSpPr>
          <p:nvPr>
            <p:ph type="sldNum" sz="quarter" idx="5"/>
          </p:nvPr>
        </p:nvSpPr>
        <p:spPr>
          <a:xfrm>
            <a:off x="6059767" y="8532440"/>
            <a:ext cx="624167" cy="371986"/>
          </a:xfrm>
          <a:prstGeom prst="rect">
            <a:avLst/>
          </a:prstGeom>
        </p:spPr>
        <p:txBody>
          <a:bodyPr vert="horz" lIns="91440" tIns="45720" rIns="91440" bIns="45720" rtlCol="0" anchor="b"/>
          <a:lstStyle>
            <a:lvl1pPr algn="r">
              <a:defRPr sz="1200"/>
            </a:lvl1pPr>
          </a:lstStyle>
          <a:p>
            <a:fld id="{AD910B12-E528-4D59-95AD-82AFC587F8BD}" type="slidenum">
              <a:rPr lang="nl-NL" sz="1000" smtClean="0">
                <a:latin typeface="Verdana" pitchFamily="34" charset="0"/>
                <a:ea typeface="Verdana" pitchFamily="34" charset="0"/>
                <a:cs typeface="Verdana" pitchFamily="34" charset="0"/>
              </a:rPr>
              <a:pPr/>
              <a:t>‹#›</a:t>
            </a:fld>
            <a:endParaRPr lang="nl-NL" sz="1000">
              <a:latin typeface="Verdana" pitchFamily="34" charset="0"/>
              <a:ea typeface="Verdana" pitchFamily="34" charset="0"/>
              <a:cs typeface="Verdana" pitchFamily="34" charset="0"/>
            </a:endParaRPr>
          </a:p>
        </p:txBody>
      </p:sp>
      <p:sp>
        <p:nvSpPr>
          <p:cNvPr id="9" name="AddNotifier#3"/>
          <p:cNvSpPr txBox="1">
            <a:spLocks noChangeArrowheads="1"/>
          </p:cNvSpPr>
          <p:nvPr/>
        </p:nvSpPr>
        <p:spPr bwMode="auto">
          <a:xfrm>
            <a:off x="228899" y="8544386"/>
            <a:ext cx="54937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chorCtr="0">
            <a:no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500">
                <a:latin typeface="Verdana" pitchFamily="34" charset="0"/>
                <a:ea typeface="Verdana" pitchFamily="34" charset="0"/>
                <a:cs typeface="Verdana" pitchFamily="34" charset="0"/>
              </a:rPr>
              <a:t>Atos, the Atos logo, Atos|Syntel are registered trademarks of the Atos group. © 2021 Atos. Confidential information owned by Atos, to be used by the recipient only. This document, or any part of it, may not be reproduced, copied, circulated and/or distributed nor quoted without prior written approval from Atos.</a:t>
            </a:r>
          </a:p>
        </p:txBody>
      </p:sp>
      <p:pic>
        <p:nvPicPr>
          <p:cNvPr id="10" name="Picture 9">
            <a:extLst>
              <a:ext uri="{FF2B5EF4-FFF2-40B4-BE49-F238E27FC236}">
                <a16:creationId xmlns:a16="http://schemas.microsoft.com/office/drawing/2014/main" id="{B7B9D206-8F1A-4CA3-9899-9ED18773EB5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invGray">
          <a:xfrm>
            <a:off x="5722621" y="171561"/>
            <a:ext cx="754379" cy="247183"/>
          </a:xfrm>
          <a:prstGeom prst="rect">
            <a:avLst/>
          </a:prstGeom>
        </p:spPr>
      </p:pic>
    </p:spTree>
    <p:extLst>
      <p:ext uri="{BB962C8B-B14F-4D97-AF65-F5344CB8AC3E}">
        <p14:creationId xmlns:p14="http://schemas.microsoft.com/office/powerpoint/2010/main" val="4242528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jpeg"/><Relationship Id="rId1" Type="http://schemas.openxmlformats.org/officeDocument/2006/relationships/slideMaster" Target="../slideMasters/slideMaster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jpeg"/><Relationship Id="rId1" Type="http://schemas.openxmlformats.org/officeDocument/2006/relationships/slideMaster" Target="../slideMasters/slideMaster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jpeg"/><Relationship Id="rId1" Type="http://schemas.openxmlformats.org/officeDocument/2006/relationships/slideMaster" Target="../slideMasters/slideMaster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jpeg"/><Relationship Id="rId1" Type="http://schemas.openxmlformats.org/officeDocument/2006/relationships/slideMaster" Target="../slideMasters/slideMaster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2.jpeg"/><Relationship Id="rId1" Type="http://schemas.openxmlformats.org/officeDocument/2006/relationships/slideMaster" Target="../slideMasters/slideMaster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3.jpeg"/><Relationship Id="rId1" Type="http://schemas.openxmlformats.org/officeDocument/2006/relationships/slideMaster" Target="../slideMasters/slideMaster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4.jpeg"/><Relationship Id="rId1" Type="http://schemas.openxmlformats.org/officeDocument/2006/relationships/slideMaster" Target="../slideMasters/slideMaster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5.jpeg"/><Relationship Id="rId1" Type="http://schemas.openxmlformats.org/officeDocument/2006/relationships/slideMaster" Target="../slideMasters/slideMaster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6.jpeg"/><Relationship Id="rId1" Type="http://schemas.openxmlformats.org/officeDocument/2006/relationships/slideMaster" Target="../slideMasters/slideMaster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7.jpeg"/><Relationship Id="rId1" Type="http://schemas.openxmlformats.org/officeDocument/2006/relationships/slideMaster" Target="../slideMasters/slideMaster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8.jpeg"/><Relationship Id="rId1" Type="http://schemas.openxmlformats.org/officeDocument/2006/relationships/slideMaster" Target="../slideMasters/slideMaster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9.jpeg"/><Relationship Id="rId1" Type="http://schemas.openxmlformats.org/officeDocument/2006/relationships/slideMaster" Target="../slideMasters/slideMaster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0.jpeg"/><Relationship Id="rId1" Type="http://schemas.openxmlformats.org/officeDocument/2006/relationships/slideMaster" Target="../slideMasters/slideMaster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4.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97.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image" Target="../media/image3.emf"/><Relationship Id="rId1" Type="http://schemas.openxmlformats.org/officeDocument/2006/relationships/slideMaster" Target="../slideMasters/slideMaster4.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 Id="rId14" Type="http://schemas.openxmlformats.org/officeDocument/2006/relationships/image" Target="../media/image32.svg"/></Relationships>
</file>

<file path=ppt/slideLayouts/_rels/slideLayout98.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png"/><Relationship Id="rId18" Type="http://schemas.openxmlformats.org/officeDocument/2006/relationships/image" Target="../media/image48.sv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svg"/><Relationship Id="rId17" Type="http://schemas.openxmlformats.org/officeDocument/2006/relationships/image" Target="../media/image47.png"/><Relationship Id="rId2" Type="http://schemas.openxmlformats.org/officeDocument/2006/relationships/image" Target="../media/image3.emf"/><Relationship Id="rId16" Type="http://schemas.openxmlformats.org/officeDocument/2006/relationships/image" Target="../media/image46.svg"/><Relationship Id="rId1" Type="http://schemas.openxmlformats.org/officeDocument/2006/relationships/slideMaster" Target="../slideMasters/slideMaster4.xml"/><Relationship Id="rId6" Type="http://schemas.openxmlformats.org/officeDocument/2006/relationships/image" Target="../media/image36.sv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4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 Id="rId14" Type="http://schemas.openxmlformats.org/officeDocument/2006/relationships/image" Target="../media/image44.svg"/></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3.emf"/><Relationship Id="rId1" Type="http://schemas.openxmlformats.org/officeDocument/2006/relationships/slideMaster" Target="../slideMasters/slideMaster4.xml"/><Relationship Id="rId4" Type="http://schemas.openxmlformats.org/officeDocument/2006/relationships/image" Target="../media/image52.svg"/></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3.emf"/><Relationship Id="rId1" Type="http://schemas.openxmlformats.org/officeDocument/2006/relationships/slideMaster" Target="../slideMasters/slideMaster4.xml"/><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3.emf"/><Relationship Id="rId1" Type="http://schemas.openxmlformats.org/officeDocument/2006/relationships/slideMaster" Target="../slideMasters/slideMaster4.xml"/><Relationship Id="rId4" Type="http://schemas.openxmlformats.org/officeDocument/2006/relationships/image" Target="../media/image56.svg"/></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3.emf"/><Relationship Id="rId1" Type="http://schemas.openxmlformats.org/officeDocument/2006/relationships/slideMaster" Target="../slideMasters/slideMaster4.xml"/><Relationship Id="rId4" Type="http://schemas.openxmlformats.org/officeDocument/2006/relationships/image" Target="../media/image56.svg"/></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3.emf"/><Relationship Id="rId1" Type="http://schemas.openxmlformats.org/officeDocument/2006/relationships/slideMaster" Target="../slideMasters/slideMaster4.xml"/><Relationship Id="rId4" Type="http://schemas.openxmlformats.org/officeDocument/2006/relationships/image" Target="../media/image58.svg"/></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slideMaster" Target="../slideMasters/slideMaster4.xml"/><Relationship Id="rId4" Type="http://schemas.openxmlformats.org/officeDocument/2006/relationships/image" Target="../media/image3.emf"/></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Master" Target="../slideMasters/slideMaster4.xml"/><Relationship Id="rId4" Type="http://schemas.openxmlformats.org/officeDocument/2006/relationships/image" Target="../media/image3.emf"/></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63.png"/><Relationship Id="rId1" Type="http://schemas.openxmlformats.org/officeDocument/2006/relationships/slideMaster" Target="../slideMasters/slideMaster4.xml"/><Relationship Id="rId4" Type="http://schemas.openxmlformats.org/officeDocument/2006/relationships/image" Target="../media/image3.emf"/></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65.png"/><Relationship Id="rId1" Type="http://schemas.openxmlformats.org/officeDocument/2006/relationships/slideMaster" Target="../slideMasters/slideMaster4.xml"/><Relationship Id="rId4" Type="http://schemas.openxmlformats.org/officeDocument/2006/relationships/image" Target="../media/image3.emf"/></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3.emf"/><Relationship Id="rId1" Type="http://schemas.openxmlformats.org/officeDocument/2006/relationships/slideMaster" Target="../slideMasters/slideMaster4.xml"/><Relationship Id="rId4" Type="http://schemas.openxmlformats.org/officeDocument/2006/relationships/image" Target="../media/image68.sv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slideMaster" Target="../slideMasters/slideMaster4.xml"/><Relationship Id="rId4" Type="http://schemas.openxmlformats.org/officeDocument/2006/relationships/image" Target="../media/image3.emf"/></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image" Target="../media/image71.png"/><Relationship Id="rId1" Type="http://schemas.openxmlformats.org/officeDocument/2006/relationships/slideMaster" Target="../slideMasters/slideMaster4.xml"/><Relationship Id="rId4" Type="http://schemas.openxmlformats.org/officeDocument/2006/relationships/image" Target="../media/image3.emf"/></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image" Target="../media/image73.png"/><Relationship Id="rId1" Type="http://schemas.openxmlformats.org/officeDocument/2006/relationships/slideMaster" Target="../slideMasters/slideMaster4.xml"/><Relationship Id="rId4" Type="http://schemas.openxmlformats.org/officeDocument/2006/relationships/image" Target="../media/image3.emf"/></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slideMaster" Target="../slideMasters/slideMaster4.xml"/><Relationship Id="rId4" Type="http://schemas.openxmlformats.org/officeDocument/2006/relationships/image" Target="../media/image3.emf"/></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Master" Target="../slideMasters/slideMaster4.xml"/><Relationship Id="rId4" Type="http://schemas.openxmlformats.org/officeDocument/2006/relationships/image" Target="../media/image3.emf"/></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63.png"/><Relationship Id="rId1" Type="http://schemas.openxmlformats.org/officeDocument/2006/relationships/slideMaster" Target="../slideMasters/slideMaster4.xml"/><Relationship Id="rId4" Type="http://schemas.openxmlformats.org/officeDocument/2006/relationships/image" Target="../media/image3.emf"/></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65.png"/><Relationship Id="rId1" Type="http://schemas.openxmlformats.org/officeDocument/2006/relationships/slideMaster" Target="../slideMasters/slideMaster4.xml"/><Relationship Id="rId4" Type="http://schemas.openxmlformats.org/officeDocument/2006/relationships/image" Target="../media/image3.emf"/></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76.svg"/><Relationship Id="rId2" Type="http://schemas.openxmlformats.org/officeDocument/2006/relationships/image" Target="../media/image75.png"/><Relationship Id="rId1" Type="http://schemas.openxmlformats.org/officeDocument/2006/relationships/slideMaster" Target="../slideMasters/slideMaster4.xml"/><Relationship Id="rId4" Type="http://schemas.openxmlformats.org/officeDocument/2006/relationships/image" Target="../media/image3.emf"/></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jpeg"/><Relationship Id="rId1" Type="http://schemas.openxmlformats.org/officeDocument/2006/relationships/slideMaster" Target="../slideMasters/slideMaster6.xml"/><Relationship Id="rId6" Type="http://schemas.openxmlformats.org/officeDocument/2006/relationships/image" Target="../media/image7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jpeg"/><Relationship Id="rId1" Type="http://schemas.openxmlformats.org/officeDocument/2006/relationships/slideMaster" Target="../slideMasters/slideMaster6.xml"/><Relationship Id="rId6" Type="http://schemas.openxmlformats.org/officeDocument/2006/relationships/image" Target="../media/image7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jpeg"/><Relationship Id="rId1" Type="http://schemas.openxmlformats.org/officeDocument/2006/relationships/slideMaster" Target="../slideMasters/slideMaster6.xml"/><Relationship Id="rId6" Type="http://schemas.openxmlformats.org/officeDocument/2006/relationships/image" Target="../media/image7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6.xml"/><Relationship Id="rId6" Type="http://schemas.openxmlformats.org/officeDocument/2006/relationships/image" Target="../media/image7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jpeg"/><Relationship Id="rId1" Type="http://schemas.openxmlformats.org/officeDocument/2006/relationships/slideMaster" Target="../slideMasters/slideMaster6.xml"/><Relationship Id="rId6" Type="http://schemas.openxmlformats.org/officeDocument/2006/relationships/image" Target="../media/image7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2.jpeg"/><Relationship Id="rId1" Type="http://schemas.openxmlformats.org/officeDocument/2006/relationships/slideMaster" Target="../slideMasters/slideMaster6.xml"/><Relationship Id="rId6" Type="http://schemas.openxmlformats.org/officeDocument/2006/relationships/image" Target="../media/image7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3.jpeg"/><Relationship Id="rId1" Type="http://schemas.openxmlformats.org/officeDocument/2006/relationships/slideMaster" Target="../slideMasters/slideMaster6.xml"/><Relationship Id="rId6" Type="http://schemas.openxmlformats.org/officeDocument/2006/relationships/image" Target="../media/image7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4.jpeg"/><Relationship Id="rId1" Type="http://schemas.openxmlformats.org/officeDocument/2006/relationships/slideMaster" Target="../slideMasters/slideMaster6.xml"/><Relationship Id="rId6" Type="http://schemas.openxmlformats.org/officeDocument/2006/relationships/image" Target="../media/image7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5.jpeg"/><Relationship Id="rId1" Type="http://schemas.openxmlformats.org/officeDocument/2006/relationships/slideMaster" Target="../slideMasters/slideMaster6.xml"/><Relationship Id="rId6" Type="http://schemas.openxmlformats.org/officeDocument/2006/relationships/image" Target="../media/image7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6.jpeg"/><Relationship Id="rId1" Type="http://schemas.openxmlformats.org/officeDocument/2006/relationships/slideMaster" Target="../slideMasters/slideMaster6.xml"/><Relationship Id="rId6" Type="http://schemas.openxmlformats.org/officeDocument/2006/relationships/image" Target="../media/image7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7.jpeg"/><Relationship Id="rId1" Type="http://schemas.openxmlformats.org/officeDocument/2006/relationships/slideMaster" Target="../slideMasters/slideMaster6.xml"/><Relationship Id="rId6" Type="http://schemas.openxmlformats.org/officeDocument/2006/relationships/image" Target="../media/image7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8.jpeg"/><Relationship Id="rId1" Type="http://schemas.openxmlformats.org/officeDocument/2006/relationships/slideMaster" Target="../slideMasters/slideMaster6.xml"/><Relationship Id="rId6" Type="http://schemas.openxmlformats.org/officeDocument/2006/relationships/image" Target="../media/image7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9.jpeg"/><Relationship Id="rId1" Type="http://schemas.openxmlformats.org/officeDocument/2006/relationships/slideMaster" Target="../slideMasters/slideMaster6.xml"/><Relationship Id="rId6" Type="http://schemas.openxmlformats.org/officeDocument/2006/relationships/image" Target="../media/image7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0.jpeg"/><Relationship Id="rId1" Type="http://schemas.openxmlformats.org/officeDocument/2006/relationships/slideMaster" Target="../slideMasters/slideMaster6.xml"/><Relationship Id="rId6" Type="http://schemas.openxmlformats.org/officeDocument/2006/relationships/image" Target="../media/image77.svg"/><Relationship Id="rId5" Type="http://schemas.openxmlformats.org/officeDocument/2006/relationships/image" Target="../media/image6.png"/><Relationship Id="rId4" Type="http://schemas.openxmlformats.org/officeDocument/2006/relationships/image" Target="../media/image4.emf"/></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6.xml"/><Relationship Id="rId5" Type="http://schemas.openxmlformats.org/officeDocument/2006/relationships/image" Target="../media/image77.svg"/><Relationship Id="rId4" Type="http://schemas.openxmlformats.org/officeDocument/2006/relationships/image" Target="../media/image6.png"/></Relationships>
</file>

<file path=ppt/slideLayouts/_rels/slideLayout174.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image" Target="../media/image3.emf"/><Relationship Id="rId1" Type="http://schemas.openxmlformats.org/officeDocument/2006/relationships/slideMaster" Target="../slideMasters/slideMaster6.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 Id="rId14" Type="http://schemas.openxmlformats.org/officeDocument/2006/relationships/image" Target="../media/image32.svg"/></Relationships>
</file>

<file path=ppt/slideLayouts/_rels/slideLayout175.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png"/><Relationship Id="rId18" Type="http://schemas.openxmlformats.org/officeDocument/2006/relationships/image" Target="../media/image48.sv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svg"/><Relationship Id="rId17" Type="http://schemas.openxmlformats.org/officeDocument/2006/relationships/image" Target="../media/image47.png"/><Relationship Id="rId2" Type="http://schemas.openxmlformats.org/officeDocument/2006/relationships/image" Target="../media/image3.emf"/><Relationship Id="rId16" Type="http://schemas.openxmlformats.org/officeDocument/2006/relationships/image" Target="../media/image46.svg"/><Relationship Id="rId1" Type="http://schemas.openxmlformats.org/officeDocument/2006/relationships/slideMaster" Target="../slideMasters/slideMaster6.xml"/><Relationship Id="rId6" Type="http://schemas.openxmlformats.org/officeDocument/2006/relationships/image" Target="../media/image36.sv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4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 Id="rId14" Type="http://schemas.openxmlformats.org/officeDocument/2006/relationships/image" Target="../media/image44.svg"/></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Master" Target="../slideMasters/slideMaster6.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3.emf"/><Relationship Id="rId1" Type="http://schemas.openxmlformats.org/officeDocument/2006/relationships/slideMaster" Target="../slideMasters/slideMaster6.xml"/><Relationship Id="rId4" Type="http://schemas.openxmlformats.org/officeDocument/2006/relationships/image" Target="../media/image52.svg"/></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3.emf"/><Relationship Id="rId1" Type="http://schemas.openxmlformats.org/officeDocument/2006/relationships/slideMaster" Target="../slideMasters/slideMaster6.xml"/><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3.emf"/><Relationship Id="rId1" Type="http://schemas.openxmlformats.org/officeDocument/2006/relationships/slideMaster" Target="../slideMasters/slideMaster6.xml"/><Relationship Id="rId4" Type="http://schemas.openxmlformats.org/officeDocument/2006/relationships/image" Target="../media/image56.svg"/></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3.emf"/><Relationship Id="rId1" Type="http://schemas.openxmlformats.org/officeDocument/2006/relationships/slideMaster" Target="../slideMasters/slideMaster6.xml"/><Relationship Id="rId4" Type="http://schemas.openxmlformats.org/officeDocument/2006/relationships/image" Target="../media/image56.svg"/></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6.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6.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6.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6.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6.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3.emf"/><Relationship Id="rId1" Type="http://schemas.openxmlformats.org/officeDocument/2006/relationships/slideMaster" Target="../slideMasters/slideMaster6.xml"/><Relationship Id="rId4" Type="http://schemas.openxmlformats.org/officeDocument/2006/relationships/image" Target="../media/image58.svg"/></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6.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6.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slideMaster" Target="../slideMasters/slideMaster6.xml"/><Relationship Id="rId4" Type="http://schemas.openxmlformats.org/officeDocument/2006/relationships/image" Target="../media/image3.emf"/></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Master" Target="../slideMasters/slideMaster6.xml"/><Relationship Id="rId4" Type="http://schemas.openxmlformats.org/officeDocument/2006/relationships/image" Target="../media/image3.emf"/></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63.png"/><Relationship Id="rId1" Type="http://schemas.openxmlformats.org/officeDocument/2006/relationships/slideMaster" Target="../slideMasters/slideMaster6.xml"/><Relationship Id="rId4" Type="http://schemas.openxmlformats.org/officeDocument/2006/relationships/image" Target="../media/image3.emf"/></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65.png"/><Relationship Id="rId1" Type="http://schemas.openxmlformats.org/officeDocument/2006/relationships/slideMaster" Target="../slideMasters/slideMaster6.xml"/><Relationship Id="rId4" Type="http://schemas.openxmlformats.org/officeDocument/2006/relationships/image" Target="../media/image3.emf"/></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3.emf"/><Relationship Id="rId1" Type="http://schemas.openxmlformats.org/officeDocument/2006/relationships/slideMaster" Target="../slideMasters/slideMaster6.xml"/><Relationship Id="rId4" Type="http://schemas.openxmlformats.org/officeDocument/2006/relationships/image" Target="../media/image68.svg"/></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slideMaster" Target="../slideMasters/slideMaster6.xml"/><Relationship Id="rId4" Type="http://schemas.openxmlformats.org/officeDocument/2006/relationships/image" Target="../media/image3.emf"/></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image" Target="../media/image71.png"/><Relationship Id="rId1" Type="http://schemas.openxmlformats.org/officeDocument/2006/relationships/slideMaster" Target="../slideMasters/slideMaster6.xml"/><Relationship Id="rId4" Type="http://schemas.openxmlformats.org/officeDocument/2006/relationships/image" Target="../media/image3.emf"/></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image" Target="../media/image73.png"/><Relationship Id="rId1" Type="http://schemas.openxmlformats.org/officeDocument/2006/relationships/slideMaster" Target="../slideMasters/slideMaster6.xml"/><Relationship Id="rId4" Type="http://schemas.openxmlformats.org/officeDocument/2006/relationships/image" Target="../media/image3.emf"/></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6.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6.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slideMaster" Target="../slideMasters/slideMaster6.xml"/><Relationship Id="rId4" Type="http://schemas.openxmlformats.org/officeDocument/2006/relationships/image" Target="../media/image3.emf"/></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Master" Target="../slideMasters/slideMaster6.xml"/><Relationship Id="rId4" Type="http://schemas.openxmlformats.org/officeDocument/2006/relationships/image" Target="../media/image3.emf"/></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63.png"/><Relationship Id="rId1" Type="http://schemas.openxmlformats.org/officeDocument/2006/relationships/slideMaster" Target="../slideMasters/slideMaster6.xml"/><Relationship Id="rId4" Type="http://schemas.openxmlformats.org/officeDocument/2006/relationships/image" Target="../media/image3.emf"/></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65.png"/><Relationship Id="rId1" Type="http://schemas.openxmlformats.org/officeDocument/2006/relationships/slideMaster" Target="../slideMasters/slideMaster6.xml"/><Relationship Id="rId4" Type="http://schemas.openxmlformats.org/officeDocument/2006/relationships/image" Target="../media/image3.emf"/></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76.svg"/><Relationship Id="rId2" Type="http://schemas.openxmlformats.org/officeDocument/2006/relationships/image" Target="../media/image75.png"/><Relationship Id="rId1" Type="http://schemas.openxmlformats.org/officeDocument/2006/relationships/slideMaster" Target="../slideMasters/slideMaster6.xml"/><Relationship Id="rId4" Type="http://schemas.openxmlformats.org/officeDocument/2006/relationships/image" Target="../media/image3.emf"/></Relationships>
</file>

<file path=ppt/slideLayouts/_rels/slideLayout20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jpeg"/><Relationship Id="rId1" Type="http://schemas.openxmlformats.org/officeDocument/2006/relationships/slideMaster" Target="../slideMasters/slideMaster7.xml"/><Relationship Id="rId4" Type="http://schemas.openxmlformats.org/officeDocument/2006/relationships/image" Target="../media/image82.svg"/></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83.jpeg"/><Relationship Id="rId1" Type="http://schemas.openxmlformats.org/officeDocument/2006/relationships/slideMaster" Target="../slideMasters/slideMaster7.xml"/><Relationship Id="rId4" Type="http://schemas.openxmlformats.org/officeDocument/2006/relationships/image" Target="../media/image79.svg"/></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84.jpeg"/><Relationship Id="rId1" Type="http://schemas.openxmlformats.org/officeDocument/2006/relationships/slideMaster" Target="../slideMasters/slideMaster7.xml"/><Relationship Id="rId4" Type="http://schemas.openxmlformats.org/officeDocument/2006/relationships/image" Target="../media/image79.svg"/></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jpeg"/><Relationship Id="rId1" Type="http://schemas.openxmlformats.org/officeDocument/2006/relationships/slideMaster" Target="../slideMasters/slideMaster7.xml"/><Relationship Id="rId4" Type="http://schemas.openxmlformats.org/officeDocument/2006/relationships/image" Target="../media/image87.svg"/></Relationships>
</file>

<file path=ppt/slideLayouts/_rels/slideLayout21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88.jpeg"/><Relationship Id="rId1" Type="http://schemas.openxmlformats.org/officeDocument/2006/relationships/slideMaster" Target="../slideMasters/slideMaster7.xml"/><Relationship Id="rId4" Type="http://schemas.openxmlformats.org/officeDocument/2006/relationships/image" Target="../media/image79.svg"/></Relationships>
</file>

<file path=ppt/slideLayouts/_rels/slideLayout213.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image" Target="../media/image78.png"/><Relationship Id="rId1" Type="http://schemas.openxmlformats.org/officeDocument/2006/relationships/slideMaster" Target="../slideMasters/slideMaster7.xml"/></Relationships>
</file>

<file path=ppt/slideLayouts/_rels/slideLayout214.xml.rels><?xml version="1.0" encoding="UTF-8" standalone="yes"?>
<Relationships xmlns="http://schemas.openxmlformats.org/package/2006/relationships"><Relationship Id="rId3" Type="http://schemas.openxmlformats.org/officeDocument/2006/relationships/image" Target="../media/image82.svg"/><Relationship Id="rId2" Type="http://schemas.openxmlformats.org/officeDocument/2006/relationships/image" Target="../media/image81.png"/><Relationship Id="rId1" Type="http://schemas.openxmlformats.org/officeDocument/2006/relationships/slideMaster" Target="../slideMasters/slideMaster7.xml"/></Relationships>
</file>

<file path=ppt/slideLayouts/_rels/slideLayout215.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image" Target="../media/image78.png"/><Relationship Id="rId1" Type="http://schemas.openxmlformats.org/officeDocument/2006/relationships/slideMaster" Target="../slideMasters/slideMaster7.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89.jpeg"/><Relationship Id="rId1" Type="http://schemas.openxmlformats.org/officeDocument/2006/relationships/slideMaster" Target="../slideMasters/slideMaster7.xml"/><Relationship Id="rId4" Type="http://schemas.openxmlformats.org/officeDocument/2006/relationships/image" Target="../media/image79.svg"/></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90.jpeg"/><Relationship Id="rId1" Type="http://schemas.openxmlformats.org/officeDocument/2006/relationships/slideMaster" Target="../slideMasters/slideMaster7.xml"/><Relationship Id="rId4" Type="http://schemas.openxmlformats.org/officeDocument/2006/relationships/image" Target="../media/image82.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pic>
        <p:nvPicPr>
          <p:cNvPr id="19" name="Picture 18" descr="Logo, company name&#10;&#10;Description automatically generated">
            <a:extLst>
              <a:ext uri="{FF2B5EF4-FFF2-40B4-BE49-F238E27FC236}">
                <a16:creationId xmlns:a16="http://schemas.microsoft.com/office/drawing/2014/main" id="{DB7F278B-96C1-472D-A6FC-46D5C5987C4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4724400" y="386861"/>
            <a:ext cx="4072196" cy="4071101"/>
          </a:xfrm>
          <a:prstGeom prst="rect">
            <a:avLst/>
          </a:prstGeom>
        </p:spPr>
      </p:pic>
      <p:sp>
        <p:nvSpPr>
          <p:cNvPr id="4" name="Text Placeholder 3">
            <a:extLst>
              <a:ext uri="{FF2B5EF4-FFF2-40B4-BE49-F238E27FC236}">
                <a16:creationId xmlns:a16="http://schemas.microsoft.com/office/drawing/2014/main" id="{4C62829B-E2C5-44BC-B862-8528BA6E42EB}"/>
              </a:ext>
            </a:extLst>
          </p:cNvPr>
          <p:cNvSpPr>
            <a:spLocks noGrp="1"/>
          </p:cNvSpPr>
          <p:nvPr userDrawn="1">
            <p:ph type="body" sz="quarter" idx="11" hasCustomPrompt="1"/>
          </p:nvPr>
        </p:nvSpPr>
        <p:spPr bwMode="invGray">
          <a:xfrm>
            <a:off x="318776" y="1276350"/>
            <a:ext cx="4665974" cy="1704242"/>
          </a:xfrm>
        </p:spPr>
        <p:txBody>
          <a:bodyPr lIns="0" tIns="0" rIns="0" bIns="0" anchor="ctr">
            <a:noAutofit/>
          </a:bodyPr>
          <a:lstStyle>
            <a:lvl1pPr marL="0" indent="0">
              <a:spcAft>
                <a:spcPts val="100"/>
              </a:spcAft>
              <a:buNone/>
              <a:defRPr sz="3200">
                <a:latin typeface="Raleway SemiBold" pitchFamily="2" charset="0"/>
              </a:defRPr>
            </a:lvl1pPr>
            <a:lvl2pPr marL="0" indent="0">
              <a:spcAft>
                <a:spcPts val="100"/>
              </a:spcAft>
              <a:buNone/>
              <a:defRPr sz="2400">
                <a:solidFill>
                  <a:schemeClr val="accent1"/>
                </a:solidFill>
                <a:latin typeface="Raleway SemiBold" pitchFamily="2" charset="0"/>
              </a:defRPr>
            </a:lvl2pPr>
          </a:lstStyle>
          <a:p>
            <a:pPr lvl="0"/>
            <a:r>
              <a:rPr lang="en-US"/>
              <a:t>Title in </a:t>
            </a:r>
            <a:r>
              <a:rPr lang="en-US" err="1"/>
              <a:t>Raleway</a:t>
            </a:r>
            <a:br>
              <a:rPr lang="en-US"/>
            </a:br>
            <a:r>
              <a:rPr lang="en-US" err="1"/>
              <a:t>SemiBold</a:t>
            </a:r>
            <a:r>
              <a:rPr lang="en-US"/>
              <a:t> 32pt</a:t>
            </a:r>
          </a:p>
          <a:p>
            <a:pPr lvl="1"/>
            <a:r>
              <a:rPr lang="en-US"/>
              <a:t>Subtitle in </a:t>
            </a:r>
            <a:r>
              <a:rPr lang="en-US" err="1"/>
              <a:t>Raleway</a:t>
            </a:r>
            <a:r>
              <a:rPr lang="en-US"/>
              <a:t> </a:t>
            </a:r>
            <a:br>
              <a:rPr lang="en-US"/>
            </a:br>
            <a:r>
              <a:rPr lang="en-US" err="1"/>
              <a:t>SemiBold</a:t>
            </a:r>
            <a:r>
              <a:rPr lang="en-US"/>
              <a:t> 24pt</a:t>
            </a:r>
          </a:p>
        </p:txBody>
      </p:sp>
      <p:sp>
        <p:nvSpPr>
          <p:cNvPr id="17" name="Text Placeholder 16">
            <a:extLst>
              <a:ext uri="{FF2B5EF4-FFF2-40B4-BE49-F238E27FC236}">
                <a16:creationId xmlns:a16="http://schemas.microsoft.com/office/drawing/2014/main" id="{B8AE34A7-F4A5-49F5-86B2-EC41ED39E6FE}"/>
              </a:ext>
            </a:extLst>
          </p:cNvPr>
          <p:cNvSpPr>
            <a:spLocks noGrp="1"/>
          </p:cNvSpPr>
          <p:nvPr userDrawn="1">
            <p:ph type="body" sz="quarter" idx="12" hasCustomPrompt="1"/>
          </p:nvPr>
        </p:nvSpPr>
        <p:spPr bwMode="invGray">
          <a:xfrm>
            <a:off x="318776" y="3683977"/>
            <a:ext cx="3201843" cy="553998"/>
          </a:xfrm>
        </p:spPr>
        <p:txBody>
          <a:bodyPr wrap="none" lIns="0" tIns="0" rIns="0" bIns="0">
            <a:noAutofit/>
          </a:bodyPr>
          <a:lstStyle>
            <a:lvl1pPr marL="0" indent="0" algn="l" defTabSz="914400" rtl="0" eaLnBrk="1" latinLnBrk="0" hangingPunct="1">
              <a:spcBef>
                <a:spcPts val="0"/>
              </a:spcBef>
              <a:spcAft>
                <a:spcPts val="0"/>
              </a:spcAft>
              <a:buClr>
                <a:srgbClr val="0588E8"/>
              </a:buClr>
              <a:buSzPct val="85000"/>
              <a:buFont typeface="Lucida Sans Unicode" pitchFamily="34" charset="0"/>
              <a:buNone/>
              <a:defRPr lang="en-US" sz="1200" kern="1200" baseline="0" dirty="0" smtClean="0">
                <a:solidFill>
                  <a:schemeClr val="tx1"/>
                </a:solidFill>
                <a:latin typeface="Raleway Medium" pitchFamily="2" charset="0"/>
                <a:ea typeface="Verdana" pitchFamily="34" charset="0"/>
                <a:cs typeface="Raleway Medium" pitchFamily="2" charset="0"/>
              </a:defRPr>
            </a:lvl1pPr>
            <a:lvl2pPr marL="0" indent="0" algn="l" defTabSz="914400" rtl="0" eaLnBrk="1" latinLnBrk="0" hangingPunct="1">
              <a:spcBef>
                <a:spcPts val="0"/>
              </a:spcBef>
              <a:spcAft>
                <a:spcPts val="0"/>
              </a:spcAft>
              <a:buClr>
                <a:srgbClr val="0588E8"/>
              </a:buClr>
              <a:buSzPct val="85000"/>
              <a:buFont typeface="Lucida Sans Unicode" pitchFamily="34" charset="0"/>
              <a:buNone/>
              <a:defRPr lang="en-US" sz="1200" kern="1200" baseline="0" dirty="0" smtClean="0">
                <a:solidFill>
                  <a:schemeClr val="tx1"/>
                </a:solidFill>
                <a:latin typeface="Raleway Medium" pitchFamily="2" charset="0"/>
                <a:ea typeface="Verdana" pitchFamily="34" charset="0"/>
                <a:cs typeface="Raleway Medium" pitchFamily="2" charset="0"/>
              </a:defRPr>
            </a:lvl2pPr>
            <a:lvl3pPr marL="0" indent="0" algn="l" defTabSz="914400" rtl="0" eaLnBrk="1" latinLnBrk="0" hangingPunct="1">
              <a:spcBef>
                <a:spcPts val="0"/>
              </a:spcBef>
              <a:spcAft>
                <a:spcPts val="0"/>
              </a:spcAft>
              <a:buClr>
                <a:srgbClr val="0588E8"/>
              </a:buClr>
              <a:buSzPct val="85000"/>
              <a:buFont typeface="Lucida Sans Unicode" pitchFamily="34" charset="0"/>
              <a:buNone/>
              <a:defRPr lang="en-US" sz="1200" kern="1200" baseline="0" dirty="0" smtClean="0">
                <a:solidFill>
                  <a:srgbClr val="808080"/>
                </a:solidFill>
                <a:latin typeface="Raleway Light" pitchFamily="2" charset="0"/>
                <a:ea typeface="Verdana" pitchFamily="34" charset="0"/>
                <a:cs typeface="Verdana" pitchFamily="34" charset="0"/>
              </a:defRPr>
            </a:lvl3pPr>
          </a:lstStyle>
          <a:p>
            <a:pPr lvl="0"/>
            <a:r>
              <a:rPr lang="en-US"/>
              <a:t>Presenter Name</a:t>
            </a:r>
          </a:p>
          <a:p>
            <a:pPr lvl="1"/>
            <a:r>
              <a:rPr lang="en-US"/>
              <a:t>Job Title</a:t>
            </a:r>
          </a:p>
          <a:p>
            <a:pPr lvl="1"/>
            <a:r>
              <a:rPr lang="en-US"/>
              <a:t>dd/mm/</a:t>
            </a:r>
            <a:r>
              <a:rPr lang="en-US" err="1"/>
              <a:t>yyyy</a:t>
            </a:r>
            <a:endParaRPr lang="en-US"/>
          </a:p>
        </p:txBody>
      </p:sp>
      <p:sp>
        <p:nvSpPr>
          <p:cNvPr id="11" name="AddClassification">
            <a:extLst>
              <a:ext uri="{FF2B5EF4-FFF2-40B4-BE49-F238E27FC236}">
                <a16:creationId xmlns:a16="http://schemas.microsoft.com/office/drawing/2014/main" id="{82C74C44-53B8-45F2-9C71-9833794F8D93}"/>
              </a:ext>
            </a:extLst>
          </p:cNvPr>
          <p:cNvSpPr txBox="1">
            <a:spLocks noChangeArrowheads="1"/>
          </p:cNvSpPr>
          <p:nvPr userDrawn="1"/>
        </p:nvSpPr>
        <p:spPr bwMode="invGray">
          <a:xfrm>
            <a:off x="4059038" y="4803626"/>
            <a:ext cx="102592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00" b="0" baseline="0">
                <a:solidFill>
                  <a:schemeClr val="tx1"/>
                </a:solidFill>
                <a:latin typeface="Raleway Medium" pitchFamily="2" charset="0"/>
                <a:ea typeface="Verdana" pitchFamily="34" charset="0"/>
                <a:cs typeface="Verdana" pitchFamily="34" charset="0"/>
              </a:rPr>
              <a:t>© Atos - For internal use</a:t>
            </a: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invGray">
          <a:xfrm>
            <a:off x="7632551" y="4525287"/>
            <a:ext cx="1189068" cy="389615"/>
          </a:xfrm>
          <a:prstGeom prst="rect">
            <a:avLst/>
          </a:prstGeom>
        </p:spPr>
      </p:pic>
    </p:spTree>
    <p:extLst>
      <p:ext uri="{BB962C8B-B14F-4D97-AF65-F5344CB8AC3E}">
        <p14:creationId xmlns:p14="http://schemas.microsoft.com/office/powerpoint/2010/main" val="377315345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58500-CE5F-4F59-96C2-296CFAC09E48}"/>
              </a:ext>
            </a:extLst>
          </p:cNvPr>
          <p:cNvSpPr>
            <a:spLocks noGrp="1"/>
          </p:cNvSpPr>
          <p:nvPr>
            <p:ph type="title" hasCustomPrompt="1"/>
          </p:nvPr>
        </p:nvSpPr>
        <p:spPr bwMode="invGray">
          <a:xfrm>
            <a:off x="227661" y="123478"/>
            <a:ext cx="8577072" cy="567000"/>
          </a:xfrm>
        </p:spPr>
        <p:txBody>
          <a:bodyPr/>
          <a:lstStyle>
            <a:lvl1pPr>
              <a:defRPr/>
            </a:lvl1pPr>
          </a:lstStyle>
          <a:p>
            <a:r>
              <a:rPr lang="en-US"/>
              <a:t>Content Overview</a:t>
            </a:r>
          </a:p>
        </p:txBody>
      </p:sp>
      <p:sp>
        <p:nvSpPr>
          <p:cNvPr id="7" name="Text Placeholder 6">
            <a:extLst>
              <a:ext uri="{FF2B5EF4-FFF2-40B4-BE49-F238E27FC236}">
                <a16:creationId xmlns:a16="http://schemas.microsoft.com/office/drawing/2014/main" id="{C942F813-D13D-4898-A2BE-1B872D7D58BC}"/>
              </a:ext>
            </a:extLst>
          </p:cNvPr>
          <p:cNvSpPr>
            <a:spLocks noGrp="1"/>
          </p:cNvSpPr>
          <p:nvPr>
            <p:ph type="body" sz="quarter" idx="10" hasCustomPrompt="1"/>
          </p:nvPr>
        </p:nvSpPr>
        <p:spPr bwMode="invGray">
          <a:xfrm>
            <a:off x="990599" y="1082386"/>
            <a:ext cx="3383280" cy="550431"/>
          </a:xfrm>
        </p:spPr>
        <p:txBody>
          <a:bodyPr lIns="0" tIns="0" rIns="0" bIns="0"/>
          <a:lstStyle>
            <a:lvl1pPr marL="0" indent="0">
              <a:buNone/>
              <a:defRPr sz="2000">
                <a:latin typeface="+mn-lt"/>
              </a:defRPr>
            </a:lvl1pPr>
          </a:lstStyle>
          <a:p>
            <a:pPr lvl="0"/>
            <a:r>
              <a:rPr lang="en-US"/>
              <a:t>Chapter Title</a:t>
            </a:r>
          </a:p>
        </p:txBody>
      </p:sp>
      <p:sp>
        <p:nvSpPr>
          <p:cNvPr id="8" name="Text Placeholder 6">
            <a:extLst>
              <a:ext uri="{FF2B5EF4-FFF2-40B4-BE49-F238E27FC236}">
                <a16:creationId xmlns:a16="http://schemas.microsoft.com/office/drawing/2014/main" id="{347FEC1B-68F0-49E3-8BE9-A03AAC0A6241}"/>
              </a:ext>
            </a:extLst>
          </p:cNvPr>
          <p:cNvSpPr>
            <a:spLocks noGrp="1"/>
          </p:cNvSpPr>
          <p:nvPr>
            <p:ph type="body" sz="quarter" idx="11" hasCustomPrompt="1"/>
          </p:nvPr>
        </p:nvSpPr>
        <p:spPr bwMode="invGray">
          <a:xfrm>
            <a:off x="990599" y="2055668"/>
            <a:ext cx="3383280" cy="550431"/>
          </a:xfrm>
        </p:spPr>
        <p:txBody>
          <a:bodyPr lIns="0" tIns="0" rIns="0" bIns="0"/>
          <a:lstStyle>
            <a:lvl1pPr marL="0" indent="0">
              <a:buNone/>
              <a:defRPr sz="2000">
                <a:latin typeface="+mn-lt"/>
              </a:defRPr>
            </a:lvl1pPr>
          </a:lstStyle>
          <a:p>
            <a:pPr lvl="0"/>
            <a:r>
              <a:rPr lang="en-US"/>
              <a:t>Chapter Title</a:t>
            </a:r>
          </a:p>
        </p:txBody>
      </p:sp>
      <p:sp>
        <p:nvSpPr>
          <p:cNvPr id="9" name="Text Placeholder 6">
            <a:extLst>
              <a:ext uri="{FF2B5EF4-FFF2-40B4-BE49-F238E27FC236}">
                <a16:creationId xmlns:a16="http://schemas.microsoft.com/office/drawing/2014/main" id="{3549CB22-2806-43E4-9527-5624BCB6EC71}"/>
              </a:ext>
            </a:extLst>
          </p:cNvPr>
          <p:cNvSpPr>
            <a:spLocks noGrp="1"/>
          </p:cNvSpPr>
          <p:nvPr>
            <p:ph type="body" sz="quarter" idx="12" hasCustomPrompt="1"/>
          </p:nvPr>
        </p:nvSpPr>
        <p:spPr bwMode="invGray">
          <a:xfrm>
            <a:off x="990599" y="3028950"/>
            <a:ext cx="3383280" cy="550431"/>
          </a:xfrm>
        </p:spPr>
        <p:txBody>
          <a:bodyPr lIns="0" tIns="0" rIns="0" bIns="0"/>
          <a:lstStyle>
            <a:lvl1pPr marL="0" indent="0">
              <a:buNone/>
              <a:defRPr sz="2000">
                <a:latin typeface="+mn-lt"/>
              </a:defRPr>
            </a:lvl1pPr>
          </a:lstStyle>
          <a:p>
            <a:pPr lvl="0"/>
            <a:r>
              <a:rPr lang="en-US"/>
              <a:t>Chapter Title</a:t>
            </a:r>
          </a:p>
        </p:txBody>
      </p:sp>
      <p:sp>
        <p:nvSpPr>
          <p:cNvPr id="10" name="Text Placeholder 6">
            <a:extLst>
              <a:ext uri="{FF2B5EF4-FFF2-40B4-BE49-F238E27FC236}">
                <a16:creationId xmlns:a16="http://schemas.microsoft.com/office/drawing/2014/main" id="{69F854CC-480E-4C43-A264-6534CA2A6540}"/>
              </a:ext>
            </a:extLst>
          </p:cNvPr>
          <p:cNvSpPr>
            <a:spLocks noGrp="1"/>
          </p:cNvSpPr>
          <p:nvPr>
            <p:ph type="body" sz="quarter" idx="13" hasCustomPrompt="1"/>
          </p:nvPr>
        </p:nvSpPr>
        <p:spPr bwMode="invGray">
          <a:xfrm>
            <a:off x="5421453" y="1082386"/>
            <a:ext cx="3383280" cy="550431"/>
          </a:xfrm>
        </p:spPr>
        <p:txBody>
          <a:bodyPr lIns="0" tIns="0" rIns="0" bIns="0"/>
          <a:lstStyle>
            <a:lvl1pPr marL="0" indent="0">
              <a:buNone/>
              <a:defRPr sz="2000">
                <a:latin typeface="+mn-lt"/>
              </a:defRPr>
            </a:lvl1pPr>
          </a:lstStyle>
          <a:p>
            <a:pPr lvl="0"/>
            <a:r>
              <a:rPr lang="en-US"/>
              <a:t>Chapter Title</a:t>
            </a:r>
          </a:p>
        </p:txBody>
      </p:sp>
      <p:sp>
        <p:nvSpPr>
          <p:cNvPr id="11" name="Text Placeholder 6">
            <a:extLst>
              <a:ext uri="{FF2B5EF4-FFF2-40B4-BE49-F238E27FC236}">
                <a16:creationId xmlns:a16="http://schemas.microsoft.com/office/drawing/2014/main" id="{14CAF380-1CE0-47D8-BF63-BD2BE8A6EF7E}"/>
              </a:ext>
            </a:extLst>
          </p:cNvPr>
          <p:cNvSpPr>
            <a:spLocks noGrp="1"/>
          </p:cNvSpPr>
          <p:nvPr>
            <p:ph type="body" sz="quarter" idx="14" hasCustomPrompt="1"/>
          </p:nvPr>
        </p:nvSpPr>
        <p:spPr bwMode="invGray">
          <a:xfrm>
            <a:off x="5421453" y="2055668"/>
            <a:ext cx="3383280" cy="550431"/>
          </a:xfrm>
        </p:spPr>
        <p:txBody>
          <a:bodyPr lIns="0" tIns="0" rIns="0" bIns="0"/>
          <a:lstStyle>
            <a:lvl1pPr marL="0" indent="0">
              <a:buNone/>
              <a:defRPr sz="2000">
                <a:latin typeface="+mn-lt"/>
              </a:defRPr>
            </a:lvl1pPr>
          </a:lstStyle>
          <a:p>
            <a:pPr lvl="0"/>
            <a:r>
              <a:rPr lang="en-US"/>
              <a:t>Chapter Title</a:t>
            </a:r>
          </a:p>
        </p:txBody>
      </p:sp>
      <p:sp>
        <p:nvSpPr>
          <p:cNvPr id="12" name="Text Placeholder 6">
            <a:extLst>
              <a:ext uri="{FF2B5EF4-FFF2-40B4-BE49-F238E27FC236}">
                <a16:creationId xmlns:a16="http://schemas.microsoft.com/office/drawing/2014/main" id="{3F07D1BF-42AE-4960-AA19-EA8FF7BF0DB6}"/>
              </a:ext>
            </a:extLst>
          </p:cNvPr>
          <p:cNvSpPr>
            <a:spLocks noGrp="1"/>
          </p:cNvSpPr>
          <p:nvPr>
            <p:ph type="body" sz="quarter" idx="15" hasCustomPrompt="1"/>
          </p:nvPr>
        </p:nvSpPr>
        <p:spPr bwMode="invGray">
          <a:xfrm>
            <a:off x="5421453" y="3028950"/>
            <a:ext cx="3383280" cy="550431"/>
          </a:xfrm>
        </p:spPr>
        <p:txBody>
          <a:bodyPr lIns="0" tIns="0" rIns="0" bIns="0"/>
          <a:lstStyle>
            <a:lvl1pPr marL="0" indent="0">
              <a:buNone/>
              <a:defRPr sz="2000">
                <a:latin typeface="+mn-lt"/>
              </a:defRPr>
            </a:lvl1pPr>
          </a:lstStyle>
          <a:p>
            <a:pPr lvl="0"/>
            <a:r>
              <a:rPr lang="en-US"/>
              <a:t>Chapter Title</a:t>
            </a:r>
          </a:p>
        </p:txBody>
      </p:sp>
      <p:sp>
        <p:nvSpPr>
          <p:cNvPr id="13" name="Text Placeholder 6">
            <a:extLst>
              <a:ext uri="{FF2B5EF4-FFF2-40B4-BE49-F238E27FC236}">
                <a16:creationId xmlns:a16="http://schemas.microsoft.com/office/drawing/2014/main" id="{AD83F0B5-8532-42AC-9FDE-DA41889DF0A4}"/>
              </a:ext>
            </a:extLst>
          </p:cNvPr>
          <p:cNvSpPr>
            <a:spLocks noGrp="1"/>
          </p:cNvSpPr>
          <p:nvPr>
            <p:ph type="body" sz="quarter" idx="16" hasCustomPrompt="1"/>
          </p:nvPr>
        </p:nvSpPr>
        <p:spPr bwMode="invGray">
          <a:xfrm>
            <a:off x="326682" y="1082386"/>
            <a:ext cx="331822" cy="307777"/>
          </a:xfrm>
        </p:spPr>
        <p:txBody>
          <a:bodyPr wrap="none" lIns="0" tIns="0" rIns="0" bIns="0">
            <a:spAutoFit/>
          </a:bodyPr>
          <a:lstStyle>
            <a:lvl1pPr marL="0" indent="0">
              <a:buNone/>
              <a:defRPr sz="2000">
                <a:solidFill>
                  <a:schemeClr val="accent1"/>
                </a:solidFill>
                <a:latin typeface="+mj-lt"/>
              </a:defRPr>
            </a:lvl1pPr>
          </a:lstStyle>
          <a:p>
            <a:pPr lvl="0"/>
            <a:r>
              <a:rPr lang="en-US"/>
              <a:t>01.</a:t>
            </a:r>
          </a:p>
        </p:txBody>
      </p:sp>
      <p:sp>
        <p:nvSpPr>
          <p:cNvPr id="14" name="Text Placeholder 6">
            <a:extLst>
              <a:ext uri="{FF2B5EF4-FFF2-40B4-BE49-F238E27FC236}">
                <a16:creationId xmlns:a16="http://schemas.microsoft.com/office/drawing/2014/main" id="{506973D8-023E-4304-AF2C-5E14B5E74DBC}"/>
              </a:ext>
            </a:extLst>
          </p:cNvPr>
          <p:cNvSpPr>
            <a:spLocks noGrp="1"/>
          </p:cNvSpPr>
          <p:nvPr>
            <p:ph type="body" sz="quarter" idx="17" hasCustomPrompt="1"/>
          </p:nvPr>
        </p:nvSpPr>
        <p:spPr bwMode="invGray">
          <a:xfrm>
            <a:off x="326682" y="2055668"/>
            <a:ext cx="352661" cy="307777"/>
          </a:xfrm>
        </p:spPr>
        <p:txBody>
          <a:bodyPr wrap="none" lIns="0" tIns="0" rIns="0" bIns="0">
            <a:spAutoFit/>
          </a:bodyPr>
          <a:lstStyle>
            <a:lvl1pPr marL="0" indent="0">
              <a:buNone/>
              <a:defRPr sz="2000">
                <a:solidFill>
                  <a:schemeClr val="accent1"/>
                </a:solidFill>
                <a:latin typeface="+mj-lt"/>
              </a:defRPr>
            </a:lvl1pPr>
          </a:lstStyle>
          <a:p>
            <a:pPr lvl="0"/>
            <a:r>
              <a:rPr lang="en-US"/>
              <a:t>02.</a:t>
            </a:r>
          </a:p>
        </p:txBody>
      </p:sp>
      <p:sp>
        <p:nvSpPr>
          <p:cNvPr id="15" name="Text Placeholder 6">
            <a:extLst>
              <a:ext uri="{FF2B5EF4-FFF2-40B4-BE49-F238E27FC236}">
                <a16:creationId xmlns:a16="http://schemas.microsoft.com/office/drawing/2014/main" id="{4A27ABC0-C61F-4F54-B518-CCA6BBA22BB5}"/>
              </a:ext>
            </a:extLst>
          </p:cNvPr>
          <p:cNvSpPr>
            <a:spLocks noGrp="1"/>
          </p:cNvSpPr>
          <p:nvPr>
            <p:ph type="body" sz="quarter" idx="18" hasCustomPrompt="1"/>
          </p:nvPr>
        </p:nvSpPr>
        <p:spPr bwMode="invGray">
          <a:xfrm>
            <a:off x="326682" y="3028950"/>
            <a:ext cx="352661" cy="307777"/>
          </a:xfrm>
        </p:spPr>
        <p:txBody>
          <a:bodyPr wrap="none" lIns="0" tIns="0" rIns="0" bIns="0">
            <a:spAutoFit/>
          </a:bodyPr>
          <a:lstStyle>
            <a:lvl1pPr marL="0" indent="0">
              <a:buNone/>
              <a:defRPr sz="2000">
                <a:solidFill>
                  <a:schemeClr val="accent1"/>
                </a:solidFill>
                <a:latin typeface="+mj-lt"/>
              </a:defRPr>
            </a:lvl1pPr>
          </a:lstStyle>
          <a:p>
            <a:pPr lvl="0"/>
            <a:r>
              <a:rPr lang="en-US"/>
              <a:t>03.</a:t>
            </a:r>
          </a:p>
        </p:txBody>
      </p:sp>
      <p:sp>
        <p:nvSpPr>
          <p:cNvPr id="16" name="Text Placeholder 6">
            <a:extLst>
              <a:ext uri="{FF2B5EF4-FFF2-40B4-BE49-F238E27FC236}">
                <a16:creationId xmlns:a16="http://schemas.microsoft.com/office/drawing/2014/main" id="{EF03094F-42FA-42F4-8825-CFEF822E272A}"/>
              </a:ext>
            </a:extLst>
          </p:cNvPr>
          <p:cNvSpPr>
            <a:spLocks noGrp="1"/>
          </p:cNvSpPr>
          <p:nvPr>
            <p:ph type="body" sz="quarter" idx="19" hasCustomPrompt="1"/>
          </p:nvPr>
        </p:nvSpPr>
        <p:spPr bwMode="invGray">
          <a:xfrm>
            <a:off x="4779179" y="1082386"/>
            <a:ext cx="355867" cy="307777"/>
          </a:xfrm>
        </p:spPr>
        <p:txBody>
          <a:bodyPr wrap="none" lIns="0" tIns="0" rIns="0" bIns="0">
            <a:spAutoFit/>
          </a:bodyPr>
          <a:lstStyle>
            <a:lvl1pPr marL="0" indent="0">
              <a:buNone/>
              <a:defRPr sz="2000">
                <a:solidFill>
                  <a:schemeClr val="accent1"/>
                </a:solidFill>
                <a:latin typeface="+mj-lt"/>
              </a:defRPr>
            </a:lvl1pPr>
          </a:lstStyle>
          <a:p>
            <a:pPr lvl="0"/>
            <a:r>
              <a:rPr lang="en-US"/>
              <a:t>04.</a:t>
            </a:r>
          </a:p>
        </p:txBody>
      </p:sp>
      <p:sp>
        <p:nvSpPr>
          <p:cNvPr id="17" name="Text Placeholder 6">
            <a:extLst>
              <a:ext uri="{FF2B5EF4-FFF2-40B4-BE49-F238E27FC236}">
                <a16:creationId xmlns:a16="http://schemas.microsoft.com/office/drawing/2014/main" id="{2FBF07A3-F7C2-4BCF-827D-B6CB2A336230}"/>
              </a:ext>
            </a:extLst>
          </p:cNvPr>
          <p:cNvSpPr>
            <a:spLocks noGrp="1"/>
          </p:cNvSpPr>
          <p:nvPr>
            <p:ph type="body" sz="quarter" idx="20" hasCustomPrompt="1"/>
          </p:nvPr>
        </p:nvSpPr>
        <p:spPr bwMode="invGray">
          <a:xfrm>
            <a:off x="4779179" y="2055668"/>
            <a:ext cx="352661" cy="307777"/>
          </a:xfrm>
        </p:spPr>
        <p:txBody>
          <a:bodyPr wrap="none" lIns="0" tIns="0" rIns="0" bIns="0">
            <a:spAutoFit/>
          </a:bodyPr>
          <a:lstStyle>
            <a:lvl1pPr marL="0" indent="0">
              <a:buNone/>
              <a:defRPr sz="2000">
                <a:solidFill>
                  <a:schemeClr val="accent1"/>
                </a:solidFill>
                <a:latin typeface="+mj-lt"/>
              </a:defRPr>
            </a:lvl1pPr>
          </a:lstStyle>
          <a:p>
            <a:pPr lvl="0"/>
            <a:r>
              <a:rPr lang="en-US"/>
              <a:t>05.</a:t>
            </a:r>
          </a:p>
        </p:txBody>
      </p:sp>
      <p:sp>
        <p:nvSpPr>
          <p:cNvPr id="18" name="Text Placeholder 6">
            <a:extLst>
              <a:ext uri="{FF2B5EF4-FFF2-40B4-BE49-F238E27FC236}">
                <a16:creationId xmlns:a16="http://schemas.microsoft.com/office/drawing/2014/main" id="{8AE22612-FC9E-4469-8E99-65F225DCC96C}"/>
              </a:ext>
            </a:extLst>
          </p:cNvPr>
          <p:cNvSpPr>
            <a:spLocks noGrp="1"/>
          </p:cNvSpPr>
          <p:nvPr>
            <p:ph type="body" sz="quarter" idx="21" hasCustomPrompt="1"/>
          </p:nvPr>
        </p:nvSpPr>
        <p:spPr bwMode="invGray">
          <a:xfrm>
            <a:off x="4779179" y="3028950"/>
            <a:ext cx="367088" cy="307777"/>
          </a:xfrm>
        </p:spPr>
        <p:txBody>
          <a:bodyPr wrap="none" lIns="0" tIns="0" rIns="0" bIns="0">
            <a:spAutoFit/>
          </a:bodyPr>
          <a:lstStyle>
            <a:lvl1pPr marL="0" indent="0">
              <a:buNone/>
              <a:defRPr sz="2000">
                <a:solidFill>
                  <a:schemeClr val="accent1"/>
                </a:solidFill>
                <a:latin typeface="+mj-lt"/>
              </a:defRPr>
            </a:lvl1pPr>
          </a:lstStyle>
          <a:p>
            <a:pPr lvl="0"/>
            <a:r>
              <a:rPr lang="en-US"/>
              <a:t>06.</a:t>
            </a:r>
          </a:p>
        </p:txBody>
      </p:sp>
      <p:sp>
        <p:nvSpPr>
          <p:cNvPr id="19" name="Slide Number Placeholder 5">
            <a:extLst>
              <a:ext uri="{FF2B5EF4-FFF2-40B4-BE49-F238E27FC236}">
                <a16:creationId xmlns:a16="http://schemas.microsoft.com/office/drawing/2014/main" id="{11AEEE02-969A-4C54-8B95-ADACE7D13CA1}"/>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642639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invGray">
          <a:xfrm>
            <a:off x="227661" y="987574"/>
            <a:ext cx="8573500" cy="3584426"/>
          </a:xfrm>
          <a:prstGeom prst="rect">
            <a:avLst/>
          </a:prstGeom>
        </p:spPr>
        <p:txBody>
          <a:bodyPr/>
          <a:lstStyle>
            <a:lvl1pPr>
              <a:buClr>
                <a:schemeClr val="tx1"/>
              </a:buClr>
              <a:defRPr/>
            </a:lvl1pPr>
            <a:lvl2pPr>
              <a:buClr>
                <a:schemeClr val="tx1"/>
              </a:buClr>
              <a:defRPr/>
            </a:lvl2pPr>
            <a:lvl3pPr>
              <a:buClr>
                <a:schemeClr val="tx1"/>
              </a:buClr>
              <a:defRPr/>
            </a:lvl3pPr>
            <a:lvl4pPr>
              <a:buClr>
                <a:schemeClr val="tx1"/>
              </a:buClr>
              <a:defRPr/>
            </a:lvl4pPr>
          </a:lstStyle>
          <a:p>
            <a:pPr lvl="0"/>
            <a:r>
              <a:rPr lang="nl-NL"/>
              <a:t>Paragraph 01 (Raleway Medium 14 pt)</a:t>
            </a:r>
          </a:p>
          <a:p>
            <a:pPr lvl="1"/>
            <a:r>
              <a:rPr lang="nl-NL"/>
              <a:t>Paragraph 02 (Raleway Light 12 pt)</a:t>
            </a:r>
          </a:p>
          <a:p>
            <a:pPr lvl="2"/>
            <a:r>
              <a:rPr lang="nl-NL"/>
              <a:t>Paragraph 03 (Raleway Light 11 pt)</a:t>
            </a:r>
          </a:p>
          <a:p>
            <a:pPr lvl="3"/>
            <a:r>
              <a:rPr lang="en-US"/>
              <a:t>Paragraph 04 (</a:t>
            </a:r>
            <a:r>
              <a:rPr lang="en-US" err="1"/>
              <a:t>Raleway</a:t>
            </a:r>
            <a:r>
              <a:rPr lang="en-US"/>
              <a:t> Light 10 </a:t>
            </a:r>
            <a:r>
              <a:rPr lang="en-US" err="1"/>
              <a:t>pt</a:t>
            </a:r>
            <a:r>
              <a:rPr lang="en-US"/>
              <a:t>)</a:t>
            </a:r>
            <a:endParaRPr lang="nl-NL"/>
          </a:p>
        </p:txBody>
      </p:sp>
      <p:sp>
        <p:nvSpPr>
          <p:cNvPr id="2" name="Title 1">
            <a:extLst>
              <a:ext uri="{FF2B5EF4-FFF2-40B4-BE49-F238E27FC236}">
                <a16:creationId xmlns:a16="http://schemas.microsoft.com/office/drawing/2014/main" id="{FBE39E19-1AC4-4742-8B2F-2B2F1EDFECDA}"/>
              </a:ext>
            </a:extLst>
          </p:cNvPr>
          <p:cNvSpPr>
            <a:spLocks noGrp="1"/>
          </p:cNvSpPr>
          <p:nvPr>
            <p:ph type="title" hasCustomPrompt="1"/>
          </p:nvPr>
        </p:nvSpPr>
        <p:spPr bwMode="invGray">
          <a:xfrm>
            <a:off x="227661" y="123478"/>
            <a:ext cx="8577072" cy="729376"/>
          </a:xfrm>
        </p:spPr>
        <p:txBody>
          <a:bodyPr/>
          <a:lstStyle/>
          <a:p>
            <a:r>
              <a:rPr lang="en-US"/>
              <a:t>Title in </a:t>
            </a:r>
            <a:r>
              <a:rPr lang="en-US" err="1"/>
              <a:t>Raleway</a:t>
            </a:r>
            <a:r>
              <a:rPr lang="en-US"/>
              <a:t> </a:t>
            </a:r>
            <a:r>
              <a:rPr lang="en-US" err="1"/>
              <a:t>SemiBold</a:t>
            </a:r>
            <a:r>
              <a:rPr lang="en-US"/>
              <a:t> 20pt</a:t>
            </a:r>
          </a:p>
        </p:txBody>
      </p:sp>
      <p:sp>
        <p:nvSpPr>
          <p:cNvPr id="5" name="Text Placeholder 4">
            <a:extLst>
              <a:ext uri="{FF2B5EF4-FFF2-40B4-BE49-F238E27FC236}">
                <a16:creationId xmlns:a16="http://schemas.microsoft.com/office/drawing/2014/main" id="{2A828D06-72A4-4FF4-BF9E-BC6ACDD1042A}"/>
              </a:ext>
            </a:extLst>
          </p:cNvPr>
          <p:cNvSpPr>
            <a:spLocks noGrp="1"/>
          </p:cNvSpPr>
          <p:nvPr>
            <p:ph type="body" sz="quarter" idx="10"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6" name="Slide Number Placeholder 5">
            <a:extLst>
              <a:ext uri="{FF2B5EF4-FFF2-40B4-BE49-F238E27FC236}">
                <a16:creationId xmlns:a16="http://schemas.microsoft.com/office/drawing/2014/main" id="{F3D4A5A4-87F8-4B71-9F6D-A04E29EB32AE}"/>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5373239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s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8CB1D-5947-44F5-AE79-B722F4608754}"/>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3" name="Text Placeholder 4">
            <a:extLst>
              <a:ext uri="{FF2B5EF4-FFF2-40B4-BE49-F238E27FC236}">
                <a16:creationId xmlns:a16="http://schemas.microsoft.com/office/drawing/2014/main" id="{0B5D53C6-A782-4970-ADF1-3F0A38B4951D}"/>
              </a:ext>
            </a:extLst>
          </p:cNvPr>
          <p:cNvSpPr>
            <a:spLocks noGrp="1"/>
          </p:cNvSpPr>
          <p:nvPr>
            <p:ph type="body" sz="quarter" idx="10"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4" name="Slide Number Placeholder 5">
            <a:extLst>
              <a:ext uri="{FF2B5EF4-FFF2-40B4-BE49-F238E27FC236}">
                <a16:creationId xmlns:a16="http://schemas.microsoft.com/office/drawing/2014/main" id="{BE3F730E-BA64-4CF7-8BE0-EBEA1B5AF8F8}"/>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12329574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invGray">
          <a:xfrm>
            <a:off x="227661" y="987574"/>
            <a:ext cx="4206240" cy="3584426"/>
          </a:xfrm>
          <a:prstGeom prst="rect">
            <a:avLst/>
          </a:prstGeom>
        </p:spPr>
        <p:txBody>
          <a:bodyPr/>
          <a:lstStyle>
            <a:lvl1pPr>
              <a:lnSpc>
                <a:spcPct val="100000"/>
              </a:lnSpc>
              <a:spcAft>
                <a:spcPts val="400"/>
              </a:spcAft>
              <a:buClr>
                <a:schemeClr val="tx1"/>
              </a:buClr>
              <a:defRPr/>
            </a:lvl1pPr>
            <a:lvl2pPr>
              <a:lnSpc>
                <a:spcPct val="100000"/>
              </a:lnSpc>
              <a:spcAft>
                <a:spcPts val="400"/>
              </a:spcAft>
              <a:buClr>
                <a:schemeClr val="tx1"/>
              </a:buClr>
              <a:defRPr/>
            </a:lvl2pPr>
            <a:lvl3pPr>
              <a:lnSpc>
                <a:spcPct val="100000"/>
              </a:lnSpc>
              <a:spcAft>
                <a:spcPts val="400"/>
              </a:spcAft>
              <a:buClr>
                <a:schemeClr val="tx1"/>
              </a:buClr>
              <a:defRPr/>
            </a:lvl3pPr>
            <a:lvl4pPr marL="658368" marR="0" indent="-164592"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Char char="•"/>
              <a:tabLst/>
              <a:defRPr/>
            </a:lvl4pPr>
          </a:lstStyle>
          <a:p>
            <a:pPr lvl="0"/>
            <a:r>
              <a:rPr lang="nl-NL"/>
              <a:t>Paragraph 01 (Raleway Medium 14 pt)</a:t>
            </a:r>
          </a:p>
          <a:p>
            <a:pPr lvl="1"/>
            <a:r>
              <a:rPr lang="nl-NL"/>
              <a:t>Paragraph 02 (Raleway Light 12 pt)</a:t>
            </a:r>
          </a:p>
          <a:p>
            <a:pPr lvl="2"/>
            <a:r>
              <a:rPr lang="nl-NL"/>
              <a:t>Paragraph 03 (Raleway Light 11 pt)</a:t>
            </a:r>
          </a:p>
          <a:p>
            <a:pPr lvl="3"/>
            <a:r>
              <a:rPr lang="en-US"/>
              <a:t>Paragraph 04 (</a:t>
            </a:r>
            <a:r>
              <a:rPr lang="en-US" err="1"/>
              <a:t>Raleway</a:t>
            </a:r>
            <a:r>
              <a:rPr lang="en-US"/>
              <a:t> Light 10 </a:t>
            </a:r>
            <a:r>
              <a:rPr lang="en-US" err="1"/>
              <a:t>pt</a:t>
            </a:r>
            <a:r>
              <a:rPr lang="en-US"/>
              <a:t>)</a:t>
            </a:r>
            <a:endParaRPr lang="nl-NL"/>
          </a:p>
        </p:txBody>
      </p:sp>
      <p:sp>
        <p:nvSpPr>
          <p:cNvPr id="6" name="Content Placeholder 2">
            <a:extLst>
              <a:ext uri="{FF2B5EF4-FFF2-40B4-BE49-F238E27FC236}">
                <a16:creationId xmlns:a16="http://schemas.microsoft.com/office/drawing/2014/main" id="{8F0C999C-E8DD-4EB6-823D-52177C9EEB31}"/>
              </a:ext>
            </a:extLst>
          </p:cNvPr>
          <p:cNvSpPr>
            <a:spLocks noGrp="1"/>
          </p:cNvSpPr>
          <p:nvPr>
            <p:ph idx="11" hasCustomPrompt="1"/>
          </p:nvPr>
        </p:nvSpPr>
        <p:spPr bwMode="invGray">
          <a:xfrm>
            <a:off x="4598493" y="987574"/>
            <a:ext cx="4206240" cy="3584426"/>
          </a:xfrm>
          <a:prstGeom prst="rect">
            <a:avLst/>
          </a:prstGeom>
        </p:spPr>
        <p:txBody>
          <a:bodyPr/>
          <a:lstStyle>
            <a:lvl1pPr>
              <a:lnSpc>
                <a:spcPct val="100000"/>
              </a:lnSpc>
              <a:spcAft>
                <a:spcPts val="400"/>
              </a:spcAft>
              <a:buClr>
                <a:schemeClr val="tx1"/>
              </a:buClr>
              <a:defRPr/>
            </a:lvl1pPr>
            <a:lvl2pPr>
              <a:lnSpc>
                <a:spcPct val="100000"/>
              </a:lnSpc>
              <a:spcAft>
                <a:spcPts val="400"/>
              </a:spcAft>
              <a:buClr>
                <a:schemeClr val="tx1"/>
              </a:buClr>
              <a:defRPr/>
            </a:lvl2pPr>
            <a:lvl3pPr>
              <a:lnSpc>
                <a:spcPct val="100000"/>
              </a:lnSpc>
              <a:spcAft>
                <a:spcPts val="400"/>
              </a:spcAft>
              <a:buClr>
                <a:schemeClr val="tx1"/>
              </a:buClr>
              <a:defRPr/>
            </a:lvl3pPr>
            <a:lvl4pPr marL="658368" marR="0" indent="-164592"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Char char="•"/>
              <a:tabLst/>
              <a:defRPr/>
            </a:lvl4pPr>
          </a:lstStyle>
          <a:p>
            <a:pPr lvl="0"/>
            <a:r>
              <a:rPr lang="nl-NL"/>
              <a:t>Paragraph 01 (Raleway Medium 14 pt)</a:t>
            </a:r>
          </a:p>
          <a:p>
            <a:pPr lvl="1"/>
            <a:r>
              <a:rPr lang="nl-NL"/>
              <a:t>Paragraph 02 (Raleway Light 12 pt)</a:t>
            </a:r>
          </a:p>
          <a:p>
            <a:pPr lvl="2"/>
            <a:r>
              <a:rPr lang="nl-NL"/>
              <a:t>Paragraph 03 (Raleway Light 11 pt)</a:t>
            </a:r>
          </a:p>
          <a:p>
            <a:pPr lvl="3"/>
            <a:r>
              <a:rPr lang="en-US"/>
              <a:t>Paragraph 04 (</a:t>
            </a:r>
            <a:r>
              <a:rPr lang="en-US" err="1"/>
              <a:t>Raleway</a:t>
            </a:r>
            <a:r>
              <a:rPr lang="en-US"/>
              <a:t> Light 10 </a:t>
            </a:r>
            <a:r>
              <a:rPr lang="en-US" err="1"/>
              <a:t>pt</a:t>
            </a:r>
            <a:r>
              <a:rPr lang="en-US"/>
              <a:t>)</a:t>
            </a:r>
            <a:endParaRPr lang="nl-NL"/>
          </a:p>
        </p:txBody>
      </p:sp>
      <p:sp>
        <p:nvSpPr>
          <p:cNvPr id="2" name="Title 1">
            <a:extLst>
              <a:ext uri="{FF2B5EF4-FFF2-40B4-BE49-F238E27FC236}">
                <a16:creationId xmlns:a16="http://schemas.microsoft.com/office/drawing/2014/main" id="{F4096816-C8D8-4D33-ADC6-A0DDE3C6E31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5" name="Text Placeholder 4">
            <a:extLst>
              <a:ext uri="{FF2B5EF4-FFF2-40B4-BE49-F238E27FC236}">
                <a16:creationId xmlns:a16="http://schemas.microsoft.com/office/drawing/2014/main" id="{EA2E3C4D-A53B-49B6-90E2-150065B8751E}"/>
              </a:ext>
            </a:extLst>
          </p:cNvPr>
          <p:cNvSpPr>
            <a:spLocks noGrp="1"/>
          </p:cNvSpPr>
          <p:nvPr>
            <p:ph type="body" sz="quarter" idx="10"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7" name="Slide Number Placeholder 5">
            <a:extLst>
              <a:ext uri="{FF2B5EF4-FFF2-40B4-BE49-F238E27FC236}">
                <a16:creationId xmlns:a16="http://schemas.microsoft.com/office/drawing/2014/main" id="{0E01B1D9-5646-4335-A2C7-92BA113AC29E}"/>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79292724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invGray">
          <a:xfrm>
            <a:off x="227661" y="987574"/>
            <a:ext cx="2743200" cy="3584426"/>
          </a:xfrm>
          <a:prstGeom prst="rect">
            <a:avLst/>
          </a:prstGeom>
        </p:spPr>
        <p:txBody>
          <a:bodyPr/>
          <a:lstStyle>
            <a:lvl1pPr>
              <a:lnSpc>
                <a:spcPct val="100000"/>
              </a:lnSpc>
              <a:spcAft>
                <a:spcPts val="400"/>
              </a:spcAft>
              <a:buClr>
                <a:schemeClr val="tx1"/>
              </a:buClr>
              <a:defRPr/>
            </a:lvl1pPr>
            <a:lvl2pPr>
              <a:lnSpc>
                <a:spcPct val="100000"/>
              </a:lnSpc>
              <a:spcAft>
                <a:spcPts val="400"/>
              </a:spcAft>
              <a:buClr>
                <a:schemeClr val="tx1"/>
              </a:buClr>
              <a:defRPr/>
            </a:lvl2pPr>
            <a:lvl3pPr>
              <a:lnSpc>
                <a:spcPct val="100000"/>
              </a:lnSpc>
              <a:spcAft>
                <a:spcPts val="400"/>
              </a:spcAft>
              <a:buClr>
                <a:schemeClr val="tx1"/>
              </a:buClr>
              <a:defRPr/>
            </a:lvl3pPr>
            <a:lvl4pPr marL="658368" marR="0" indent="-164592"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Char char="•"/>
              <a:tabLst/>
              <a:defRPr/>
            </a:lvl4pPr>
          </a:lstStyle>
          <a:p>
            <a:pPr lvl="0"/>
            <a:r>
              <a:rPr lang="nl-NL"/>
              <a:t>Paragraph 01 </a:t>
            </a:r>
            <a:br>
              <a:rPr lang="nl-NL"/>
            </a:br>
            <a:r>
              <a:rPr lang="nl-NL"/>
              <a:t>(Raleway Medium 14 pt)</a:t>
            </a:r>
          </a:p>
          <a:p>
            <a:pPr lvl="1"/>
            <a:r>
              <a:rPr lang="nl-NL"/>
              <a:t>Paragraph 02 </a:t>
            </a:r>
            <a:br>
              <a:rPr lang="nl-NL"/>
            </a:br>
            <a:r>
              <a:rPr lang="nl-NL"/>
              <a:t>(Raleway Light 12 pt)</a:t>
            </a:r>
          </a:p>
          <a:p>
            <a:pPr lvl="2"/>
            <a:r>
              <a:rPr lang="nl-NL"/>
              <a:t>Paragraph 03 </a:t>
            </a:r>
            <a:br>
              <a:rPr lang="nl-NL"/>
            </a:br>
            <a:r>
              <a:rPr lang="nl-NL"/>
              <a:t>(Raleway Light 11 pt)</a:t>
            </a:r>
          </a:p>
          <a:p>
            <a:pPr marL="658368" marR="0" lvl="3" indent="-164592" algn="l" defTabSz="914400" rtl="0" eaLnBrk="1" fontAlgn="auto" latinLnBrk="0" hangingPunct="1">
              <a:lnSpc>
                <a:spcPct val="100000"/>
              </a:lnSpc>
              <a:spcBef>
                <a:spcPts val="0"/>
              </a:spcBef>
              <a:spcAft>
                <a:spcPts val="300"/>
              </a:spcAft>
              <a:buClr>
                <a:schemeClr val="tx1"/>
              </a:buClr>
              <a:buSzTx/>
              <a:buFont typeface="Arial" panose="020B0604020202020204" pitchFamily="34" charset="0"/>
              <a:buChar char="•"/>
              <a:tabLst/>
              <a:defRPr/>
            </a:pPr>
            <a:r>
              <a:rPr lang="en-US"/>
              <a:t>Paragraph 04 </a:t>
            </a:r>
            <a:br>
              <a:rPr lang="en-US"/>
            </a:br>
            <a:r>
              <a:rPr lang="en-US"/>
              <a:t>(</a:t>
            </a:r>
            <a:r>
              <a:rPr lang="en-US" err="1"/>
              <a:t>Raleway</a:t>
            </a:r>
            <a:r>
              <a:rPr lang="en-US"/>
              <a:t> Light 10 </a:t>
            </a:r>
            <a:r>
              <a:rPr lang="en-US" err="1"/>
              <a:t>pt</a:t>
            </a:r>
            <a:r>
              <a:rPr lang="en-US"/>
              <a:t>)</a:t>
            </a:r>
            <a:endParaRPr lang="nl-NL"/>
          </a:p>
        </p:txBody>
      </p:sp>
      <p:sp>
        <p:nvSpPr>
          <p:cNvPr id="6" name="Content Placeholder 2">
            <a:extLst>
              <a:ext uri="{FF2B5EF4-FFF2-40B4-BE49-F238E27FC236}">
                <a16:creationId xmlns:a16="http://schemas.microsoft.com/office/drawing/2014/main" id="{8F0C999C-E8DD-4EB6-823D-52177C9EEB31}"/>
              </a:ext>
            </a:extLst>
          </p:cNvPr>
          <p:cNvSpPr>
            <a:spLocks noGrp="1"/>
          </p:cNvSpPr>
          <p:nvPr>
            <p:ph idx="11" hasCustomPrompt="1"/>
          </p:nvPr>
        </p:nvSpPr>
        <p:spPr bwMode="invGray">
          <a:xfrm>
            <a:off x="3155450" y="987574"/>
            <a:ext cx="2743200" cy="3584426"/>
          </a:xfrm>
          <a:prstGeom prst="rect">
            <a:avLst/>
          </a:prstGeom>
        </p:spPr>
        <p:txBody>
          <a:bodyPr/>
          <a:lstStyle>
            <a:lvl1pPr>
              <a:lnSpc>
                <a:spcPct val="100000"/>
              </a:lnSpc>
              <a:spcAft>
                <a:spcPts val="400"/>
              </a:spcAft>
              <a:buClr>
                <a:schemeClr val="tx1"/>
              </a:buClr>
              <a:defRPr/>
            </a:lvl1pPr>
            <a:lvl2pPr>
              <a:lnSpc>
                <a:spcPct val="100000"/>
              </a:lnSpc>
              <a:spcAft>
                <a:spcPts val="400"/>
              </a:spcAft>
              <a:buClr>
                <a:schemeClr val="tx1"/>
              </a:buClr>
              <a:defRPr/>
            </a:lvl2pPr>
            <a:lvl3pPr>
              <a:lnSpc>
                <a:spcPct val="100000"/>
              </a:lnSpc>
              <a:spcAft>
                <a:spcPts val="400"/>
              </a:spcAft>
              <a:buClr>
                <a:schemeClr val="tx1"/>
              </a:buClr>
              <a:defRPr/>
            </a:lvl3pPr>
            <a:lvl4pPr marL="658368" marR="0" indent="-164592" algn="l" defTabSz="914400" rtl="0" eaLnBrk="1" fontAlgn="auto" latinLnBrk="0" hangingPunct="1">
              <a:lnSpc>
                <a:spcPct val="100000"/>
              </a:lnSpc>
              <a:spcBef>
                <a:spcPts val="0"/>
              </a:spcBef>
              <a:spcAft>
                <a:spcPts val="300"/>
              </a:spcAft>
              <a:buClr>
                <a:schemeClr val="tx1"/>
              </a:buClr>
              <a:buSzTx/>
              <a:buFont typeface="Arial" panose="020B0604020202020204" pitchFamily="34" charset="0"/>
              <a:buChar char="•"/>
              <a:tabLst/>
              <a:defRPr/>
            </a:lvl4pPr>
          </a:lstStyle>
          <a:p>
            <a:pPr lvl="0"/>
            <a:r>
              <a:rPr lang="nl-NL"/>
              <a:t>Paragraph 01 </a:t>
            </a:r>
            <a:br>
              <a:rPr lang="nl-NL"/>
            </a:br>
            <a:r>
              <a:rPr lang="nl-NL"/>
              <a:t>(Raleway Medium 14 pt)</a:t>
            </a:r>
          </a:p>
          <a:p>
            <a:pPr lvl="1"/>
            <a:r>
              <a:rPr lang="nl-NL"/>
              <a:t>Paragraph 02 </a:t>
            </a:r>
            <a:br>
              <a:rPr lang="nl-NL"/>
            </a:br>
            <a:r>
              <a:rPr lang="nl-NL"/>
              <a:t>(Raleway Light 12 pt)</a:t>
            </a:r>
          </a:p>
          <a:p>
            <a:pPr lvl="2"/>
            <a:r>
              <a:rPr lang="nl-NL"/>
              <a:t>Paragraph 03 </a:t>
            </a:r>
            <a:br>
              <a:rPr lang="nl-NL"/>
            </a:br>
            <a:r>
              <a:rPr lang="nl-NL"/>
              <a:t>(Raleway Light 11 pt)</a:t>
            </a:r>
          </a:p>
          <a:p>
            <a:pPr marL="658368" marR="0" lvl="3" indent="-164592" algn="l" defTabSz="914400" rtl="0" eaLnBrk="1" fontAlgn="auto" latinLnBrk="0" hangingPunct="1">
              <a:lnSpc>
                <a:spcPct val="100000"/>
              </a:lnSpc>
              <a:spcBef>
                <a:spcPts val="0"/>
              </a:spcBef>
              <a:spcAft>
                <a:spcPts val="300"/>
              </a:spcAft>
              <a:buClr>
                <a:schemeClr val="tx1"/>
              </a:buClr>
              <a:buSzTx/>
              <a:buFont typeface="Arial" panose="020B0604020202020204" pitchFamily="34" charset="0"/>
              <a:buChar char="•"/>
              <a:tabLst/>
              <a:defRPr/>
            </a:pPr>
            <a:r>
              <a:rPr lang="en-US"/>
              <a:t>Paragraph 04 </a:t>
            </a:r>
            <a:br>
              <a:rPr lang="en-US"/>
            </a:br>
            <a:r>
              <a:rPr lang="en-US"/>
              <a:t>(</a:t>
            </a:r>
            <a:r>
              <a:rPr lang="en-US" err="1"/>
              <a:t>Raleway</a:t>
            </a:r>
            <a:r>
              <a:rPr lang="en-US"/>
              <a:t> Light 10 </a:t>
            </a:r>
            <a:r>
              <a:rPr lang="en-US" err="1"/>
              <a:t>pt</a:t>
            </a:r>
            <a:r>
              <a:rPr lang="en-US"/>
              <a:t>)</a:t>
            </a:r>
            <a:endParaRPr lang="nl-NL"/>
          </a:p>
        </p:txBody>
      </p:sp>
      <p:sp>
        <p:nvSpPr>
          <p:cNvPr id="8" name="Content Placeholder 2">
            <a:extLst>
              <a:ext uri="{FF2B5EF4-FFF2-40B4-BE49-F238E27FC236}">
                <a16:creationId xmlns:a16="http://schemas.microsoft.com/office/drawing/2014/main" id="{4B9EAFC4-2931-4078-BD56-0615F35AC039}"/>
              </a:ext>
            </a:extLst>
          </p:cNvPr>
          <p:cNvSpPr>
            <a:spLocks noGrp="1"/>
          </p:cNvSpPr>
          <p:nvPr>
            <p:ph idx="12" hasCustomPrompt="1"/>
          </p:nvPr>
        </p:nvSpPr>
        <p:spPr bwMode="invGray">
          <a:xfrm>
            <a:off x="6061533" y="987574"/>
            <a:ext cx="2743200" cy="3584426"/>
          </a:xfrm>
          <a:prstGeom prst="rect">
            <a:avLst/>
          </a:prstGeom>
        </p:spPr>
        <p:txBody>
          <a:bodyPr/>
          <a:lstStyle>
            <a:lvl1pPr>
              <a:lnSpc>
                <a:spcPct val="100000"/>
              </a:lnSpc>
              <a:spcAft>
                <a:spcPts val="400"/>
              </a:spcAft>
              <a:buClr>
                <a:schemeClr val="tx1"/>
              </a:buClr>
              <a:defRPr/>
            </a:lvl1pPr>
            <a:lvl2pPr>
              <a:lnSpc>
                <a:spcPct val="100000"/>
              </a:lnSpc>
              <a:spcAft>
                <a:spcPts val="400"/>
              </a:spcAft>
              <a:buClr>
                <a:schemeClr val="tx1"/>
              </a:buClr>
              <a:defRPr/>
            </a:lvl2pPr>
            <a:lvl3pPr>
              <a:lnSpc>
                <a:spcPct val="100000"/>
              </a:lnSpc>
              <a:spcAft>
                <a:spcPts val="400"/>
              </a:spcAft>
              <a:buClr>
                <a:schemeClr val="tx1"/>
              </a:buClr>
              <a:defRPr/>
            </a:lvl3pPr>
            <a:lvl4pPr marL="658368" marR="0" indent="-164592" algn="l" defTabSz="914400" rtl="0" eaLnBrk="1" fontAlgn="auto" latinLnBrk="0" hangingPunct="1">
              <a:lnSpc>
                <a:spcPct val="100000"/>
              </a:lnSpc>
              <a:spcBef>
                <a:spcPts val="0"/>
              </a:spcBef>
              <a:spcAft>
                <a:spcPts val="300"/>
              </a:spcAft>
              <a:buClr>
                <a:schemeClr val="tx1"/>
              </a:buClr>
              <a:buSzTx/>
              <a:buFont typeface="Arial" panose="020B0604020202020204" pitchFamily="34" charset="0"/>
              <a:buChar char="•"/>
              <a:tabLst/>
              <a:defRPr/>
            </a:lvl4pPr>
          </a:lstStyle>
          <a:p>
            <a:pPr lvl="0"/>
            <a:r>
              <a:rPr lang="nl-NL"/>
              <a:t>Paragraph 01 </a:t>
            </a:r>
            <a:br>
              <a:rPr lang="nl-NL"/>
            </a:br>
            <a:r>
              <a:rPr lang="nl-NL"/>
              <a:t>(Raleway Medium 14 pt)</a:t>
            </a:r>
          </a:p>
          <a:p>
            <a:pPr lvl="1"/>
            <a:r>
              <a:rPr lang="nl-NL"/>
              <a:t>Paragraph 02 </a:t>
            </a:r>
            <a:br>
              <a:rPr lang="nl-NL"/>
            </a:br>
            <a:r>
              <a:rPr lang="nl-NL"/>
              <a:t>(Raleway Light 12 pt)</a:t>
            </a:r>
          </a:p>
          <a:p>
            <a:pPr lvl="2"/>
            <a:r>
              <a:rPr lang="nl-NL"/>
              <a:t>Paragraph 03 </a:t>
            </a:r>
            <a:br>
              <a:rPr lang="nl-NL"/>
            </a:br>
            <a:r>
              <a:rPr lang="nl-NL"/>
              <a:t>(Raleway Light 11 pt)</a:t>
            </a:r>
          </a:p>
          <a:p>
            <a:pPr marL="658368" marR="0" lvl="3" indent="-164592" algn="l" defTabSz="914400" rtl="0" eaLnBrk="1" fontAlgn="auto" latinLnBrk="0" hangingPunct="1">
              <a:lnSpc>
                <a:spcPct val="100000"/>
              </a:lnSpc>
              <a:spcBef>
                <a:spcPts val="0"/>
              </a:spcBef>
              <a:spcAft>
                <a:spcPts val="300"/>
              </a:spcAft>
              <a:buClr>
                <a:schemeClr val="tx1"/>
              </a:buClr>
              <a:buSzTx/>
              <a:buFont typeface="Arial" panose="020B0604020202020204" pitchFamily="34" charset="0"/>
              <a:buChar char="•"/>
              <a:tabLst/>
              <a:defRPr/>
            </a:pPr>
            <a:r>
              <a:rPr lang="en-US"/>
              <a:t>Paragraph 04 </a:t>
            </a:r>
            <a:br>
              <a:rPr lang="en-US"/>
            </a:br>
            <a:r>
              <a:rPr lang="en-US"/>
              <a:t>(</a:t>
            </a:r>
            <a:r>
              <a:rPr lang="en-US" err="1"/>
              <a:t>Raleway</a:t>
            </a:r>
            <a:r>
              <a:rPr lang="en-US"/>
              <a:t> Light 10 </a:t>
            </a:r>
            <a:r>
              <a:rPr lang="en-US" err="1"/>
              <a:t>pt</a:t>
            </a:r>
            <a:r>
              <a:rPr lang="en-US"/>
              <a:t>)</a:t>
            </a:r>
            <a:endParaRPr lang="nl-NL"/>
          </a:p>
        </p:txBody>
      </p:sp>
      <p:sp>
        <p:nvSpPr>
          <p:cNvPr id="2" name="Title 1">
            <a:extLst>
              <a:ext uri="{FF2B5EF4-FFF2-40B4-BE49-F238E27FC236}">
                <a16:creationId xmlns:a16="http://schemas.microsoft.com/office/drawing/2014/main" id="{ED056BDA-97F4-488A-9616-412A550DD63F}"/>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7" name="Text Placeholder 4">
            <a:extLst>
              <a:ext uri="{FF2B5EF4-FFF2-40B4-BE49-F238E27FC236}">
                <a16:creationId xmlns:a16="http://schemas.microsoft.com/office/drawing/2014/main" id="{69080211-5C81-4EF6-8A99-584EB4FC63A1}"/>
              </a:ext>
            </a:extLst>
          </p:cNvPr>
          <p:cNvSpPr>
            <a:spLocks noGrp="1"/>
          </p:cNvSpPr>
          <p:nvPr>
            <p:ph type="body" sz="quarter" idx="10"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9" name="Slide Number Placeholder 5">
            <a:extLst>
              <a:ext uri="{FF2B5EF4-FFF2-40B4-BE49-F238E27FC236}">
                <a16:creationId xmlns:a16="http://schemas.microsoft.com/office/drawing/2014/main" id="{D444B69E-865F-4944-9FCA-E74C63EBCE63}"/>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368091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with desig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5ED8B6BB-8141-4A07-944C-6F82D30BF3CA}"/>
              </a:ext>
            </a:extLst>
          </p:cNvPr>
          <p:cNvGrpSpPr/>
          <p:nvPr userDrawn="1"/>
        </p:nvGrpSpPr>
        <p:grpSpPr bwMode="invGray">
          <a:xfrm>
            <a:off x="4942429" y="0"/>
            <a:ext cx="4201571" cy="4400550"/>
            <a:chOff x="1271192" y="805323"/>
            <a:chExt cx="4461628" cy="4672922"/>
          </a:xfrm>
        </p:grpSpPr>
        <p:sp>
          <p:nvSpPr>
            <p:cNvPr id="10" name="Freeform: Shape 9">
              <a:extLst>
                <a:ext uri="{FF2B5EF4-FFF2-40B4-BE49-F238E27FC236}">
                  <a16:creationId xmlns:a16="http://schemas.microsoft.com/office/drawing/2014/main" id="{541290F4-5E28-45D5-B36F-8D8516767C64}"/>
                </a:ext>
              </a:extLst>
            </p:cNvPr>
            <p:cNvSpPr/>
            <p:nvPr userDrawn="1"/>
          </p:nvSpPr>
          <p:spPr bwMode="invGray">
            <a:xfrm>
              <a:off x="1271192" y="805324"/>
              <a:ext cx="4461628" cy="4672921"/>
            </a:xfrm>
            <a:custGeom>
              <a:avLst/>
              <a:gdLst>
                <a:gd name="connsiteX0" fmla="*/ 738812 w 4461628"/>
                <a:gd name="connsiteY0" fmla="*/ 0 h 4672921"/>
                <a:gd name="connsiteX1" fmla="*/ 4461628 w 4461628"/>
                <a:gd name="connsiteY1" fmla="*/ 0 h 4672921"/>
                <a:gd name="connsiteX2" fmla="*/ 4461628 w 4461628"/>
                <a:gd name="connsiteY2" fmla="*/ 4110245 h 4672921"/>
                <a:gd name="connsiteX3" fmla="*/ 4345762 w 4461628"/>
                <a:gd name="connsiteY3" fmla="*/ 4196888 h 4672921"/>
                <a:gd name="connsiteX4" fmla="*/ 2787336 w 4461628"/>
                <a:gd name="connsiteY4" fmla="*/ 4672921 h 4672921"/>
                <a:gd name="connsiteX5" fmla="*/ 0 w 4461628"/>
                <a:gd name="connsiteY5" fmla="*/ 1885585 h 4672921"/>
                <a:gd name="connsiteX6" fmla="*/ 636492 w 4461628"/>
                <a:gd name="connsiteY6" fmla="*/ 112581 h 467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61628" h="4672921">
                  <a:moveTo>
                    <a:pt x="738812" y="0"/>
                  </a:moveTo>
                  <a:lnTo>
                    <a:pt x="4461628" y="0"/>
                  </a:lnTo>
                  <a:lnTo>
                    <a:pt x="4461628" y="4110245"/>
                  </a:lnTo>
                  <a:lnTo>
                    <a:pt x="4345762" y="4196888"/>
                  </a:lnTo>
                  <a:cubicBezTo>
                    <a:pt x="3900900" y="4497431"/>
                    <a:pt x="3364612" y="4672921"/>
                    <a:pt x="2787336" y="4672921"/>
                  </a:cubicBezTo>
                  <a:cubicBezTo>
                    <a:pt x="1247933" y="4672921"/>
                    <a:pt x="0" y="3424988"/>
                    <a:pt x="0" y="1885585"/>
                  </a:cubicBezTo>
                  <a:cubicBezTo>
                    <a:pt x="0" y="1212096"/>
                    <a:pt x="238862" y="594397"/>
                    <a:pt x="636492" y="112581"/>
                  </a:cubicBezTo>
                  <a:close/>
                </a:path>
              </a:pathLst>
            </a:custGeom>
            <a:gradFill flip="none" rotWithShape="1">
              <a:gsLst>
                <a:gs pos="46000">
                  <a:srgbClr val="039BDA">
                    <a:alpha val="38000"/>
                  </a:srgbClr>
                </a:gs>
                <a:gs pos="0">
                  <a:schemeClr val="accent1"/>
                </a:gs>
                <a:gs pos="100000">
                  <a:schemeClr val="accent1">
                    <a:alpha val="0"/>
                  </a:schemeClr>
                </a:gs>
              </a:gsLst>
              <a:lin ang="16800000" scaled="0"/>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F8771D00-4996-4944-B9F3-7D4A39BE5721}"/>
                </a:ext>
              </a:extLst>
            </p:cNvPr>
            <p:cNvSpPr/>
            <p:nvPr userDrawn="1"/>
          </p:nvSpPr>
          <p:spPr bwMode="invGray">
            <a:xfrm>
              <a:off x="2875525" y="805323"/>
              <a:ext cx="2857295" cy="2998788"/>
            </a:xfrm>
            <a:custGeom>
              <a:avLst/>
              <a:gdLst>
                <a:gd name="connsiteX0" fmla="*/ 43110 w 2857295"/>
                <a:gd name="connsiteY0" fmla="*/ 0 h 2998788"/>
                <a:gd name="connsiteX1" fmla="*/ 2857295 w 2857295"/>
                <a:gd name="connsiteY1" fmla="*/ 0 h 2998788"/>
                <a:gd name="connsiteX2" fmla="*/ 2857295 w 2857295"/>
                <a:gd name="connsiteY2" fmla="*/ 2977273 h 2998788"/>
                <a:gd name="connsiteX3" fmla="*/ 2802326 w 2857295"/>
                <a:gd name="connsiteY3" fmla="*/ 2985662 h 2998788"/>
                <a:gd name="connsiteX4" fmla="*/ 2542382 w 2857295"/>
                <a:gd name="connsiteY4" fmla="*/ 2998788 h 2998788"/>
                <a:gd name="connsiteX5" fmla="*/ 0 w 2857295"/>
                <a:gd name="connsiteY5" fmla="*/ 456406 h 2998788"/>
                <a:gd name="connsiteX6" fmla="*/ 13126 w 2857295"/>
                <a:gd name="connsiteY6" fmla="*/ 196462 h 2998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7295" h="2998788">
                  <a:moveTo>
                    <a:pt x="43110" y="0"/>
                  </a:moveTo>
                  <a:lnTo>
                    <a:pt x="2857295" y="0"/>
                  </a:lnTo>
                  <a:lnTo>
                    <a:pt x="2857295" y="2977273"/>
                  </a:lnTo>
                  <a:lnTo>
                    <a:pt x="2802326" y="2985662"/>
                  </a:lnTo>
                  <a:cubicBezTo>
                    <a:pt x="2716859" y="2994342"/>
                    <a:pt x="2630140" y="2998788"/>
                    <a:pt x="2542382" y="2998788"/>
                  </a:cubicBezTo>
                  <a:cubicBezTo>
                    <a:pt x="1138263" y="2998788"/>
                    <a:pt x="0" y="1860525"/>
                    <a:pt x="0" y="456406"/>
                  </a:cubicBezTo>
                  <a:cubicBezTo>
                    <a:pt x="0" y="368649"/>
                    <a:pt x="4447" y="281930"/>
                    <a:pt x="13126" y="196462"/>
                  </a:cubicBezTo>
                  <a:close/>
                </a:path>
              </a:pathLst>
            </a:custGeom>
            <a:solidFill>
              <a:schemeClr val="accent2">
                <a:alpha val="22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7" name="Content Placeholder 2">
            <a:extLst>
              <a:ext uri="{FF2B5EF4-FFF2-40B4-BE49-F238E27FC236}">
                <a16:creationId xmlns:a16="http://schemas.microsoft.com/office/drawing/2014/main" id="{6C20DF42-863D-4864-B783-B1EC7CEE7910}"/>
              </a:ext>
            </a:extLst>
          </p:cNvPr>
          <p:cNvSpPr>
            <a:spLocks noGrp="1"/>
          </p:cNvSpPr>
          <p:nvPr>
            <p:ph idx="1" hasCustomPrompt="1"/>
          </p:nvPr>
        </p:nvSpPr>
        <p:spPr bwMode="invGray">
          <a:xfrm>
            <a:off x="227661" y="987574"/>
            <a:ext cx="4754880" cy="3584426"/>
          </a:xfrm>
          <a:prstGeom prst="rect">
            <a:avLst/>
          </a:prstGeom>
        </p:spPr>
        <p:txBody>
          <a:bodyPr/>
          <a:lstStyle>
            <a:lvl1pPr>
              <a:lnSpc>
                <a:spcPct val="100000"/>
              </a:lnSpc>
              <a:spcAft>
                <a:spcPts val="400"/>
              </a:spcAft>
              <a:buClr>
                <a:schemeClr val="tx1"/>
              </a:buClr>
              <a:defRPr/>
            </a:lvl1pPr>
            <a:lvl2pPr>
              <a:lnSpc>
                <a:spcPct val="100000"/>
              </a:lnSpc>
              <a:spcAft>
                <a:spcPts val="400"/>
              </a:spcAft>
              <a:buClr>
                <a:schemeClr val="tx1"/>
              </a:buClr>
              <a:defRPr/>
            </a:lvl2pPr>
            <a:lvl3pPr>
              <a:lnSpc>
                <a:spcPct val="100000"/>
              </a:lnSpc>
              <a:spcAft>
                <a:spcPts val="400"/>
              </a:spcAft>
              <a:buClr>
                <a:schemeClr val="tx1"/>
              </a:buClr>
              <a:defRPr/>
            </a:lvl3pPr>
            <a:lvl4pPr marL="658368" marR="0" indent="-164592"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Char char="•"/>
              <a:tabLst/>
              <a:defRPr/>
            </a:lvl4pPr>
          </a:lstStyle>
          <a:p>
            <a:pPr lvl="0"/>
            <a:r>
              <a:rPr lang="nl-NL"/>
              <a:t>Paragraph 01 (Raleway Medium 14 pt)</a:t>
            </a:r>
          </a:p>
          <a:p>
            <a:pPr lvl="1"/>
            <a:r>
              <a:rPr lang="nl-NL"/>
              <a:t>Paragraph 02 (Raleway Light 12 pt)</a:t>
            </a:r>
          </a:p>
          <a:p>
            <a:pPr lvl="2"/>
            <a:r>
              <a:rPr lang="nl-NL"/>
              <a:t>Paragraph 03 (Raleway Light 11 pt)</a:t>
            </a:r>
          </a:p>
          <a:p>
            <a:pPr lvl="3"/>
            <a:r>
              <a:rPr lang="en-US"/>
              <a:t>Paragraph 04 (</a:t>
            </a:r>
            <a:r>
              <a:rPr lang="en-US" err="1"/>
              <a:t>Raleway</a:t>
            </a:r>
            <a:r>
              <a:rPr lang="en-US"/>
              <a:t> Light 10 </a:t>
            </a:r>
            <a:r>
              <a:rPr lang="en-US" err="1"/>
              <a:t>pt</a:t>
            </a:r>
            <a:r>
              <a:rPr lang="en-US"/>
              <a:t>)</a:t>
            </a:r>
            <a:endParaRPr lang="nl-NL"/>
          </a:p>
        </p:txBody>
      </p:sp>
      <p:sp>
        <p:nvSpPr>
          <p:cNvPr id="9" name="Content Placeholder 2">
            <a:extLst>
              <a:ext uri="{FF2B5EF4-FFF2-40B4-BE49-F238E27FC236}">
                <a16:creationId xmlns:a16="http://schemas.microsoft.com/office/drawing/2014/main" id="{1DBE6B0A-11C9-4607-AEBB-04B9ED54F675}"/>
              </a:ext>
            </a:extLst>
          </p:cNvPr>
          <p:cNvSpPr>
            <a:spLocks noGrp="1"/>
          </p:cNvSpPr>
          <p:nvPr>
            <p:ph idx="11" hasCustomPrompt="1"/>
          </p:nvPr>
        </p:nvSpPr>
        <p:spPr bwMode="invGray">
          <a:xfrm>
            <a:off x="5147133" y="987574"/>
            <a:ext cx="3657600" cy="3584426"/>
          </a:xfrm>
          <a:prstGeom prst="rect">
            <a:avLst/>
          </a:prstGeom>
        </p:spPr>
        <p:txBody>
          <a:bodyPr/>
          <a:lstStyle>
            <a:lvl1pPr>
              <a:lnSpc>
                <a:spcPct val="100000"/>
              </a:lnSpc>
              <a:spcAft>
                <a:spcPts val="400"/>
              </a:spcAft>
              <a:buClr>
                <a:schemeClr val="tx1"/>
              </a:buClr>
              <a:defRPr>
                <a:solidFill>
                  <a:schemeClr val="tx1"/>
                </a:solidFill>
              </a:defRPr>
            </a:lvl1pPr>
            <a:lvl2pPr>
              <a:lnSpc>
                <a:spcPct val="100000"/>
              </a:lnSpc>
              <a:spcAft>
                <a:spcPts val="400"/>
              </a:spcAft>
              <a:buClr>
                <a:schemeClr val="tx1"/>
              </a:buClr>
              <a:defRPr>
                <a:solidFill>
                  <a:schemeClr val="tx1"/>
                </a:solidFill>
              </a:defRPr>
            </a:lvl2pPr>
            <a:lvl3pPr>
              <a:lnSpc>
                <a:spcPct val="100000"/>
              </a:lnSpc>
              <a:spcAft>
                <a:spcPts val="400"/>
              </a:spcAft>
              <a:buClr>
                <a:schemeClr val="tx1"/>
              </a:buClr>
              <a:defRPr>
                <a:solidFill>
                  <a:schemeClr val="tx1"/>
                </a:solidFill>
              </a:defRPr>
            </a:lvl3pPr>
            <a:lvl4pPr marL="658368" marR="0" indent="-164592"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Char char="•"/>
              <a:tabLst/>
              <a:defRPr>
                <a:solidFill>
                  <a:schemeClr val="tx1"/>
                </a:solidFill>
              </a:defRPr>
            </a:lvl4pPr>
          </a:lstStyle>
          <a:p>
            <a:pPr lvl="0"/>
            <a:r>
              <a:rPr lang="nl-NL"/>
              <a:t>Paragraph 01 (Raleway Medium 14 pt)</a:t>
            </a:r>
          </a:p>
          <a:p>
            <a:pPr lvl="1"/>
            <a:r>
              <a:rPr lang="nl-NL"/>
              <a:t>Paragraph 02 (Raleway Light 12 pt)</a:t>
            </a:r>
          </a:p>
          <a:p>
            <a:pPr lvl="2"/>
            <a:r>
              <a:rPr lang="nl-NL"/>
              <a:t>Paragraph 03 (Raleway Light 11 pt)</a:t>
            </a:r>
          </a:p>
          <a:p>
            <a:pPr lvl="3"/>
            <a:r>
              <a:rPr lang="en-US"/>
              <a:t>Paragraph 04 (</a:t>
            </a:r>
            <a:r>
              <a:rPr lang="en-US" err="1"/>
              <a:t>Raleway</a:t>
            </a:r>
            <a:r>
              <a:rPr lang="en-US"/>
              <a:t> Light 10 </a:t>
            </a:r>
            <a:r>
              <a:rPr lang="en-US" err="1"/>
              <a:t>pt</a:t>
            </a:r>
            <a:r>
              <a:rPr lang="en-US"/>
              <a:t>)</a:t>
            </a:r>
            <a:endParaRPr lang="nl-NL"/>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2" name="Text Placeholder 4">
            <a:extLst>
              <a:ext uri="{FF2B5EF4-FFF2-40B4-BE49-F238E27FC236}">
                <a16:creationId xmlns:a16="http://schemas.microsoft.com/office/drawing/2014/main" id="{20E81642-44FE-49E3-9BF9-79C2AC852D3A}"/>
              </a:ext>
            </a:extLst>
          </p:cNvPr>
          <p:cNvSpPr>
            <a:spLocks noGrp="1"/>
          </p:cNvSpPr>
          <p:nvPr>
            <p:ph type="body" sz="quarter" idx="10"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13" name="Slide Number Placeholder 5">
            <a:extLst>
              <a:ext uri="{FF2B5EF4-FFF2-40B4-BE49-F238E27FC236}">
                <a16:creationId xmlns:a16="http://schemas.microsoft.com/office/drawing/2014/main" id="{60606FF8-04CC-4479-BBE7-919F71DF565C}"/>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229041928"/>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x 3 Table forma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2" name="Text Placeholder 4">
            <a:extLst>
              <a:ext uri="{FF2B5EF4-FFF2-40B4-BE49-F238E27FC236}">
                <a16:creationId xmlns:a16="http://schemas.microsoft.com/office/drawing/2014/main" id="{20E81642-44FE-49E3-9BF9-79C2AC852D3A}"/>
              </a:ext>
            </a:extLst>
          </p:cNvPr>
          <p:cNvSpPr>
            <a:spLocks noGrp="1"/>
          </p:cNvSpPr>
          <p:nvPr>
            <p:ph type="body" sz="quarter" idx="10"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13" name="Rectangle: Rounded Corners 12">
            <a:extLst>
              <a:ext uri="{FF2B5EF4-FFF2-40B4-BE49-F238E27FC236}">
                <a16:creationId xmlns:a16="http://schemas.microsoft.com/office/drawing/2014/main" id="{0AAC43FA-2C17-4310-975D-9F2CC8E8A130}"/>
              </a:ext>
            </a:extLst>
          </p:cNvPr>
          <p:cNvSpPr/>
          <p:nvPr userDrawn="1"/>
        </p:nvSpPr>
        <p:spPr bwMode="invGray">
          <a:xfrm>
            <a:off x="323850" y="1748900"/>
            <a:ext cx="2383839" cy="825623"/>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schemeClr val="tx1"/>
              </a:solidFill>
              <a:latin typeface="+mj-lt"/>
            </a:endParaRPr>
          </a:p>
        </p:txBody>
      </p:sp>
      <p:sp>
        <p:nvSpPr>
          <p:cNvPr id="14" name="Rectangle: Rounded Corners 13">
            <a:extLst>
              <a:ext uri="{FF2B5EF4-FFF2-40B4-BE49-F238E27FC236}">
                <a16:creationId xmlns:a16="http://schemas.microsoft.com/office/drawing/2014/main" id="{EA29D3CB-04E1-4254-96D2-04A5B8CB64A8}"/>
              </a:ext>
            </a:extLst>
          </p:cNvPr>
          <p:cNvSpPr/>
          <p:nvPr userDrawn="1"/>
        </p:nvSpPr>
        <p:spPr bwMode="invGray">
          <a:xfrm>
            <a:off x="323850" y="2747639"/>
            <a:ext cx="2383839" cy="825623"/>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schemeClr val="tx1"/>
              </a:solidFill>
              <a:latin typeface="+mj-lt"/>
            </a:endParaRPr>
          </a:p>
        </p:txBody>
      </p:sp>
      <p:sp>
        <p:nvSpPr>
          <p:cNvPr id="15" name="Rectangle: Rounded Corners 14">
            <a:extLst>
              <a:ext uri="{FF2B5EF4-FFF2-40B4-BE49-F238E27FC236}">
                <a16:creationId xmlns:a16="http://schemas.microsoft.com/office/drawing/2014/main" id="{363853CF-3336-48A6-A5C4-BD73780749EA}"/>
              </a:ext>
            </a:extLst>
          </p:cNvPr>
          <p:cNvSpPr/>
          <p:nvPr userDrawn="1"/>
        </p:nvSpPr>
        <p:spPr bwMode="invGray">
          <a:xfrm>
            <a:off x="323850" y="3746377"/>
            <a:ext cx="2383839" cy="825623"/>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schemeClr val="tx1"/>
              </a:solidFill>
              <a:latin typeface="+mj-lt"/>
            </a:endParaRPr>
          </a:p>
        </p:txBody>
      </p:sp>
      <p:sp>
        <p:nvSpPr>
          <p:cNvPr id="16" name="Rectangle: Rounded Corners 15">
            <a:extLst>
              <a:ext uri="{FF2B5EF4-FFF2-40B4-BE49-F238E27FC236}">
                <a16:creationId xmlns:a16="http://schemas.microsoft.com/office/drawing/2014/main" id="{FD2044E8-B170-4670-93E7-0D73DE2C2BA1}"/>
              </a:ext>
            </a:extLst>
          </p:cNvPr>
          <p:cNvSpPr/>
          <p:nvPr userDrawn="1"/>
        </p:nvSpPr>
        <p:spPr bwMode="invGray">
          <a:xfrm>
            <a:off x="2894197" y="1074738"/>
            <a:ext cx="2867342" cy="540998"/>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1"/>
              </a:solidFill>
              <a:latin typeface="+mj-lt"/>
            </a:endParaRPr>
          </a:p>
        </p:txBody>
      </p:sp>
      <p:sp>
        <p:nvSpPr>
          <p:cNvPr id="17" name="Rectangle: Rounded Corners 16">
            <a:extLst>
              <a:ext uri="{FF2B5EF4-FFF2-40B4-BE49-F238E27FC236}">
                <a16:creationId xmlns:a16="http://schemas.microsoft.com/office/drawing/2014/main" id="{60471C9D-9067-4CE4-9B0A-0516F060B6DD}"/>
              </a:ext>
            </a:extLst>
          </p:cNvPr>
          <p:cNvSpPr/>
          <p:nvPr userDrawn="1"/>
        </p:nvSpPr>
        <p:spPr bwMode="invGray">
          <a:xfrm>
            <a:off x="5948046" y="1074738"/>
            <a:ext cx="2867342" cy="540998"/>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4"/>
              </a:solidFill>
              <a:latin typeface="+mj-lt"/>
            </a:endParaRPr>
          </a:p>
        </p:txBody>
      </p:sp>
      <p:sp>
        <p:nvSpPr>
          <p:cNvPr id="19" name="Text Placeholder 5">
            <a:extLst>
              <a:ext uri="{FF2B5EF4-FFF2-40B4-BE49-F238E27FC236}">
                <a16:creationId xmlns:a16="http://schemas.microsoft.com/office/drawing/2014/main" id="{DF47391B-86BB-448B-BDAB-35ECA05C01C8}"/>
              </a:ext>
            </a:extLst>
          </p:cNvPr>
          <p:cNvSpPr>
            <a:spLocks noGrp="1"/>
          </p:cNvSpPr>
          <p:nvPr>
            <p:ph type="body" sz="quarter" idx="13" hasCustomPrompt="1"/>
          </p:nvPr>
        </p:nvSpPr>
        <p:spPr bwMode="invGray">
          <a:xfrm>
            <a:off x="2894197" y="1748900"/>
            <a:ext cx="2871216" cy="822960"/>
          </a:xfrm>
        </p:spPr>
        <p:txBody>
          <a:bodyPr lIns="91440" tIns="45720" rIns="91440" bIns="45720" anchor="t"/>
          <a:lstStyle>
            <a:lvl1pPr marL="0" indent="0" algn="l">
              <a:buNone/>
              <a:defRPr sz="1200">
                <a:latin typeface="+mn-lt"/>
              </a:defRPr>
            </a:lvl1pPr>
          </a:lstStyle>
          <a:p>
            <a:pPr lvl="0"/>
            <a:r>
              <a:rPr lang="en-US"/>
              <a:t>Text</a:t>
            </a:r>
          </a:p>
        </p:txBody>
      </p:sp>
      <p:sp>
        <p:nvSpPr>
          <p:cNvPr id="20" name="Text Placeholder 5">
            <a:extLst>
              <a:ext uri="{FF2B5EF4-FFF2-40B4-BE49-F238E27FC236}">
                <a16:creationId xmlns:a16="http://schemas.microsoft.com/office/drawing/2014/main" id="{865DE240-9DED-468B-8408-87FDDC1791EE}"/>
              </a:ext>
            </a:extLst>
          </p:cNvPr>
          <p:cNvSpPr>
            <a:spLocks noGrp="1"/>
          </p:cNvSpPr>
          <p:nvPr>
            <p:ph type="body" sz="quarter" idx="14" hasCustomPrompt="1"/>
          </p:nvPr>
        </p:nvSpPr>
        <p:spPr bwMode="invGray">
          <a:xfrm>
            <a:off x="323850" y="1748900"/>
            <a:ext cx="2386584" cy="822960"/>
          </a:xfrm>
        </p:spPr>
        <p:txBody>
          <a:bodyPr lIns="91440" tIns="91440" rIns="91440" bIns="45720" anchor="t"/>
          <a:lstStyle>
            <a:lvl1pPr marL="0" indent="0" algn="l">
              <a:buNone/>
              <a:defRPr sz="1200">
                <a:latin typeface="+mj-lt"/>
              </a:defRPr>
            </a:lvl1pPr>
          </a:lstStyle>
          <a:p>
            <a:pPr lvl="0"/>
            <a:r>
              <a:rPr lang="en-US"/>
              <a:t>Text</a:t>
            </a:r>
          </a:p>
        </p:txBody>
      </p:sp>
      <p:sp>
        <p:nvSpPr>
          <p:cNvPr id="21" name="Text Placeholder 5">
            <a:extLst>
              <a:ext uri="{FF2B5EF4-FFF2-40B4-BE49-F238E27FC236}">
                <a16:creationId xmlns:a16="http://schemas.microsoft.com/office/drawing/2014/main" id="{24221231-F65C-444E-86F3-11E362190CDA}"/>
              </a:ext>
            </a:extLst>
          </p:cNvPr>
          <p:cNvSpPr>
            <a:spLocks noGrp="1"/>
          </p:cNvSpPr>
          <p:nvPr>
            <p:ph type="body" sz="quarter" idx="15" hasCustomPrompt="1"/>
          </p:nvPr>
        </p:nvSpPr>
        <p:spPr bwMode="invGray">
          <a:xfrm>
            <a:off x="323850" y="2747639"/>
            <a:ext cx="2386584" cy="822960"/>
          </a:xfrm>
        </p:spPr>
        <p:txBody>
          <a:bodyPr lIns="91440" tIns="91440" rIns="91440" bIns="45720" anchor="t"/>
          <a:lstStyle>
            <a:lvl1pPr marL="0" indent="0" algn="l">
              <a:buNone/>
              <a:defRPr sz="1200">
                <a:latin typeface="+mj-lt"/>
              </a:defRPr>
            </a:lvl1pPr>
          </a:lstStyle>
          <a:p>
            <a:pPr lvl="0"/>
            <a:r>
              <a:rPr lang="en-US"/>
              <a:t>Text</a:t>
            </a:r>
          </a:p>
        </p:txBody>
      </p:sp>
      <p:sp>
        <p:nvSpPr>
          <p:cNvPr id="22" name="Text Placeholder 5">
            <a:extLst>
              <a:ext uri="{FF2B5EF4-FFF2-40B4-BE49-F238E27FC236}">
                <a16:creationId xmlns:a16="http://schemas.microsoft.com/office/drawing/2014/main" id="{2482BD1E-38F6-47D7-BBAC-A70C8E7A28F6}"/>
              </a:ext>
            </a:extLst>
          </p:cNvPr>
          <p:cNvSpPr>
            <a:spLocks noGrp="1"/>
          </p:cNvSpPr>
          <p:nvPr>
            <p:ph type="body" sz="quarter" idx="16" hasCustomPrompt="1"/>
          </p:nvPr>
        </p:nvSpPr>
        <p:spPr bwMode="invGray">
          <a:xfrm>
            <a:off x="323850" y="3746377"/>
            <a:ext cx="2386584" cy="822960"/>
          </a:xfrm>
        </p:spPr>
        <p:txBody>
          <a:bodyPr lIns="91440" tIns="91440" rIns="91440" bIns="45720" anchor="t"/>
          <a:lstStyle>
            <a:lvl1pPr marL="0" indent="0" algn="l">
              <a:buNone/>
              <a:defRPr sz="1200">
                <a:latin typeface="+mj-lt"/>
              </a:defRPr>
            </a:lvl1pPr>
          </a:lstStyle>
          <a:p>
            <a:pPr lvl="0"/>
            <a:r>
              <a:rPr lang="en-US"/>
              <a:t>Text</a:t>
            </a:r>
          </a:p>
        </p:txBody>
      </p:sp>
      <p:sp>
        <p:nvSpPr>
          <p:cNvPr id="23" name="Text Placeholder 5">
            <a:extLst>
              <a:ext uri="{FF2B5EF4-FFF2-40B4-BE49-F238E27FC236}">
                <a16:creationId xmlns:a16="http://schemas.microsoft.com/office/drawing/2014/main" id="{DFD8F45F-7B56-4332-AF85-2AE6A07C0D23}"/>
              </a:ext>
            </a:extLst>
          </p:cNvPr>
          <p:cNvSpPr>
            <a:spLocks noGrp="1"/>
          </p:cNvSpPr>
          <p:nvPr>
            <p:ph type="body" sz="quarter" idx="17" hasCustomPrompt="1"/>
          </p:nvPr>
        </p:nvSpPr>
        <p:spPr bwMode="invGray">
          <a:xfrm>
            <a:off x="2894197" y="2747639"/>
            <a:ext cx="2871216" cy="822960"/>
          </a:xfrm>
        </p:spPr>
        <p:txBody>
          <a:bodyPr lIns="91440" tIns="45720" rIns="91440" bIns="45720" anchor="t"/>
          <a:lstStyle>
            <a:lvl1pPr marL="0" indent="0" algn="l">
              <a:buNone/>
              <a:defRPr sz="1200">
                <a:latin typeface="+mn-lt"/>
              </a:defRPr>
            </a:lvl1pPr>
          </a:lstStyle>
          <a:p>
            <a:pPr lvl="0"/>
            <a:r>
              <a:rPr lang="en-US"/>
              <a:t>Text</a:t>
            </a:r>
          </a:p>
        </p:txBody>
      </p:sp>
      <p:sp>
        <p:nvSpPr>
          <p:cNvPr id="24" name="Text Placeholder 5">
            <a:extLst>
              <a:ext uri="{FF2B5EF4-FFF2-40B4-BE49-F238E27FC236}">
                <a16:creationId xmlns:a16="http://schemas.microsoft.com/office/drawing/2014/main" id="{CDE47660-6FF5-4273-927F-10B15F30F6BA}"/>
              </a:ext>
            </a:extLst>
          </p:cNvPr>
          <p:cNvSpPr>
            <a:spLocks noGrp="1"/>
          </p:cNvSpPr>
          <p:nvPr>
            <p:ph type="body" sz="quarter" idx="18" hasCustomPrompt="1"/>
          </p:nvPr>
        </p:nvSpPr>
        <p:spPr bwMode="invGray">
          <a:xfrm>
            <a:off x="2894197" y="3746377"/>
            <a:ext cx="2871216" cy="822960"/>
          </a:xfrm>
        </p:spPr>
        <p:txBody>
          <a:bodyPr lIns="91440" tIns="45720" rIns="91440" bIns="45720" anchor="t"/>
          <a:lstStyle>
            <a:lvl1pPr marL="0" indent="0" algn="l">
              <a:buNone/>
              <a:defRPr sz="1200">
                <a:latin typeface="+mn-lt"/>
              </a:defRPr>
            </a:lvl1pPr>
          </a:lstStyle>
          <a:p>
            <a:pPr lvl="0"/>
            <a:r>
              <a:rPr lang="en-US"/>
              <a:t>Text</a:t>
            </a:r>
          </a:p>
        </p:txBody>
      </p:sp>
      <p:sp>
        <p:nvSpPr>
          <p:cNvPr id="25" name="Text Placeholder 5">
            <a:extLst>
              <a:ext uri="{FF2B5EF4-FFF2-40B4-BE49-F238E27FC236}">
                <a16:creationId xmlns:a16="http://schemas.microsoft.com/office/drawing/2014/main" id="{A0B1C8B2-9DC8-4FF8-A533-631CF381CF76}"/>
              </a:ext>
            </a:extLst>
          </p:cNvPr>
          <p:cNvSpPr>
            <a:spLocks noGrp="1"/>
          </p:cNvSpPr>
          <p:nvPr>
            <p:ph type="body" sz="quarter" idx="19" hasCustomPrompt="1"/>
          </p:nvPr>
        </p:nvSpPr>
        <p:spPr bwMode="invGray">
          <a:xfrm>
            <a:off x="5948046" y="1748900"/>
            <a:ext cx="2871216" cy="822960"/>
          </a:xfrm>
        </p:spPr>
        <p:txBody>
          <a:bodyPr lIns="91440" tIns="45720" rIns="91440" bIns="45720" anchor="t"/>
          <a:lstStyle>
            <a:lvl1pPr marL="0" indent="0" algn="l">
              <a:buNone/>
              <a:defRPr sz="1200">
                <a:latin typeface="+mn-lt"/>
              </a:defRPr>
            </a:lvl1pPr>
          </a:lstStyle>
          <a:p>
            <a:pPr lvl="0"/>
            <a:r>
              <a:rPr lang="en-US"/>
              <a:t>Text</a:t>
            </a:r>
          </a:p>
        </p:txBody>
      </p:sp>
      <p:sp>
        <p:nvSpPr>
          <p:cNvPr id="26" name="Text Placeholder 5">
            <a:extLst>
              <a:ext uri="{FF2B5EF4-FFF2-40B4-BE49-F238E27FC236}">
                <a16:creationId xmlns:a16="http://schemas.microsoft.com/office/drawing/2014/main" id="{CDB831E6-1489-49ED-9F9D-7DAAC230B4E6}"/>
              </a:ext>
            </a:extLst>
          </p:cNvPr>
          <p:cNvSpPr>
            <a:spLocks noGrp="1"/>
          </p:cNvSpPr>
          <p:nvPr>
            <p:ph type="body" sz="quarter" idx="20" hasCustomPrompt="1"/>
          </p:nvPr>
        </p:nvSpPr>
        <p:spPr bwMode="invGray">
          <a:xfrm>
            <a:off x="5948046" y="2747639"/>
            <a:ext cx="2871216" cy="822960"/>
          </a:xfrm>
        </p:spPr>
        <p:txBody>
          <a:bodyPr lIns="91440" tIns="45720" rIns="91440" bIns="45720" anchor="t"/>
          <a:lstStyle>
            <a:lvl1pPr marL="0" indent="0" algn="l">
              <a:buNone/>
              <a:defRPr sz="1200">
                <a:latin typeface="+mn-lt"/>
              </a:defRPr>
            </a:lvl1pPr>
          </a:lstStyle>
          <a:p>
            <a:pPr lvl="0"/>
            <a:r>
              <a:rPr lang="en-US"/>
              <a:t>Text</a:t>
            </a:r>
          </a:p>
        </p:txBody>
      </p:sp>
      <p:sp>
        <p:nvSpPr>
          <p:cNvPr id="27" name="Text Placeholder 5">
            <a:extLst>
              <a:ext uri="{FF2B5EF4-FFF2-40B4-BE49-F238E27FC236}">
                <a16:creationId xmlns:a16="http://schemas.microsoft.com/office/drawing/2014/main" id="{63D5D76A-D62F-4F95-80F9-A22030B23127}"/>
              </a:ext>
            </a:extLst>
          </p:cNvPr>
          <p:cNvSpPr>
            <a:spLocks noGrp="1"/>
          </p:cNvSpPr>
          <p:nvPr>
            <p:ph type="body" sz="quarter" idx="21" hasCustomPrompt="1"/>
          </p:nvPr>
        </p:nvSpPr>
        <p:spPr bwMode="invGray">
          <a:xfrm>
            <a:off x="5948046" y="3746377"/>
            <a:ext cx="2871216" cy="822960"/>
          </a:xfrm>
        </p:spPr>
        <p:txBody>
          <a:bodyPr lIns="91440" tIns="45720" rIns="91440" bIns="45720" anchor="t"/>
          <a:lstStyle>
            <a:lvl1pPr marL="0" indent="0" algn="l">
              <a:buNone/>
              <a:defRPr sz="1200">
                <a:latin typeface="+mn-lt"/>
              </a:defRPr>
            </a:lvl1pPr>
          </a:lstStyle>
          <a:p>
            <a:pPr lvl="0"/>
            <a:r>
              <a:rPr lang="en-US"/>
              <a:t>Text</a:t>
            </a:r>
          </a:p>
        </p:txBody>
      </p:sp>
      <p:sp>
        <p:nvSpPr>
          <p:cNvPr id="28" name="Text Placeholder 5">
            <a:extLst>
              <a:ext uri="{FF2B5EF4-FFF2-40B4-BE49-F238E27FC236}">
                <a16:creationId xmlns:a16="http://schemas.microsoft.com/office/drawing/2014/main" id="{9F96D3A1-11B2-4382-8EB9-8DA25C910034}"/>
              </a:ext>
            </a:extLst>
          </p:cNvPr>
          <p:cNvSpPr>
            <a:spLocks noGrp="1"/>
          </p:cNvSpPr>
          <p:nvPr>
            <p:ph type="body" sz="quarter" idx="22" hasCustomPrompt="1"/>
          </p:nvPr>
        </p:nvSpPr>
        <p:spPr bwMode="invGray">
          <a:xfrm>
            <a:off x="2894197" y="1074738"/>
            <a:ext cx="2871216" cy="539496"/>
          </a:xfrm>
        </p:spPr>
        <p:txBody>
          <a:bodyPr lIns="91440" tIns="45720" rIns="91440" bIns="45720" anchor="ctr"/>
          <a:lstStyle>
            <a:lvl1pPr marL="0" indent="0" algn="l">
              <a:buNone/>
              <a:defRPr sz="1400">
                <a:solidFill>
                  <a:schemeClr val="accent1"/>
                </a:solidFill>
                <a:latin typeface="+mj-lt"/>
              </a:defRPr>
            </a:lvl1pPr>
          </a:lstStyle>
          <a:p>
            <a:pPr lvl="0"/>
            <a:r>
              <a:rPr lang="en-US"/>
              <a:t>Title</a:t>
            </a:r>
          </a:p>
        </p:txBody>
      </p:sp>
      <p:sp>
        <p:nvSpPr>
          <p:cNvPr id="29" name="Text Placeholder 5">
            <a:extLst>
              <a:ext uri="{FF2B5EF4-FFF2-40B4-BE49-F238E27FC236}">
                <a16:creationId xmlns:a16="http://schemas.microsoft.com/office/drawing/2014/main" id="{A80A609B-1E9B-43D5-9C67-882D8D8F76A0}"/>
              </a:ext>
            </a:extLst>
          </p:cNvPr>
          <p:cNvSpPr>
            <a:spLocks noGrp="1"/>
          </p:cNvSpPr>
          <p:nvPr>
            <p:ph type="body" sz="quarter" idx="23" hasCustomPrompt="1"/>
          </p:nvPr>
        </p:nvSpPr>
        <p:spPr bwMode="invGray">
          <a:xfrm>
            <a:off x="5948046" y="1074738"/>
            <a:ext cx="2871216" cy="539496"/>
          </a:xfrm>
        </p:spPr>
        <p:txBody>
          <a:bodyPr lIns="91440" tIns="45720" rIns="91440" bIns="45720" anchor="ctr"/>
          <a:lstStyle>
            <a:lvl1pPr marL="0" indent="0" algn="l">
              <a:buNone/>
              <a:defRPr sz="1400">
                <a:solidFill>
                  <a:schemeClr val="accent4"/>
                </a:solidFill>
                <a:latin typeface="+mj-lt"/>
              </a:defRPr>
            </a:lvl1pPr>
          </a:lstStyle>
          <a:p>
            <a:pPr lvl="0"/>
            <a:r>
              <a:rPr lang="en-US"/>
              <a:t>Title</a:t>
            </a:r>
          </a:p>
        </p:txBody>
      </p:sp>
      <p:sp>
        <p:nvSpPr>
          <p:cNvPr id="30" name="Slide Number Placeholder 5">
            <a:extLst>
              <a:ext uri="{FF2B5EF4-FFF2-40B4-BE49-F238E27FC236}">
                <a16:creationId xmlns:a16="http://schemas.microsoft.com/office/drawing/2014/main" id="{F0483CE8-D572-4C1C-B725-A9028B9DC5E7}"/>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420607601"/>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ngle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753AB01-8E4C-47D6-B8E3-10AC53C8EB24}"/>
              </a:ext>
            </a:extLst>
          </p:cNvPr>
          <p:cNvSpPr>
            <a:spLocks noGrp="1" noChangeAspect="1"/>
          </p:cNvSpPr>
          <p:nvPr>
            <p:ph type="pic" sz="quarter" idx="10" hasCustomPrompt="1"/>
          </p:nvPr>
        </p:nvSpPr>
        <p:spPr bwMode="invGray">
          <a:xfrm>
            <a:off x="333375" y="1824673"/>
            <a:ext cx="2075688" cy="2075688"/>
          </a:xfrm>
          <a:prstGeom prst="ellipse">
            <a:avLst/>
          </a:prstGeom>
        </p:spPr>
        <p:txBody>
          <a:bodyPr anchor="ctr"/>
          <a:lstStyle>
            <a:lvl1pPr marL="0" indent="0" algn="l">
              <a:buNone/>
              <a:defRPr sz="900">
                <a:solidFill>
                  <a:schemeClr val="tx1"/>
                </a:solidFill>
              </a:defRPr>
            </a:lvl1pPr>
          </a:lstStyle>
          <a:p>
            <a:r>
              <a:rPr lang="en-US"/>
              <a:t>Step 1: Click icon to add picture</a:t>
            </a:r>
            <a:br>
              <a:rPr lang="en-US"/>
            </a:br>
            <a:r>
              <a:rPr lang="en-US"/>
              <a:t>Step 2: Go to View &gt;&gt; Slide Master and copy the gradient shapes, close the Slide Master and paste the gradient shapes on top of the selected image</a:t>
            </a:r>
          </a:p>
        </p:txBody>
      </p:sp>
      <p:sp>
        <p:nvSpPr>
          <p:cNvPr id="5" name="Oval 4">
            <a:extLst>
              <a:ext uri="{FF2B5EF4-FFF2-40B4-BE49-F238E27FC236}">
                <a16:creationId xmlns:a16="http://schemas.microsoft.com/office/drawing/2014/main" id="{D8BAC6B4-51B9-4B47-8996-D65FBF9EDB5F}"/>
              </a:ext>
            </a:extLst>
          </p:cNvPr>
          <p:cNvSpPr>
            <a:spLocks noChangeAspect="1"/>
          </p:cNvSpPr>
          <p:nvPr userDrawn="1"/>
        </p:nvSpPr>
        <p:spPr bwMode="invGray">
          <a:xfrm>
            <a:off x="338328" y="1824038"/>
            <a:ext cx="2075688" cy="2075688"/>
          </a:xfrm>
          <a:prstGeom prst="ellipse">
            <a:avLst/>
          </a:prstGeom>
          <a:gradFill>
            <a:gsLst>
              <a:gs pos="48000">
                <a:schemeClr val="accent1">
                  <a:alpha val="0"/>
                </a:schemeClr>
              </a:gs>
              <a:gs pos="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F6D67A50-8F02-4A68-A376-32DC985938EC}"/>
              </a:ext>
            </a:extLst>
          </p:cNvPr>
          <p:cNvSpPr>
            <a:spLocks noChangeAspect="1"/>
          </p:cNvSpPr>
          <p:nvPr/>
        </p:nvSpPr>
        <p:spPr bwMode="invGray">
          <a:xfrm>
            <a:off x="1069009" y="1398595"/>
            <a:ext cx="2075687" cy="2075688"/>
          </a:xfrm>
          <a:prstGeom prst="ellipse">
            <a:avLst/>
          </a:prstGeom>
          <a:gradFill flip="none" rotWithShape="1">
            <a:gsLst>
              <a:gs pos="43000">
                <a:schemeClr val="accent4">
                  <a:alpha val="13000"/>
                </a:schemeClr>
              </a:gs>
              <a:gs pos="8000">
                <a:schemeClr val="accent4"/>
              </a:gs>
              <a:gs pos="71000">
                <a:schemeClr val="accent4">
                  <a:alpha val="0"/>
                </a:schemeClr>
              </a:gs>
            </a:gsLst>
            <a:lin ang="13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6" name="Text Placeholder 5">
            <a:extLst>
              <a:ext uri="{FF2B5EF4-FFF2-40B4-BE49-F238E27FC236}">
                <a16:creationId xmlns:a16="http://schemas.microsoft.com/office/drawing/2014/main" id="{5745C628-C734-425D-A3FF-809A59836586}"/>
              </a:ext>
            </a:extLst>
          </p:cNvPr>
          <p:cNvSpPr>
            <a:spLocks noGrp="1"/>
          </p:cNvSpPr>
          <p:nvPr>
            <p:ph type="body" sz="quarter" idx="11" hasCustomPrompt="1"/>
          </p:nvPr>
        </p:nvSpPr>
        <p:spPr bwMode="invGray">
          <a:xfrm>
            <a:off x="3350727" y="1074738"/>
            <a:ext cx="5458968" cy="3493008"/>
          </a:xfrm>
        </p:spPr>
        <p:txBody>
          <a:bodyPr lIns="0" tIns="0" rIns="0" bIns="0" anchor="ctr"/>
          <a:lstStyle>
            <a:lvl1pPr marL="0" indent="0" algn="ctr">
              <a:buNone/>
              <a:defRPr>
                <a:latin typeface="Raleway Light" pitchFamily="2" charset="0"/>
              </a:defRPr>
            </a:lvl1pPr>
          </a:lstStyle>
          <a:p>
            <a:pPr lvl="0"/>
            <a:r>
              <a:rPr lang="en-US"/>
              <a:t>Quote/Introduction text</a:t>
            </a:r>
          </a:p>
        </p:txBody>
      </p:sp>
      <p:sp>
        <p:nvSpPr>
          <p:cNvPr id="7" name="Text Placeholder 4">
            <a:extLst>
              <a:ext uri="{FF2B5EF4-FFF2-40B4-BE49-F238E27FC236}">
                <a16:creationId xmlns:a16="http://schemas.microsoft.com/office/drawing/2014/main" id="{A231BA4B-8E51-4730-9569-847C0722DAC8}"/>
              </a:ext>
            </a:extLst>
          </p:cNvPr>
          <p:cNvSpPr>
            <a:spLocks noGrp="1"/>
          </p:cNvSpPr>
          <p:nvPr>
            <p:ph type="body" sz="quarter" idx="1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8" name="Slide Number Placeholder 5">
            <a:extLst>
              <a:ext uri="{FF2B5EF4-FFF2-40B4-BE49-F238E27FC236}">
                <a16:creationId xmlns:a16="http://schemas.microsoft.com/office/drawing/2014/main" id="{C740C3A6-AF7E-47D2-8CE0-48EDCAF6C759}"/>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33160035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para with desig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57EB26C2-51F4-4065-B6A9-87F434601DAA}"/>
              </a:ext>
            </a:extLst>
          </p:cNvPr>
          <p:cNvSpPr>
            <a:spLocks noChangeAspect="1"/>
          </p:cNvSpPr>
          <p:nvPr userDrawn="1"/>
        </p:nvSpPr>
        <p:spPr bwMode="invGray">
          <a:xfrm>
            <a:off x="6181530" y="2392656"/>
            <a:ext cx="886968" cy="886968"/>
          </a:xfrm>
          <a:prstGeom prst="ellipse">
            <a:avLst/>
          </a:prstGeom>
          <a:gradFill flip="none" rotWithShape="1">
            <a:gsLst>
              <a:gs pos="58000">
                <a:srgbClr val="039BDA">
                  <a:alpha val="30000"/>
                </a:srgbClr>
              </a:gs>
              <a:gs pos="9000">
                <a:schemeClr val="accent1"/>
              </a:gs>
              <a:gs pos="98000">
                <a:schemeClr val="accent1">
                  <a:alpha val="0"/>
                </a:scheme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93FF8DFD-45B0-4275-A8C1-385BB0860CAD}"/>
              </a:ext>
            </a:extLst>
          </p:cNvPr>
          <p:cNvSpPr>
            <a:spLocks noChangeAspect="1"/>
          </p:cNvSpPr>
          <p:nvPr userDrawn="1"/>
        </p:nvSpPr>
        <p:spPr bwMode="invGray">
          <a:xfrm>
            <a:off x="6539277" y="1276379"/>
            <a:ext cx="3047999" cy="3047999"/>
          </a:xfrm>
          <a:prstGeom prst="arc">
            <a:avLst>
              <a:gd name="adj1" fmla="val 5277044"/>
              <a:gd name="adj2" fmla="val 16275839"/>
            </a:avLst>
          </a:prstGeom>
          <a:ln w="47625">
            <a:gradFill flip="none" rotWithShape="1">
              <a:gsLst>
                <a:gs pos="0">
                  <a:schemeClr val="tx2">
                    <a:alpha val="0"/>
                  </a:schemeClr>
                </a:gs>
                <a:gs pos="50000">
                  <a:schemeClr val="accent6">
                    <a:lumMod val="25000"/>
                    <a:lumOff val="75000"/>
                  </a:schemeClr>
                </a:gs>
                <a:gs pos="6000">
                  <a:schemeClr val="accent6">
                    <a:lumMod val="25000"/>
                    <a:lumOff val="75000"/>
                    <a:alpha val="20000"/>
                  </a:schemeClr>
                </a:gs>
                <a:gs pos="94000">
                  <a:schemeClr val="accent6">
                    <a:lumMod val="25000"/>
                    <a:lumOff val="75000"/>
                    <a:alpha val="20000"/>
                  </a:schemeClr>
                </a:gs>
                <a:gs pos="100000">
                  <a:schemeClr val="tx2">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Oval 11">
            <a:extLst>
              <a:ext uri="{FF2B5EF4-FFF2-40B4-BE49-F238E27FC236}">
                <a16:creationId xmlns:a16="http://schemas.microsoft.com/office/drawing/2014/main" id="{FEA2561D-8307-4588-B581-F9B15BE8CF14}"/>
              </a:ext>
            </a:extLst>
          </p:cNvPr>
          <p:cNvSpPr>
            <a:spLocks noChangeAspect="1"/>
          </p:cNvSpPr>
          <p:nvPr userDrawn="1"/>
        </p:nvSpPr>
        <p:spPr bwMode="invGray">
          <a:xfrm>
            <a:off x="6850080" y="3660489"/>
            <a:ext cx="886968" cy="886968"/>
          </a:xfrm>
          <a:prstGeom prst="ellipse">
            <a:avLst/>
          </a:prstGeom>
          <a:gradFill flip="none" rotWithShape="1">
            <a:gsLst>
              <a:gs pos="58000">
                <a:srgbClr val="039BDA">
                  <a:alpha val="30000"/>
                </a:srgbClr>
              </a:gs>
              <a:gs pos="9000">
                <a:schemeClr val="accent1"/>
              </a:gs>
              <a:gs pos="84000">
                <a:schemeClr val="accent1">
                  <a:alpha val="0"/>
                </a:schemeClr>
              </a:gs>
            </a:gsLst>
            <a:lin ang="17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C2EA899-5726-4F3E-A809-0837BD902FD6}"/>
              </a:ext>
            </a:extLst>
          </p:cNvPr>
          <p:cNvSpPr>
            <a:spLocks noChangeAspect="1"/>
          </p:cNvSpPr>
          <p:nvPr userDrawn="1"/>
        </p:nvSpPr>
        <p:spPr bwMode="invGray">
          <a:xfrm>
            <a:off x="6850080" y="1089026"/>
            <a:ext cx="886968" cy="886968"/>
          </a:xfrm>
          <a:prstGeom prst="ellipse">
            <a:avLst/>
          </a:prstGeom>
          <a:gradFill flip="none" rotWithShape="1">
            <a:gsLst>
              <a:gs pos="58000">
                <a:srgbClr val="039BDA">
                  <a:alpha val="30000"/>
                </a:srgbClr>
              </a:gs>
              <a:gs pos="9000">
                <a:schemeClr val="accent1"/>
              </a:gs>
              <a:gs pos="89000">
                <a:schemeClr val="accent1">
                  <a:alpha val="0"/>
                </a:schemeClr>
              </a:gs>
            </a:gsLst>
            <a:lin ang="4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6" name="Text Placeholder 5">
            <a:extLst>
              <a:ext uri="{FF2B5EF4-FFF2-40B4-BE49-F238E27FC236}">
                <a16:creationId xmlns:a16="http://schemas.microsoft.com/office/drawing/2014/main" id="{5745C628-C734-425D-A3FF-809A59836586}"/>
              </a:ext>
            </a:extLst>
          </p:cNvPr>
          <p:cNvSpPr>
            <a:spLocks noGrp="1"/>
          </p:cNvSpPr>
          <p:nvPr>
            <p:ph type="body" sz="quarter" idx="11" hasCustomPrompt="1"/>
          </p:nvPr>
        </p:nvSpPr>
        <p:spPr bwMode="invGray">
          <a:xfrm>
            <a:off x="320674" y="1074738"/>
            <a:ext cx="5669280" cy="1005840"/>
          </a:xfrm>
        </p:spPr>
        <p:txBody>
          <a:bodyPr lIns="0" tIns="0" rIns="0" bIns="0" anchor="ctr"/>
          <a:lstStyle>
            <a:lvl1pPr marL="0" indent="0" algn="l">
              <a:buNone/>
              <a:defRPr>
                <a:latin typeface="Raleway Light" pitchFamily="2" charset="0"/>
              </a:defRPr>
            </a:lvl1pPr>
          </a:lstStyle>
          <a:p>
            <a:pPr lvl="0"/>
            <a:r>
              <a:rPr lang="en-US"/>
              <a:t>Text</a:t>
            </a:r>
          </a:p>
        </p:txBody>
      </p:sp>
      <p:sp>
        <p:nvSpPr>
          <p:cNvPr id="7" name="Text Placeholder 4">
            <a:extLst>
              <a:ext uri="{FF2B5EF4-FFF2-40B4-BE49-F238E27FC236}">
                <a16:creationId xmlns:a16="http://schemas.microsoft.com/office/drawing/2014/main" id="{A231BA4B-8E51-4730-9569-847C0722DAC8}"/>
              </a:ext>
            </a:extLst>
          </p:cNvPr>
          <p:cNvSpPr>
            <a:spLocks noGrp="1"/>
          </p:cNvSpPr>
          <p:nvPr>
            <p:ph type="body" sz="quarter" idx="1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8" name="Text Placeholder 5">
            <a:extLst>
              <a:ext uri="{FF2B5EF4-FFF2-40B4-BE49-F238E27FC236}">
                <a16:creationId xmlns:a16="http://schemas.microsoft.com/office/drawing/2014/main" id="{D36EF7ED-6900-4FD5-AA62-B93F5B77D31D}"/>
              </a:ext>
            </a:extLst>
          </p:cNvPr>
          <p:cNvSpPr>
            <a:spLocks noGrp="1"/>
          </p:cNvSpPr>
          <p:nvPr>
            <p:ph type="body" sz="quarter" idx="13" hasCustomPrompt="1"/>
          </p:nvPr>
        </p:nvSpPr>
        <p:spPr bwMode="invGray">
          <a:xfrm>
            <a:off x="320674" y="2320050"/>
            <a:ext cx="5669280" cy="1005840"/>
          </a:xfrm>
        </p:spPr>
        <p:txBody>
          <a:bodyPr lIns="0" tIns="0" rIns="0" bIns="0" anchor="ctr"/>
          <a:lstStyle>
            <a:lvl1pPr marL="0" indent="0" algn="l">
              <a:buNone/>
              <a:defRPr>
                <a:latin typeface="Raleway Light" pitchFamily="2" charset="0"/>
              </a:defRPr>
            </a:lvl1pPr>
          </a:lstStyle>
          <a:p>
            <a:pPr lvl="0"/>
            <a:r>
              <a:rPr lang="en-US"/>
              <a:t>Text</a:t>
            </a:r>
          </a:p>
        </p:txBody>
      </p:sp>
      <p:sp>
        <p:nvSpPr>
          <p:cNvPr id="9" name="Text Placeholder 5">
            <a:extLst>
              <a:ext uri="{FF2B5EF4-FFF2-40B4-BE49-F238E27FC236}">
                <a16:creationId xmlns:a16="http://schemas.microsoft.com/office/drawing/2014/main" id="{ED4A2992-ECB4-49A6-8DA5-345891EC76FE}"/>
              </a:ext>
            </a:extLst>
          </p:cNvPr>
          <p:cNvSpPr>
            <a:spLocks noGrp="1"/>
          </p:cNvSpPr>
          <p:nvPr>
            <p:ph type="body" sz="quarter" idx="14" hasCustomPrompt="1"/>
          </p:nvPr>
        </p:nvSpPr>
        <p:spPr bwMode="invGray">
          <a:xfrm>
            <a:off x="320674" y="3565362"/>
            <a:ext cx="5669280" cy="1005840"/>
          </a:xfrm>
        </p:spPr>
        <p:txBody>
          <a:bodyPr lIns="0" tIns="0" rIns="0" bIns="0" anchor="ctr"/>
          <a:lstStyle>
            <a:lvl1pPr marL="0" indent="0" algn="l">
              <a:buNone/>
              <a:defRPr>
                <a:latin typeface="Raleway Light" pitchFamily="2" charset="0"/>
              </a:defRPr>
            </a:lvl1pPr>
          </a:lstStyle>
          <a:p>
            <a:pPr lvl="0"/>
            <a:r>
              <a:rPr lang="en-US"/>
              <a:t>Text</a:t>
            </a:r>
          </a:p>
        </p:txBody>
      </p:sp>
      <p:sp>
        <p:nvSpPr>
          <p:cNvPr id="14" name="Slide Number Placeholder 5">
            <a:extLst>
              <a:ext uri="{FF2B5EF4-FFF2-40B4-BE49-F238E27FC236}">
                <a16:creationId xmlns:a16="http://schemas.microsoft.com/office/drawing/2014/main" id="{B01EA234-5B15-4A9C-AC4D-E476A846D28F}"/>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90941131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images 1">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753AB01-8E4C-47D6-B8E3-10AC53C8EB24}"/>
              </a:ext>
            </a:extLst>
          </p:cNvPr>
          <p:cNvSpPr>
            <a:spLocks noGrp="1" noChangeAspect="1"/>
          </p:cNvSpPr>
          <p:nvPr>
            <p:ph type="pic" sz="quarter" idx="10" hasCustomPrompt="1"/>
          </p:nvPr>
        </p:nvSpPr>
        <p:spPr bwMode="invGray">
          <a:xfrm>
            <a:off x="320054" y="1313148"/>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22" name="Picture Placeholder 3">
            <a:extLst>
              <a:ext uri="{FF2B5EF4-FFF2-40B4-BE49-F238E27FC236}">
                <a16:creationId xmlns:a16="http://schemas.microsoft.com/office/drawing/2014/main" id="{95F79ED8-DE62-4265-BF98-CA8F3250F44E}"/>
              </a:ext>
            </a:extLst>
          </p:cNvPr>
          <p:cNvSpPr>
            <a:spLocks noGrp="1" noChangeAspect="1"/>
          </p:cNvSpPr>
          <p:nvPr>
            <p:ph type="pic" sz="quarter" idx="15" hasCustomPrompt="1"/>
          </p:nvPr>
        </p:nvSpPr>
        <p:spPr bwMode="invGray">
          <a:xfrm>
            <a:off x="320054" y="3159283"/>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23" name="Picture Placeholder 3">
            <a:extLst>
              <a:ext uri="{FF2B5EF4-FFF2-40B4-BE49-F238E27FC236}">
                <a16:creationId xmlns:a16="http://schemas.microsoft.com/office/drawing/2014/main" id="{8079FDD0-E93A-4BF9-AE06-64395560F12E}"/>
              </a:ext>
            </a:extLst>
          </p:cNvPr>
          <p:cNvSpPr>
            <a:spLocks noGrp="1" noChangeAspect="1"/>
          </p:cNvSpPr>
          <p:nvPr>
            <p:ph type="pic" sz="quarter" idx="16" hasCustomPrompt="1"/>
          </p:nvPr>
        </p:nvSpPr>
        <p:spPr bwMode="invGray">
          <a:xfrm>
            <a:off x="7610829" y="1310248"/>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24" name="Picture Placeholder 3">
            <a:extLst>
              <a:ext uri="{FF2B5EF4-FFF2-40B4-BE49-F238E27FC236}">
                <a16:creationId xmlns:a16="http://schemas.microsoft.com/office/drawing/2014/main" id="{23DF603E-3B4A-4E51-8C9E-306B088CC2B0}"/>
              </a:ext>
            </a:extLst>
          </p:cNvPr>
          <p:cNvSpPr>
            <a:spLocks noGrp="1" noChangeAspect="1"/>
          </p:cNvSpPr>
          <p:nvPr>
            <p:ph type="pic" sz="quarter" idx="17" hasCustomPrompt="1"/>
          </p:nvPr>
        </p:nvSpPr>
        <p:spPr bwMode="invGray">
          <a:xfrm>
            <a:off x="7610829" y="3159283"/>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15" name="Oval 14">
            <a:extLst>
              <a:ext uri="{FF2B5EF4-FFF2-40B4-BE49-F238E27FC236}">
                <a16:creationId xmlns:a16="http://schemas.microsoft.com/office/drawing/2014/main" id="{AD321218-61CD-4A7C-A430-F5A1DDE9AD9B}"/>
              </a:ext>
            </a:extLst>
          </p:cNvPr>
          <p:cNvSpPr>
            <a:spLocks noChangeAspect="1"/>
          </p:cNvSpPr>
          <p:nvPr userDrawn="1"/>
        </p:nvSpPr>
        <p:spPr bwMode="invGray">
          <a:xfrm>
            <a:off x="315482" y="1316736"/>
            <a:ext cx="1197864" cy="1197864"/>
          </a:xfrm>
          <a:prstGeom prst="ellipse">
            <a:avLst/>
          </a:prstGeom>
          <a:gradFill flip="none" rotWithShape="1">
            <a:gsLst>
              <a:gs pos="47000">
                <a:schemeClr val="accent1">
                  <a:alpha val="0"/>
                </a:schemeClr>
              </a:gs>
              <a:gs pos="0">
                <a:schemeClr val="accent1"/>
              </a:gs>
            </a:gsLst>
            <a:lin ang="4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800">
              <a:solidFill>
                <a:schemeClr val="bg1"/>
              </a:solidFill>
              <a:latin typeface="+mj-lt"/>
            </a:endParaRPr>
          </a:p>
        </p:txBody>
      </p:sp>
      <p:sp>
        <p:nvSpPr>
          <p:cNvPr id="25" name="Oval 24">
            <a:extLst>
              <a:ext uri="{FF2B5EF4-FFF2-40B4-BE49-F238E27FC236}">
                <a16:creationId xmlns:a16="http://schemas.microsoft.com/office/drawing/2014/main" id="{835E1044-5A44-4BFE-89AF-ACDEEA2B4BF2}"/>
              </a:ext>
            </a:extLst>
          </p:cNvPr>
          <p:cNvSpPr>
            <a:spLocks noChangeAspect="1"/>
          </p:cNvSpPr>
          <p:nvPr userDrawn="1"/>
        </p:nvSpPr>
        <p:spPr bwMode="invGray">
          <a:xfrm>
            <a:off x="315482" y="3163824"/>
            <a:ext cx="1197864" cy="1197864"/>
          </a:xfrm>
          <a:prstGeom prst="ellipse">
            <a:avLst/>
          </a:prstGeom>
          <a:gradFill flip="none" rotWithShape="1">
            <a:gsLst>
              <a:gs pos="47000">
                <a:schemeClr val="accent4">
                  <a:alpha val="0"/>
                </a:schemeClr>
              </a:gs>
              <a:gs pos="0">
                <a:schemeClr val="accent4"/>
              </a:gs>
            </a:gsLst>
            <a:lin ang="17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800">
              <a:solidFill>
                <a:schemeClr val="bg1"/>
              </a:solidFill>
              <a:latin typeface="+mj-lt"/>
            </a:endParaRPr>
          </a:p>
        </p:txBody>
      </p:sp>
      <p:sp>
        <p:nvSpPr>
          <p:cNvPr id="26" name="Oval 25">
            <a:extLst>
              <a:ext uri="{FF2B5EF4-FFF2-40B4-BE49-F238E27FC236}">
                <a16:creationId xmlns:a16="http://schemas.microsoft.com/office/drawing/2014/main" id="{058BCB6D-0CAC-42F5-AA2A-440E5D9D92B4}"/>
              </a:ext>
            </a:extLst>
          </p:cNvPr>
          <p:cNvSpPr>
            <a:spLocks noChangeAspect="1"/>
          </p:cNvSpPr>
          <p:nvPr userDrawn="1"/>
        </p:nvSpPr>
        <p:spPr bwMode="invGray">
          <a:xfrm>
            <a:off x="7606257" y="3163824"/>
            <a:ext cx="1197864" cy="1197864"/>
          </a:xfrm>
          <a:prstGeom prst="ellipse">
            <a:avLst/>
          </a:prstGeom>
          <a:gradFill flip="none" rotWithShape="1">
            <a:gsLst>
              <a:gs pos="47000">
                <a:schemeClr val="accent3">
                  <a:alpha val="0"/>
                </a:schemeClr>
              </a:gs>
              <a:gs pos="8000">
                <a:schemeClr val="accent3"/>
              </a:gs>
            </a:gsLst>
            <a:lin ang="17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800">
              <a:solidFill>
                <a:schemeClr val="bg1"/>
              </a:solidFill>
              <a:latin typeface="+mj-lt"/>
            </a:endParaRPr>
          </a:p>
        </p:txBody>
      </p:sp>
      <p:sp>
        <p:nvSpPr>
          <p:cNvPr id="27" name="Oval 26">
            <a:extLst>
              <a:ext uri="{FF2B5EF4-FFF2-40B4-BE49-F238E27FC236}">
                <a16:creationId xmlns:a16="http://schemas.microsoft.com/office/drawing/2014/main" id="{74BE5BC6-9E7F-4FC5-9732-D81384AB690C}"/>
              </a:ext>
            </a:extLst>
          </p:cNvPr>
          <p:cNvSpPr>
            <a:spLocks noChangeAspect="1"/>
          </p:cNvSpPr>
          <p:nvPr userDrawn="1"/>
        </p:nvSpPr>
        <p:spPr bwMode="invGray">
          <a:xfrm>
            <a:off x="7606257" y="1305676"/>
            <a:ext cx="1197864" cy="1197864"/>
          </a:xfrm>
          <a:prstGeom prst="ellipse">
            <a:avLst/>
          </a:prstGeom>
          <a:gradFill flip="none" rotWithShape="1">
            <a:gsLst>
              <a:gs pos="47000">
                <a:schemeClr val="accent2">
                  <a:alpha val="0"/>
                </a:schemeClr>
              </a:gs>
              <a:gs pos="10000">
                <a:schemeClr val="accent2"/>
              </a:gs>
            </a:gsLst>
            <a:lin ang="4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800">
              <a:solidFill>
                <a:schemeClr val="bg1"/>
              </a:solidFill>
              <a:latin typeface="+mj-lt"/>
            </a:endParaRP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6" name="Text Placeholder 5">
            <a:extLst>
              <a:ext uri="{FF2B5EF4-FFF2-40B4-BE49-F238E27FC236}">
                <a16:creationId xmlns:a16="http://schemas.microsoft.com/office/drawing/2014/main" id="{5745C628-C734-425D-A3FF-809A59836586}"/>
              </a:ext>
            </a:extLst>
          </p:cNvPr>
          <p:cNvSpPr>
            <a:spLocks noGrp="1"/>
          </p:cNvSpPr>
          <p:nvPr>
            <p:ph type="body" sz="quarter" idx="11" hasCustomPrompt="1"/>
          </p:nvPr>
        </p:nvSpPr>
        <p:spPr bwMode="invGray">
          <a:xfrm>
            <a:off x="1676400" y="1083616"/>
            <a:ext cx="2838231" cy="1645920"/>
          </a:xfrm>
        </p:spPr>
        <p:txBody>
          <a:bodyPr lIns="0" tIns="0" rIns="0" bIns="0" anchor="ctr"/>
          <a:lstStyle>
            <a:lvl1pPr marL="0" indent="0">
              <a:buNone/>
              <a:defRPr>
                <a:latin typeface="Raleway Light" pitchFamily="2" charset="0"/>
              </a:defRPr>
            </a:lvl1pPr>
          </a:lstStyle>
          <a:p>
            <a:pPr lvl="0"/>
            <a:r>
              <a:rPr lang="en-US"/>
              <a:t>Text</a:t>
            </a:r>
          </a:p>
        </p:txBody>
      </p:sp>
      <p:sp>
        <p:nvSpPr>
          <p:cNvPr id="19" name="Text Placeholder 5">
            <a:extLst>
              <a:ext uri="{FF2B5EF4-FFF2-40B4-BE49-F238E27FC236}">
                <a16:creationId xmlns:a16="http://schemas.microsoft.com/office/drawing/2014/main" id="{81DB8866-7A09-49FF-8B8F-A2030E186C7D}"/>
              </a:ext>
            </a:extLst>
          </p:cNvPr>
          <p:cNvSpPr>
            <a:spLocks noGrp="1"/>
          </p:cNvSpPr>
          <p:nvPr>
            <p:ph type="body" sz="quarter" idx="12" hasCustomPrompt="1"/>
          </p:nvPr>
        </p:nvSpPr>
        <p:spPr bwMode="invGray">
          <a:xfrm>
            <a:off x="1676400" y="2926080"/>
            <a:ext cx="2838231" cy="1645920"/>
          </a:xfrm>
        </p:spPr>
        <p:txBody>
          <a:bodyPr lIns="0" tIns="0" rIns="0" bIns="0" anchor="ctr"/>
          <a:lstStyle>
            <a:lvl1pPr marL="0" indent="0">
              <a:buNone/>
              <a:defRPr>
                <a:latin typeface="Raleway Light" pitchFamily="2" charset="0"/>
              </a:defRPr>
            </a:lvl1pPr>
          </a:lstStyle>
          <a:p>
            <a:pPr lvl="0"/>
            <a:r>
              <a:rPr lang="en-US"/>
              <a:t>Text</a:t>
            </a:r>
          </a:p>
        </p:txBody>
      </p:sp>
      <p:sp>
        <p:nvSpPr>
          <p:cNvPr id="20" name="Text Placeholder 5">
            <a:extLst>
              <a:ext uri="{FF2B5EF4-FFF2-40B4-BE49-F238E27FC236}">
                <a16:creationId xmlns:a16="http://schemas.microsoft.com/office/drawing/2014/main" id="{2E07EB45-86F8-4B7E-B80F-413B61F063C2}"/>
              </a:ext>
            </a:extLst>
          </p:cNvPr>
          <p:cNvSpPr>
            <a:spLocks noGrp="1"/>
          </p:cNvSpPr>
          <p:nvPr>
            <p:ph type="body" sz="quarter" idx="13" hasCustomPrompt="1"/>
          </p:nvPr>
        </p:nvSpPr>
        <p:spPr bwMode="invGray">
          <a:xfrm>
            <a:off x="4639408" y="1083616"/>
            <a:ext cx="2838231" cy="1645920"/>
          </a:xfrm>
        </p:spPr>
        <p:txBody>
          <a:bodyPr lIns="0" tIns="0" rIns="0" bIns="0" anchor="ctr"/>
          <a:lstStyle>
            <a:lvl1pPr marL="0" indent="0" algn="r">
              <a:buNone/>
              <a:defRPr>
                <a:latin typeface="Raleway Light" pitchFamily="2" charset="0"/>
              </a:defRPr>
            </a:lvl1pPr>
          </a:lstStyle>
          <a:p>
            <a:pPr lvl="0"/>
            <a:r>
              <a:rPr lang="en-US"/>
              <a:t>Text</a:t>
            </a:r>
          </a:p>
        </p:txBody>
      </p:sp>
      <p:sp>
        <p:nvSpPr>
          <p:cNvPr id="21" name="Text Placeholder 5">
            <a:extLst>
              <a:ext uri="{FF2B5EF4-FFF2-40B4-BE49-F238E27FC236}">
                <a16:creationId xmlns:a16="http://schemas.microsoft.com/office/drawing/2014/main" id="{3E432386-8EA5-4AD4-BF83-1A3847D5D488}"/>
              </a:ext>
            </a:extLst>
          </p:cNvPr>
          <p:cNvSpPr>
            <a:spLocks noGrp="1"/>
          </p:cNvSpPr>
          <p:nvPr>
            <p:ph type="body" sz="quarter" idx="14" hasCustomPrompt="1"/>
          </p:nvPr>
        </p:nvSpPr>
        <p:spPr bwMode="invGray">
          <a:xfrm>
            <a:off x="4639408" y="2926080"/>
            <a:ext cx="2838231" cy="1645920"/>
          </a:xfrm>
        </p:spPr>
        <p:txBody>
          <a:bodyPr lIns="0" tIns="0" rIns="0" bIns="0" anchor="ctr"/>
          <a:lstStyle>
            <a:lvl1pPr marL="0" indent="0" algn="r">
              <a:buNone/>
              <a:defRPr>
                <a:latin typeface="Raleway Light" pitchFamily="2" charset="0"/>
              </a:defRPr>
            </a:lvl1pPr>
          </a:lstStyle>
          <a:p>
            <a:pPr lvl="0"/>
            <a:r>
              <a:rPr lang="en-US"/>
              <a:t>Text</a:t>
            </a:r>
          </a:p>
        </p:txBody>
      </p:sp>
      <p:sp>
        <p:nvSpPr>
          <p:cNvPr id="16" name="Text Placeholder 4">
            <a:extLst>
              <a:ext uri="{FF2B5EF4-FFF2-40B4-BE49-F238E27FC236}">
                <a16:creationId xmlns:a16="http://schemas.microsoft.com/office/drawing/2014/main" id="{CDA63899-2D8B-4E37-94CE-787B7D2481BD}"/>
              </a:ext>
            </a:extLst>
          </p:cNvPr>
          <p:cNvSpPr>
            <a:spLocks noGrp="1"/>
          </p:cNvSpPr>
          <p:nvPr>
            <p:ph type="body" sz="quarter" idx="18"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17" name="Slide Number Placeholder 5">
            <a:extLst>
              <a:ext uri="{FF2B5EF4-FFF2-40B4-BE49-F238E27FC236}">
                <a16:creationId xmlns:a16="http://schemas.microsoft.com/office/drawing/2014/main" id="{EAFC6BB6-E125-4C95-B1EC-6FC379BFB595}"/>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936446226"/>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images 2">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753AB01-8E4C-47D6-B8E3-10AC53C8EB24}"/>
              </a:ext>
            </a:extLst>
          </p:cNvPr>
          <p:cNvSpPr>
            <a:spLocks noGrp="1" noChangeAspect="1"/>
          </p:cNvSpPr>
          <p:nvPr>
            <p:ph type="pic" sz="quarter" idx="10" hasCustomPrompt="1"/>
          </p:nvPr>
        </p:nvSpPr>
        <p:spPr bwMode="invGray">
          <a:xfrm>
            <a:off x="706122" y="1074738"/>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40" name="Picture Placeholder 3">
            <a:extLst>
              <a:ext uri="{FF2B5EF4-FFF2-40B4-BE49-F238E27FC236}">
                <a16:creationId xmlns:a16="http://schemas.microsoft.com/office/drawing/2014/main" id="{0084BE70-235A-4A84-BDB3-2A7C9EDFF3D1}"/>
              </a:ext>
            </a:extLst>
          </p:cNvPr>
          <p:cNvSpPr>
            <a:spLocks noGrp="1" noChangeAspect="1"/>
          </p:cNvSpPr>
          <p:nvPr>
            <p:ph type="pic" sz="quarter" idx="19" hasCustomPrompt="1"/>
          </p:nvPr>
        </p:nvSpPr>
        <p:spPr bwMode="invGray">
          <a:xfrm>
            <a:off x="2865122" y="1074738"/>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41" name="Picture Placeholder 3">
            <a:extLst>
              <a:ext uri="{FF2B5EF4-FFF2-40B4-BE49-F238E27FC236}">
                <a16:creationId xmlns:a16="http://schemas.microsoft.com/office/drawing/2014/main" id="{B21D74B9-8621-4C24-8533-7BE723A60770}"/>
              </a:ext>
            </a:extLst>
          </p:cNvPr>
          <p:cNvSpPr>
            <a:spLocks noGrp="1" noChangeAspect="1"/>
          </p:cNvSpPr>
          <p:nvPr>
            <p:ph type="pic" sz="quarter" idx="20" hasCustomPrompt="1"/>
          </p:nvPr>
        </p:nvSpPr>
        <p:spPr bwMode="invGray">
          <a:xfrm>
            <a:off x="5073164" y="1074738"/>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42" name="Picture Placeholder 3">
            <a:extLst>
              <a:ext uri="{FF2B5EF4-FFF2-40B4-BE49-F238E27FC236}">
                <a16:creationId xmlns:a16="http://schemas.microsoft.com/office/drawing/2014/main" id="{87ECCD5F-585C-4256-9B5B-49C97CB57375}"/>
              </a:ext>
            </a:extLst>
          </p:cNvPr>
          <p:cNvSpPr>
            <a:spLocks noGrp="1" noChangeAspect="1"/>
          </p:cNvSpPr>
          <p:nvPr>
            <p:ph type="pic" sz="quarter" idx="21" hasCustomPrompt="1"/>
          </p:nvPr>
        </p:nvSpPr>
        <p:spPr bwMode="invGray">
          <a:xfrm>
            <a:off x="7233922" y="1074738"/>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5" name="Oval 4">
            <a:extLst>
              <a:ext uri="{FF2B5EF4-FFF2-40B4-BE49-F238E27FC236}">
                <a16:creationId xmlns:a16="http://schemas.microsoft.com/office/drawing/2014/main" id="{9525D430-C43C-4729-86E5-DEA9E9E60E43}"/>
              </a:ext>
            </a:extLst>
          </p:cNvPr>
          <p:cNvSpPr>
            <a:spLocks noChangeAspect="1"/>
          </p:cNvSpPr>
          <p:nvPr userDrawn="1"/>
        </p:nvSpPr>
        <p:spPr bwMode="invGray">
          <a:xfrm>
            <a:off x="704088" y="1078992"/>
            <a:ext cx="1197864" cy="1197864"/>
          </a:xfrm>
          <a:prstGeom prst="ellipse">
            <a:avLst/>
          </a:prstGeom>
          <a:gradFill>
            <a:gsLst>
              <a:gs pos="47000">
                <a:schemeClr val="accent1">
                  <a:alpha val="0"/>
                </a:schemeClr>
              </a:gs>
              <a:gs pos="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FD6F98B-7844-403D-B366-D998D999F999}"/>
              </a:ext>
            </a:extLst>
          </p:cNvPr>
          <p:cNvSpPr>
            <a:spLocks noChangeAspect="1"/>
          </p:cNvSpPr>
          <p:nvPr userDrawn="1"/>
        </p:nvSpPr>
        <p:spPr bwMode="invGray">
          <a:xfrm>
            <a:off x="5074920" y="1078992"/>
            <a:ext cx="1197864" cy="1197864"/>
          </a:xfrm>
          <a:prstGeom prst="ellipse">
            <a:avLst/>
          </a:prstGeom>
          <a:gradFill>
            <a:gsLst>
              <a:gs pos="47000">
                <a:schemeClr val="accent2">
                  <a:alpha val="0"/>
                </a:schemeClr>
              </a:gs>
              <a:gs pos="0">
                <a:schemeClr val="accent2"/>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068B072-953A-47FF-A114-8E7D56DE298E}"/>
              </a:ext>
            </a:extLst>
          </p:cNvPr>
          <p:cNvSpPr>
            <a:spLocks noChangeAspect="1"/>
          </p:cNvSpPr>
          <p:nvPr userDrawn="1"/>
        </p:nvSpPr>
        <p:spPr bwMode="invGray">
          <a:xfrm>
            <a:off x="7232904" y="1078992"/>
            <a:ext cx="1197864" cy="1197864"/>
          </a:xfrm>
          <a:prstGeom prst="ellipse">
            <a:avLst/>
          </a:prstGeom>
          <a:gradFill>
            <a:gsLst>
              <a:gs pos="47000">
                <a:schemeClr val="accent3">
                  <a:alpha val="0"/>
                </a:schemeClr>
              </a:gs>
              <a:gs pos="0">
                <a:schemeClr val="accent3"/>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E232DF0-A5F7-42CE-A8B7-B50478ADC87D}"/>
              </a:ext>
            </a:extLst>
          </p:cNvPr>
          <p:cNvSpPr>
            <a:spLocks noChangeAspect="1"/>
          </p:cNvSpPr>
          <p:nvPr userDrawn="1"/>
        </p:nvSpPr>
        <p:spPr bwMode="invGray">
          <a:xfrm>
            <a:off x="2862072" y="1078992"/>
            <a:ext cx="1197864" cy="1197864"/>
          </a:xfrm>
          <a:prstGeom prst="ellipse">
            <a:avLst/>
          </a:prstGeom>
          <a:gradFill>
            <a:gsLst>
              <a:gs pos="47000">
                <a:schemeClr val="accent4">
                  <a:alpha val="0"/>
                </a:schemeClr>
              </a:gs>
              <a:gs pos="0">
                <a:schemeClr val="accent4"/>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C09B28-0925-453E-8BD4-72CDB513A74E}"/>
              </a:ext>
            </a:extLst>
          </p:cNvPr>
          <p:cNvSpPr>
            <a:spLocks noGrp="1"/>
          </p:cNvSpPr>
          <p:nvPr userDrawn="1">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6" name="Text Placeholder 5">
            <a:extLst>
              <a:ext uri="{FF2B5EF4-FFF2-40B4-BE49-F238E27FC236}">
                <a16:creationId xmlns:a16="http://schemas.microsoft.com/office/drawing/2014/main" id="{5745C628-C734-425D-A3FF-809A59836586}"/>
              </a:ext>
            </a:extLst>
          </p:cNvPr>
          <p:cNvSpPr>
            <a:spLocks noGrp="1"/>
          </p:cNvSpPr>
          <p:nvPr userDrawn="1">
            <p:ph type="body" sz="quarter" idx="11" hasCustomPrompt="1"/>
          </p:nvPr>
        </p:nvSpPr>
        <p:spPr bwMode="invGray">
          <a:xfrm>
            <a:off x="333252" y="2721928"/>
            <a:ext cx="1956816" cy="1847088"/>
          </a:xfrm>
        </p:spPr>
        <p:txBody>
          <a:bodyPr lIns="0" tIns="0" rIns="0" bIns="0" anchor="t"/>
          <a:lstStyle>
            <a:lvl1pPr marL="0" indent="0" algn="ctr">
              <a:buNone/>
              <a:defRPr sz="1200">
                <a:latin typeface="Raleway Light" pitchFamily="2" charset="0"/>
              </a:defRPr>
            </a:lvl1pPr>
          </a:lstStyle>
          <a:p>
            <a:pPr lvl="0"/>
            <a:r>
              <a:rPr lang="en-US"/>
              <a:t>Text</a:t>
            </a:r>
          </a:p>
        </p:txBody>
      </p:sp>
      <p:sp>
        <p:nvSpPr>
          <p:cNvPr id="15" name="Text Placeholder 5">
            <a:extLst>
              <a:ext uri="{FF2B5EF4-FFF2-40B4-BE49-F238E27FC236}">
                <a16:creationId xmlns:a16="http://schemas.microsoft.com/office/drawing/2014/main" id="{C7808F05-407F-4197-BCEF-70999CAED6F0}"/>
              </a:ext>
            </a:extLst>
          </p:cNvPr>
          <p:cNvSpPr>
            <a:spLocks noGrp="1"/>
          </p:cNvSpPr>
          <p:nvPr userDrawn="1">
            <p:ph type="body" sz="quarter" idx="12" hasCustomPrompt="1"/>
          </p:nvPr>
        </p:nvSpPr>
        <p:spPr bwMode="invGray">
          <a:xfrm>
            <a:off x="333252" y="2373924"/>
            <a:ext cx="1956816" cy="274320"/>
          </a:xfrm>
        </p:spPr>
        <p:txBody>
          <a:bodyPr lIns="0" tIns="0" rIns="0" bIns="0" anchor="ctr"/>
          <a:lstStyle>
            <a:lvl1pPr marL="0" indent="0" algn="ctr">
              <a:buNone/>
              <a:defRPr sz="1200">
                <a:solidFill>
                  <a:schemeClr val="accent1"/>
                </a:solidFill>
                <a:latin typeface="+mj-lt"/>
              </a:defRPr>
            </a:lvl1pPr>
          </a:lstStyle>
          <a:p>
            <a:pPr lvl="0"/>
            <a:r>
              <a:rPr lang="en-US"/>
              <a:t>Text or Name</a:t>
            </a:r>
          </a:p>
        </p:txBody>
      </p:sp>
      <p:sp>
        <p:nvSpPr>
          <p:cNvPr id="16" name="Text Placeholder 5">
            <a:extLst>
              <a:ext uri="{FF2B5EF4-FFF2-40B4-BE49-F238E27FC236}">
                <a16:creationId xmlns:a16="http://schemas.microsoft.com/office/drawing/2014/main" id="{ACD32266-B506-4017-85D4-6D3B7BFD84BB}"/>
              </a:ext>
            </a:extLst>
          </p:cNvPr>
          <p:cNvSpPr>
            <a:spLocks noGrp="1"/>
          </p:cNvSpPr>
          <p:nvPr userDrawn="1">
            <p:ph type="body" sz="quarter" idx="13" hasCustomPrompt="1"/>
          </p:nvPr>
        </p:nvSpPr>
        <p:spPr bwMode="invGray">
          <a:xfrm>
            <a:off x="2504899" y="2721928"/>
            <a:ext cx="1956816" cy="1847088"/>
          </a:xfrm>
        </p:spPr>
        <p:txBody>
          <a:bodyPr lIns="0" tIns="0" rIns="0" bIns="0" anchor="t"/>
          <a:lstStyle>
            <a:lvl1pPr marL="0" indent="0" algn="ctr">
              <a:buNone/>
              <a:defRPr sz="1200">
                <a:latin typeface="Raleway Light" pitchFamily="2" charset="0"/>
              </a:defRPr>
            </a:lvl1pPr>
          </a:lstStyle>
          <a:p>
            <a:pPr lvl="0"/>
            <a:r>
              <a:rPr lang="en-US"/>
              <a:t>Text</a:t>
            </a:r>
          </a:p>
        </p:txBody>
      </p:sp>
      <p:sp>
        <p:nvSpPr>
          <p:cNvPr id="17" name="Text Placeholder 5">
            <a:extLst>
              <a:ext uri="{FF2B5EF4-FFF2-40B4-BE49-F238E27FC236}">
                <a16:creationId xmlns:a16="http://schemas.microsoft.com/office/drawing/2014/main" id="{EF3D9A09-E93B-484F-B386-63D774A061AD}"/>
              </a:ext>
            </a:extLst>
          </p:cNvPr>
          <p:cNvSpPr>
            <a:spLocks noGrp="1"/>
          </p:cNvSpPr>
          <p:nvPr userDrawn="1">
            <p:ph type="body" sz="quarter" idx="14" hasCustomPrompt="1"/>
          </p:nvPr>
        </p:nvSpPr>
        <p:spPr bwMode="invGray">
          <a:xfrm>
            <a:off x="2504899" y="2373924"/>
            <a:ext cx="1956816" cy="274320"/>
          </a:xfrm>
        </p:spPr>
        <p:txBody>
          <a:bodyPr lIns="0" tIns="0" rIns="0" bIns="0" anchor="ctr"/>
          <a:lstStyle>
            <a:lvl1pPr marL="0" indent="0" algn="ctr">
              <a:buNone/>
              <a:defRPr sz="1200">
                <a:solidFill>
                  <a:schemeClr val="accent4"/>
                </a:solidFill>
                <a:latin typeface="+mj-lt"/>
              </a:defRPr>
            </a:lvl1pPr>
          </a:lstStyle>
          <a:p>
            <a:pPr lvl="0"/>
            <a:r>
              <a:rPr lang="en-US"/>
              <a:t>Text or Name</a:t>
            </a:r>
          </a:p>
        </p:txBody>
      </p:sp>
      <p:sp>
        <p:nvSpPr>
          <p:cNvPr id="18" name="Text Placeholder 5">
            <a:extLst>
              <a:ext uri="{FF2B5EF4-FFF2-40B4-BE49-F238E27FC236}">
                <a16:creationId xmlns:a16="http://schemas.microsoft.com/office/drawing/2014/main" id="{9643D738-DC84-4B6E-8D85-DB4008829909}"/>
              </a:ext>
            </a:extLst>
          </p:cNvPr>
          <p:cNvSpPr>
            <a:spLocks noGrp="1"/>
          </p:cNvSpPr>
          <p:nvPr userDrawn="1">
            <p:ph type="body" sz="quarter" idx="15" hasCustomPrompt="1"/>
          </p:nvPr>
        </p:nvSpPr>
        <p:spPr bwMode="invGray">
          <a:xfrm>
            <a:off x="4676546" y="2721928"/>
            <a:ext cx="1956816" cy="1847088"/>
          </a:xfrm>
        </p:spPr>
        <p:txBody>
          <a:bodyPr lIns="0" tIns="0" rIns="0" bIns="0" anchor="t"/>
          <a:lstStyle>
            <a:lvl1pPr marL="0" indent="0" algn="ctr">
              <a:buNone/>
              <a:defRPr sz="1200">
                <a:latin typeface="Raleway Light" pitchFamily="2" charset="0"/>
              </a:defRPr>
            </a:lvl1pPr>
          </a:lstStyle>
          <a:p>
            <a:pPr lvl="0"/>
            <a:r>
              <a:rPr lang="en-US"/>
              <a:t>Text</a:t>
            </a:r>
          </a:p>
        </p:txBody>
      </p:sp>
      <p:sp>
        <p:nvSpPr>
          <p:cNvPr id="25" name="Text Placeholder 5">
            <a:extLst>
              <a:ext uri="{FF2B5EF4-FFF2-40B4-BE49-F238E27FC236}">
                <a16:creationId xmlns:a16="http://schemas.microsoft.com/office/drawing/2014/main" id="{C69CB2B6-4B44-44E8-8312-78C8DCE900DC}"/>
              </a:ext>
            </a:extLst>
          </p:cNvPr>
          <p:cNvSpPr>
            <a:spLocks noGrp="1"/>
          </p:cNvSpPr>
          <p:nvPr userDrawn="1">
            <p:ph type="body" sz="quarter" idx="16" hasCustomPrompt="1"/>
          </p:nvPr>
        </p:nvSpPr>
        <p:spPr bwMode="invGray">
          <a:xfrm>
            <a:off x="4676546" y="2373924"/>
            <a:ext cx="1956816" cy="274320"/>
          </a:xfrm>
        </p:spPr>
        <p:txBody>
          <a:bodyPr lIns="0" tIns="0" rIns="0" bIns="0" anchor="ctr"/>
          <a:lstStyle>
            <a:lvl1pPr marL="0" indent="0" algn="ctr">
              <a:buNone/>
              <a:defRPr sz="1200">
                <a:solidFill>
                  <a:schemeClr val="accent2"/>
                </a:solidFill>
                <a:latin typeface="+mj-lt"/>
              </a:defRPr>
            </a:lvl1pPr>
          </a:lstStyle>
          <a:p>
            <a:pPr lvl="0"/>
            <a:r>
              <a:rPr lang="en-US"/>
              <a:t>Text or Name</a:t>
            </a:r>
          </a:p>
        </p:txBody>
      </p:sp>
      <p:sp>
        <p:nvSpPr>
          <p:cNvPr id="26" name="Text Placeholder 5">
            <a:extLst>
              <a:ext uri="{FF2B5EF4-FFF2-40B4-BE49-F238E27FC236}">
                <a16:creationId xmlns:a16="http://schemas.microsoft.com/office/drawing/2014/main" id="{F6ACF818-5DC5-469C-BD9D-38C2BED2F786}"/>
              </a:ext>
            </a:extLst>
          </p:cNvPr>
          <p:cNvSpPr>
            <a:spLocks noGrp="1"/>
          </p:cNvSpPr>
          <p:nvPr userDrawn="1">
            <p:ph type="body" sz="quarter" idx="17" hasCustomPrompt="1"/>
          </p:nvPr>
        </p:nvSpPr>
        <p:spPr bwMode="invGray">
          <a:xfrm>
            <a:off x="6848192" y="2721928"/>
            <a:ext cx="1956816" cy="1847088"/>
          </a:xfrm>
        </p:spPr>
        <p:txBody>
          <a:bodyPr lIns="0" tIns="0" rIns="0" bIns="0" anchor="t"/>
          <a:lstStyle>
            <a:lvl1pPr marL="0" indent="0" algn="ctr">
              <a:buNone/>
              <a:defRPr sz="1200">
                <a:latin typeface="Raleway Light" pitchFamily="2" charset="0"/>
              </a:defRPr>
            </a:lvl1pPr>
          </a:lstStyle>
          <a:p>
            <a:pPr lvl="0"/>
            <a:r>
              <a:rPr lang="en-US"/>
              <a:t>Text</a:t>
            </a:r>
          </a:p>
        </p:txBody>
      </p:sp>
      <p:sp>
        <p:nvSpPr>
          <p:cNvPr id="27" name="Text Placeholder 5">
            <a:extLst>
              <a:ext uri="{FF2B5EF4-FFF2-40B4-BE49-F238E27FC236}">
                <a16:creationId xmlns:a16="http://schemas.microsoft.com/office/drawing/2014/main" id="{52343530-9785-4BA5-AB3D-ED1A31D4EC71}"/>
              </a:ext>
            </a:extLst>
          </p:cNvPr>
          <p:cNvSpPr>
            <a:spLocks noGrp="1"/>
          </p:cNvSpPr>
          <p:nvPr userDrawn="1">
            <p:ph type="body" sz="quarter" idx="18" hasCustomPrompt="1"/>
          </p:nvPr>
        </p:nvSpPr>
        <p:spPr bwMode="invGray">
          <a:xfrm>
            <a:off x="6848192" y="2373924"/>
            <a:ext cx="1956816" cy="274320"/>
          </a:xfrm>
        </p:spPr>
        <p:txBody>
          <a:bodyPr lIns="0" tIns="0" rIns="0" bIns="0" anchor="ctr"/>
          <a:lstStyle>
            <a:lvl1pPr marL="0" indent="0" algn="ctr">
              <a:buNone/>
              <a:defRPr sz="1200">
                <a:solidFill>
                  <a:schemeClr val="accent3"/>
                </a:solidFill>
                <a:latin typeface="+mj-lt"/>
              </a:defRPr>
            </a:lvl1pPr>
          </a:lstStyle>
          <a:p>
            <a:pPr lvl="0"/>
            <a:r>
              <a:rPr lang="en-US"/>
              <a:t>Text or Name</a:t>
            </a:r>
          </a:p>
        </p:txBody>
      </p:sp>
      <p:sp>
        <p:nvSpPr>
          <p:cNvPr id="19" name="Text Placeholder 4">
            <a:extLst>
              <a:ext uri="{FF2B5EF4-FFF2-40B4-BE49-F238E27FC236}">
                <a16:creationId xmlns:a16="http://schemas.microsoft.com/office/drawing/2014/main" id="{642359BD-0C60-4B41-9186-D3A8E07117B2}"/>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0" name="Slide Number Placeholder 5">
            <a:extLst>
              <a:ext uri="{FF2B5EF4-FFF2-40B4-BE49-F238E27FC236}">
                <a16:creationId xmlns:a16="http://schemas.microsoft.com/office/drawing/2014/main" id="{8D823306-AAF9-4308-BA03-51210B7F25B5}"/>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61503438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our images 3">
    <p:spTree>
      <p:nvGrpSpPr>
        <p:cNvPr id="1" name=""/>
        <p:cNvGrpSpPr/>
        <p:nvPr/>
      </p:nvGrpSpPr>
      <p:grpSpPr>
        <a:xfrm>
          <a:off x="0" y="0"/>
          <a:ext cx="0" cy="0"/>
          <a:chOff x="0" y="0"/>
          <a:chExt cx="0" cy="0"/>
        </a:xfrm>
      </p:grpSpPr>
      <p:sp>
        <p:nvSpPr>
          <p:cNvPr id="63" name="Picture Placeholder 3">
            <a:extLst>
              <a:ext uri="{FF2B5EF4-FFF2-40B4-BE49-F238E27FC236}">
                <a16:creationId xmlns:a16="http://schemas.microsoft.com/office/drawing/2014/main" id="{878B2F4C-301A-408C-8855-A7AF9EB8E00F}"/>
              </a:ext>
            </a:extLst>
          </p:cNvPr>
          <p:cNvSpPr>
            <a:spLocks noGrp="1" noChangeAspect="1"/>
          </p:cNvSpPr>
          <p:nvPr>
            <p:ph type="pic" sz="quarter" idx="21" hasCustomPrompt="1"/>
          </p:nvPr>
        </p:nvSpPr>
        <p:spPr bwMode="invGray">
          <a:xfrm>
            <a:off x="7227668" y="3058256"/>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61" name="Picture Placeholder 3">
            <a:extLst>
              <a:ext uri="{FF2B5EF4-FFF2-40B4-BE49-F238E27FC236}">
                <a16:creationId xmlns:a16="http://schemas.microsoft.com/office/drawing/2014/main" id="{77537E8F-8975-4A18-9813-D10B75751278}"/>
              </a:ext>
            </a:extLst>
          </p:cNvPr>
          <p:cNvSpPr>
            <a:spLocks noGrp="1" noChangeAspect="1"/>
          </p:cNvSpPr>
          <p:nvPr>
            <p:ph type="pic" sz="quarter" idx="19" hasCustomPrompt="1"/>
          </p:nvPr>
        </p:nvSpPr>
        <p:spPr bwMode="invGray">
          <a:xfrm>
            <a:off x="2884375" y="3058256"/>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62" name="Picture Placeholder 3">
            <a:extLst>
              <a:ext uri="{FF2B5EF4-FFF2-40B4-BE49-F238E27FC236}">
                <a16:creationId xmlns:a16="http://schemas.microsoft.com/office/drawing/2014/main" id="{427954B6-42E4-49AC-A8CC-2B56F6B24301}"/>
              </a:ext>
            </a:extLst>
          </p:cNvPr>
          <p:cNvSpPr>
            <a:spLocks noGrp="1" noChangeAspect="1"/>
          </p:cNvSpPr>
          <p:nvPr>
            <p:ph type="pic" sz="quarter" idx="20" hasCustomPrompt="1"/>
          </p:nvPr>
        </p:nvSpPr>
        <p:spPr bwMode="invGray">
          <a:xfrm>
            <a:off x="5056022" y="1387718"/>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4" name="Picture Placeholder 3">
            <a:extLst>
              <a:ext uri="{FF2B5EF4-FFF2-40B4-BE49-F238E27FC236}">
                <a16:creationId xmlns:a16="http://schemas.microsoft.com/office/drawing/2014/main" id="{3753AB01-8E4C-47D6-B8E3-10AC53C8EB24}"/>
              </a:ext>
            </a:extLst>
          </p:cNvPr>
          <p:cNvSpPr>
            <a:spLocks noGrp="1" noChangeAspect="1"/>
          </p:cNvSpPr>
          <p:nvPr>
            <p:ph type="pic" sz="quarter" idx="10" hasCustomPrompt="1"/>
          </p:nvPr>
        </p:nvSpPr>
        <p:spPr bwMode="invGray">
          <a:xfrm>
            <a:off x="712728" y="1387718"/>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58" name="Oval 57">
            <a:extLst>
              <a:ext uri="{FF2B5EF4-FFF2-40B4-BE49-F238E27FC236}">
                <a16:creationId xmlns:a16="http://schemas.microsoft.com/office/drawing/2014/main" id="{B59C02B8-89D8-479B-9609-A61307C54B5F}"/>
              </a:ext>
            </a:extLst>
          </p:cNvPr>
          <p:cNvSpPr>
            <a:spLocks noChangeAspect="1"/>
          </p:cNvSpPr>
          <p:nvPr/>
        </p:nvSpPr>
        <p:spPr bwMode="invGray">
          <a:xfrm>
            <a:off x="7223096" y="3058256"/>
            <a:ext cx="1197864" cy="1197864"/>
          </a:xfrm>
          <a:prstGeom prst="ellipse">
            <a:avLst/>
          </a:prstGeom>
          <a:gradFill flip="none" rotWithShape="1">
            <a:gsLst>
              <a:gs pos="47000">
                <a:schemeClr val="accent3">
                  <a:alpha val="0"/>
                </a:schemeClr>
              </a:gs>
              <a:gs pos="0">
                <a:schemeClr val="accent3"/>
              </a:gs>
            </a:gsLst>
            <a:lin ang="17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800">
              <a:solidFill>
                <a:schemeClr val="bg1"/>
              </a:solidFill>
              <a:latin typeface="+mj-lt"/>
            </a:endParaRPr>
          </a:p>
        </p:txBody>
      </p:sp>
      <p:sp>
        <p:nvSpPr>
          <p:cNvPr id="50" name="Oval 49">
            <a:extLst>
              <a:ext uri="{FF2B5EF4-FFF2-40B4-BE49-F238E27FC236}">
                <a16:creationId xmlns:a16="http://schemas.microsoft.com/office/drawing/2014/main" id="{8CFCD3AC-BC13-484A-9DB6-0687ADDFA522}"/>
              </a:ext>
            </a:extLst>
          </p:cNvPr>
          <p:cNvSpPr>
            <a:spLocks noChangeAspect="1"/>
          </p:cNvSpPr>
          <p:nvPr/>
        </p:nvSpPr>
        <p:spPr bwMode="invGray">
          <a:xfrm>
            <a:off x="5056632" y="1389888"/>
            <a:ext cx="1197864" cy="1197864"/>
          </a:xfrm>
          <a:prstGeom prst="ellipse">
            <a:avLst/>
          </a:prstGeom>
          <a:gradFill flip="none" rotWithShape="1">
            <a:gsLst>
              <a:gs pos="47000">
                <a:schemeClr val="accent2">
                  <a:alpha val="0"/>
                </a:schemeClr>
              </a:gs>
              <a:gs pos="0">
                <a:schemeClr val="accent2"/>
              </a:gs>
            </a:gsLst>
            <a:lin ang="17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800">
              <a:solidFill>
                <a:schemeClr val="bg1"/>
              </a:solidFill>
              <a:latin typeface="+mj-lt"/>
            </a:endParaRPr>
          </a:p>
        </p:txBody>
      </p:sp>
      <p:sp>
        <p:nvSpPr>
          <p:cNvPr id="54" name="Oval 53">
            <a:extLst>
              <a:ext uri="{FF2B5EF4-FFF2-40B4-BE49-F238E27FC236}">
                <a16:creationId xmlns:a16="http://schemas.microsoft.com/office/drawing/2014/main" id="{A0257437-5EEA-4AFD-AFBD-4160FDF4BBC1}"/>
              </a:ext>
            </a:extLst>
          </p:cNvPr>
          <p:cNvSpPr>
            <a:spLocks noChangeAspect="1"/>
          </p:cNvSpPr>
          <p:nvPr/>
        </p:nvSpPr>
        <p:spPr bwMode="invGray">
          <a:xfrm>
            <a:off x="2879803" y="3058256"/>
            <a:ext cx="1197864" cy="1197864"/>
          </a:xfrm>
          <a:prstGeom prst="ellipse">
            <a:avLst/>
          </a:prstGeom>
          <a:gradFill flip="none" rotWithShape="1">
            <a:gsLst>
              <a:gs pos="47000">
                <a:schemeClr val="accent4">
                  <a:alpha val="0"/>
                </a:schemeClr>
              </a:gs>
              <a:gs pos="0">
                <a:schemeClr val="accent4"/>
              </a:gs>
            </a:gsLst>
            <a:lin ang="17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800">
              <a:solidFill>
                <a:schemeClr val="bg1"/>
              </a:solidFill>
              <a:latin typeface="+mj-lt"/>
            </a:endParaRPr>
          </a:p>
        </p:txBody>
      </p:sp>
      <p:sp>
        <p:nvSpPr>
          <p:cNvPr id="12" name="Oval 11">
            <a:extLst>
              <a:ext uri="{FF2B5EF4-FFF2-40B4-BE49-F238E27FC236}">
                <a16:creationId xmlns:a16="http://schemas.microsoft.com/office/drawing/2014/main" id="{ADACA83E-D11F-4623-9756-E043FFD2354A}"/>
              </a:ext>
            </a:extLst>
          </p:cNvPr>
          <p:cNvSpPr>
            <a:spLocks noChangeAspect="1"/>
          </p:cNvSpPr>
          <p:nvPr/>
        </p:nvSpPr>
        <p:spPr bwMode="invGray">
          <a:xfrm>
            <a:off x="713232" y="1389888"/>
            <a:ext cx="1197864" cy="1197864"/>
          </a:xfrm>
          <a:prstGeom prst="ellipse">
            <a:avLst/>
          </a:prstGeom>
          <a:gradFill flip="none" rotWithShape="1">
            <a:gsLst>
              <a:gs pos="47000">
                <a:schemeClr val="accent1">
                  <a:alpha val="0"/>
                </a:schemeClr>
              </a:gs>
              <a:gs pos="0">
                <a:schemeClr val="accent1"/>
              </a:gs>
            </a:gsLst>
            <a:lin ang="17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800">
              <a:solidFill>
                <a:schemeClr val="bg1"/>
              </a:solidFill>
              <a:latin typeface="+mj-lt"/>
            </a:endParaRP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6" name="Text Placeholder 5">
            <a:extLst>
              <a:ext uri="{FF2B5EF4-FFF2-40B4-BE49-F238E27FC236}">
                <a16:creationId xmlns:a16="http://schemas.microsoft.com/office/drawing/2014/main" id="{5745C628-C734-425D-A3FF-809A59836586}"/>
              </a:ext>
            </a:extLst>
          </p:cNvPr>
          <p:cNvSpPr>
            <a:spLocks noGrp="1"/>
          </p:cNvSpPr>
          <p:nvPr>
            <p:ph type="body" sz="quarter" idx="11" hasCustomPrompt="1"/>
          </p:nvPr>
        </p:nvSpPr>
        <p:spPr bwMode="invGray">
          <a:xfrm>
            <a:off x="333252" y="2668660"/>
            <a:ext cx="1956816" cy="1901952"/>
          </a:xfrm>
        </p:spPr>
        <p:txBody>
          <a:bodyPr lIns="0" tIns="0" rIns="0" bIns="0" anchor="t"/>
          <a:lstStyle>
            <a:lvl1pPr marL="0" indent="0" algn="ctr">
              <a:buNone/>
              <a:defRPr sz="1200">
                <a:latin typeface="Raleway Light" pitchFamily="2" charset="0"/>
              </a:defRPr>
            </a:lvl1pPr>
          </a:lstStyle>
          <a:p>
            <a:pPr lvl="0"/>
            <a:r>
              <a:rPr lang="en-US"/>
              <a:t>Text</a:t>
            </a:r>
          </a:p>
        </p:txBody>
      </p:sp>
      <p:sp>
        <p:nvSpPr>
          <p:cNvPr id="15" name="Text Placeholder 5">
            <a:extLst>
              <a:ext uri="{FF2B5EF4-FFF2-40B4-BE49-F238E27FC236}">
                <a16:creationId xmlns:a16="http://schemas.microsoft.com/office/drawing/2014/main" id="{C7808F05-407F-4197-BCEF-70999CAED6F0}"/>
              </a:ext>
            </a:extLst>
          </p:cNvPr>
          <p:cNvSpPr>
            <a:spLocks noGrp="1"/>
          </p:cNvSpPr>
          <p:nvPr>
            <p:ph type="body" sz="quarter" idx="12" hasCustomPrompt="1"/>
          </p:nvPr>
        </p:nvSpPr>
        <p:spPr bwMode="invGray">
          <a:xfrm>
            <a:off x="333252" y="1074738"/>
            <a:ext cx="1956816" cy="228600"/>
          </a:xfrm>
        </p:spPr>
        <p:txBody>
          <a:bodyPr lIns="0" tIns="0" rIns="0" bIns="0" anchor="t"/>
          <a:lstStyle>
            <a:lvl1pPr marL="0" indent="0" algn="ctr">
              <a:buNone/>
              <a:defRPr sz="1200">
                <a:solidFill>
                  <a:schemeClr val="accent1"/>
                </a:solidFill>
                <a:latin typeface="+mj-lt"/>
              </a:defRPr>
            </a:lvl1pPr>
          </a:lstStyle>
          <a:p>
            <a:pPr lvl="0"/>
            <a:r>
              <a:rPr lang="en-US"/>
              <a:t>Text or Name</a:t>
            </a:r>
          </a:p>
        </p:txBody>
      </p:sp>
      <p:sp>
        <p:nvSpPr>
          <p:cNvPr id="43" name="Text Placeholder 5">
            <a:extLst>
              <a:ext uri="{FF2B5EF4-FFF2-40B4-BE49-F238E27FC236}">
                <a16:creationId xmlns:a16="http://schemas.microsoft.com/office/drawing/2014/main" id="{0E1A69AA-BB08-47ED-8A27-3EBD2285D3D0}"/>
              </a:ext>
            </a:extLst>
          </p:cNvPr>
          <p:cNvSpPr>
            <a:spLocks noGrp="1"/>
          </p:cNvSpPr>
          <p:nvPr>
            <p:ph type="body" sz="quarter" idx="13" hasCustomPrompt="1"/>
          </p:nvPr>
        </p:nvSpPr>
        <p:spPr bwMode="invGray">
          <a:xfrm>
            <a:off x="2504899" y="1074738"/>
            <a:ext cx="1956816" cy="1901952"/>
          </a:xfrm>
        </p:spPr>
        <p:txBody>
          <a:bodyPr lIns="0" tIns="0" rIns="0" bIns="0" anchor="b"/>
          <a:lstStyle>
            <a:lvl1pPr marL="0" indent="0" algn="ctr">
              <a:buNone/>
              <a:defRPr sz="1200">
                <a:latin typeface="Raleway Light" pitchFamily="2" charset="0"/>
              </a:defRPr>
            </a:lvl1pPr>
          </a:lstStyle>
          <a:p>
            <a:pPr lvl="0"/>
            <a:r>
              <a:rPr lang="en-US"/>
              <a:t>Text</a:t>
            </a:r>
          </a:p>
        </p:txBody>
      </p:sp>
      <p:sp>
        <p:nvSpPr>
          <p:cNvPr id="44" name="Text Placeholder 5">
            <a:extLst>
              <a:ext uri="{FF2B5EF4-FFF2-40B4-BE49-F238E27FC236}">
                <a16:creationId xmlns:a16="http://schemas.microsoft.com/office/drawing/2014/main" id="{E568E458-ED09-4594-BF03-6E7B9E566220}"/>
              </a:ext>
            </a:extLst>
          </p:cNvPr>
          <p:cNvSpPr>
            <a:spLocks noGrp="1"/>
          </p:cNvSpPr>
          <p:nvPr>
            <p:ph type="body" sz="quarter" idx="14" hasCustomPrompt="1"/>
          </p:nvPr>
        </p:nvSpPr>
        <p:spPr bwMode="invGray">
          <a:xfrm>
            <a:off x="4676546" y="2668660"/>
            <a:ext cx="1956816" cy="1901952"/>
          </a:xfrm>
        </p:spPr>
        <p:txBody>
          <a:bodyPr lIns="0" tIns="0" rIns="0" bIns="0" anchor="t"/>
          <a:lstStyle>
            <a:lvl1pPr marL="0" indent="0" algn="ctr">
              <a:buNone/>
              <a:defRPr sz="1200">
                <a:latin typeface="Raleway Light" pitchFamily="2" charset="0"/>
              </a:defRPr>
            </a:lvl1pPr>
          </a:lstStyle>
          <a:p>
            <a:pPr lvl="0"/>
            <a:r>
              <a:rPr lang="en-US"/>
              <a:t>Text</a:t>
            </a:r>
          </a:p>
        </p:txBody>
      </p:sp>
      <p:sp>
        <p:nvSpPr>
          <p:cNvPr id="45" name="Text Placeholder 5">
            <a:extLst>
              <a:ext uri="{FF2B5EF4-FFF2-40B4-BE49-F238E27FC236}">
                <a16:creationId xmlns:a16="http://schemas.microsoft.com/office/drawing/2014/main" id="{B164CC54-F8A7-4852-B819-D7C108DCD290}"/>
              </a:ext>
            </a:extLst>
          </p:cNvPr>
          <p:cNvSpPr>
            <a:spLocks noGrp="1"/>
          </p:cNvSpPr>
          <p:nvPr>
            <p:ph type="body" sz="quarter" idx="15" hasCustomPrompt="1"/>
          </p:nvPr>
        </p:nvSpPr>
        <p:spPr bwMode="invGray">
          <a:xfrm>
            <a:off x="6848192" y="1074738"/>
            <a:ext cx="1956816" cy="1901952"/>
          </a:xfrm>
        </p:spPr>
        <p:txBody>
          <a:bodyPr lIns="0" tIns="0" rIns="0" bIns="0" anchor="b"/>
          <a:lstStyle>
            <a:lvl1pPr marL="0" indent="0" algn="ctr">
              <a:buNone/>
              <a:defRPr sz="1200">
                <a:latin typeface="Raleway Light" pitchFamily="2" charset="0"/>
              </a:defRPr>
            </a:lvl1pPr>
          </a:lstStyle>
          <a:p>
            <a:pPr lvl="0"/>
            <a:r>
              <a:rPr lang="en-US"/>
              <a:t>Text</a:t>
            </a:r>
          </a:p>
        </p:txBody>
      </p:sp>
      <p:sp>
        <p:nvSpPr>
          <p:cNvPr id="46" name="Text Placeholder 5">
            <a:extLst>
              <a:ext uri="{FF2B5EF4-FFF2-40B4-BE49-F238E27FC236}">
                <a16:creationId xmlns:a16="http://schemas.microsoft.com/office/drawing/2014/main" id="{1E3A88E7-988D-47C0-8A7F-409F5119B7F5}"/>
              </a:ext>
            </a:extLst>
          </p:cNvPr>
          <p:cNvSpPr>
            <a:spLocks noGrp="1"/>
          </p:cNvSpPr>
          <p:nvPr>
            <p:ph type="body" sz="quarter" idx="16" hasCustomPrompt="1"/>
          </p:nvPr>
        </p:nvSpPr>
        <p:spPr bwMode="invGray">
          <a:xfrm>
            <a:off x="2504899" y="4342012"/>
            <a:ext cx="1956816" cy="228600"/>
          </a:xfrm>
        </p:spPr>
        <p:txBody>
          <a:bodyPr lIns="0" tIns="0" rIns="0" bIns="0" anchor="b"/>
          <a:lstStyle>
            <a:lvl1pPr marL="0" indent="0" algn="ctr">
              <a:buNone/>
              <a:defRPr sz="1200">
                <a:solidFill>
                  <a:schemeClr val="accent4"/>
                </a:solidFill>
                <a:latin typeface="+mj-lt"/>
              </a:defRPr>
            </a:lvl1pPr>
          </a:lstStyle>
          <a:p>
            <a:pPr lvl="0"/>
            <a:r>
              <a:rPr lang="en-US"/>
              <a:t>Text or Name</a:t>
            </a:r>
          </a:p>
        </p:txBody>
      </p:sp>
      <p:sp>
        <p:nvSpPr>
          <p:cNvPr id="47" name="Text Placeholder 5">
            <a:extLst>
              <a:ext uri="{FF2B5EF4-FFF2-40B4-BE49-F238E27FC236}">
                <a16:creationId xmlns:a16="http://schemas.microsoft.com/office/drawing/2014/main" id="{1FBC6CF9-7E8C-4DC5-9B67-468A5F82C02E}"/>
              </a:ext>
            </a:extLst>
          </p:cNvPr>
          <p:cNvSpPr>
            <a:spLocks noGrp="1"/>
          </p:cNvSpPr>
          <p:nvPr>
            <p:ph type="body" sz="quarter" idx="17" hasCustomPrompt="1"/>
          </p:nvPr>
        </p:nvSpPr>
        <p:spPr bwMode="invGray">
          <a:xfrm>
            <a:off x="4676546" y="1074738"/>
            <a:ext cx="1956816" cy="228600"/>
          </a:xfrm>
        </p:spPr>
        <p:txBody>
          <a:bodyPr lIns="0" tIns="0" rIns="0" bIns="0" anchor="t"/>
          <a:lstStyle>
            <a:lvl1pPr marL="0" indent="0" algn="ctr">
              <a:buNone/>
              <a:defRPr sz="1200">
                <a:solidFill>
                  <a:schemeClr val="accent2"/>
                </a:solidFill>
                <a:latin typeface="+mj-lt"/>
              </a:defRPr>
            </a:lvl1pPr>
          </a:lstStyle>
          <a:p>
            <a:pPr lvl="0"/>
            <a:r>
              <a:rPr lang="en-US"/>
              <a:t>Text or Name</a:t>
            </a:r>
          </a:p>
        </p:txBody>
      </p:sp>
      <p:sp>
        <p:nvSpPr>
          <p:cNvPr id="48" name="Text Placeholder 5">
            <a:extLst>
              <a:ext uri="{FF2B5EF4-FFF2-40B4-BE49-F238E27FC236}">
                <a16:creationId xmlns:a16="http://schemas.microsoft.com/office/drawing/2014/main" id="{2C3C7B8A-741D-49C0-B7FB-F8BF4C55FBD5}"/>
              </a:ext>
            </a:extLst>
          </p:cNvPr>
          <p:cNvSpPr>
            <a:spLocks noGrp="1"/>
          </p:cNvSpPr>
          <p:nvPr>
            <p:ph type="body" sz="quarter" idx="18" hasCustomPrompt="1"/>
          </p:nvPr>
        </p:nvSpPr>
        <p:spPr bwMode="invGray">
          <a:xfrm>
            <a:off x="6848192" y="4342012"/>
            <a:ext cx="1956816" cy="228600"/>
          </a:xfrm>
        </p:spPr>
        <p:txBody>
          <a:bodyPr lIns="0" tIns="0" rIns="0" bIns="0" anchor="b"/>
          <a:lstStyle>
            <a:lvl1pPr marL="0" indent="0" algn="ctr">
              <a:buNone/>
              <a:defRPr sz="1200">
                <a:solidFill>
                  <a:schemeClr val="accent3"/>
                </a:solidFill>
                <a:latin typeface="+mj-lt"/>
              </a:defRPr>
            </a:lvl1pPr>
          </a:lstStyle>
          <a:p>
            <a:pPr lvl="0"/>
            <a:r>
              <a:rPr lang="en-US"/>
              <a:t>Text or Name</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0" name="Slide Number Placeholder 5">
            <a:extLst>
              <a:ext uri="{FF2B5EF4-FFF2-40B4-BE49-F238E27FC236}">
                <a16:creationId xmlns:a16="http://schemas.microsoft.com/office/drawing/2014/main" id="{BCCFCFBF-D458-467D-BFB3-79A36D5CF885}"/>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973254900"/>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with 3 column">
    <p:spTree>
      <p:nvGrpSpPr>
        <p:cNvPr id="1" name=""/>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DED66E28-51A1-4EDD-9DCC-EC73859E41C7}"/>
              </a:ext>
            </a:extLst>
          </p:cNvPr>
          <p:cNvSpPr/>
          <p:nvPr userDrawn="1"/>
        </p:nvSpPr>
        <p:spPr bwMode="invGray">
          <a:xfrm>
            <a:off x="6080096" y="1074738"/>
            <a:ext cx="2724912" cy="540998"/>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21" name="Rectangle: Rounded Corners 20">
            <a:extLst>
              <a:ext uri="{FF2B5EF4-FFF2-40B4-BE49-F238E27FC236}">
                <a16:creationId xmlns:a16="http://schemas.microsoft.com/office/drawing/2014/main" id="{1B1E5C47-290E-4DD8-AE0F-3D43227016A2}"/>
              </a:ext>
            </a:extLst>
          </p:cNvPr>
          <p:cNvSpPr/>
          <p:nvPr userDrawn="1"/>
        </p:nvSpPr>
        <p:spPr bwMode="invGray">
          <a:xfrm>
            <a:off x="320675" y="1074738"/>
            <a:ext cx="2724912" cy="540998"/>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1"/>
              </a:solidFill>
              <a:latin typeface="+mj-lt"/>
            </a:endParaRPr>
          </a:p>
        </p:txBody>
      </p:sp>
      <p:sp>
        <p:nvSpPr>
          <p:cNvPr id="22" name="Rectangle: Rounded Corners 21">
            <a:extLst>
              <a:ext uri="{FF2B5EF4-FFF2-40B4-BE49-F238E27FC236}">
                <a16:creationId xmlns:a16="http://schemas.microsoft.com/office/drawing/2014/main" id="{7984E68D-245D-427A-865A-C7013D0986B5}"/>
              </a:ext>
            </a:extLst>
          </p:cNvPr>
          <p:cNvSpPr/>
          <p:nvPr userDrawn="1"/>
        </p:nvSpPr>
        <p:spPr bwMode="invGray">
          <a:xfrm>
            <a:off x="3200386" y="1074738"/>
            <a:ext cx="2724912" cy="540998"/>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4"/>
              </a:solidFill>
              <a:latin typeface="+mj-lt"/>
            </a:endParaRPr>
          </a:p>
        </p:txBody>
      </p:sp>
      <p:sp>
        <p:nvSpPr>
          <p:cNvPr id="25" name="Text Placeholder 5">
            <a:extLst>
              <a:ext uri="{FF2B5EF4-FFF2-40B4-BE49-F238E27FC236}">
                <a16:creationId xmlns:a16="http://schemas.microsoft.com/office/drawing/2014/main" id="{8DC324A1-4EA0-4B60-8634-9BB3EA2FF481}"/>
              </a:ext>
            </a:extLst>
          </p:cNvPr>
          <p:cNvSpPr>
            <a:spLocks noGrp="1"/>
          </p:cNvSpPr>
          <p:nvPr>
            <p:ph type="body" sz="quarter" idx="23" hasCustomPrompt="1"/>
          </p:nvPr>
        </p:nvSpPr>
        <p:spPr bwMode="invGray">
          <a:xfrm>
            <a:off x="320675" y="1074738"/>
            <a:ext cx="2724912" cy="539496"/>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26" name="Text Placeholder 5">
            <a:extLst>
              <a:ext uri="{FF2B5EF4-FFF2-40B4-BE49-F238E27FC236}">
                <a16:creationId xmlns:a16="http://schemas.microsoft.com/office/drawing/2014/main" id="{57EF9072-27DC-4A6B-AC6A-03E9331EFCE7}"/>
              </a:ext>
            </a:extLst>
          </p:cNvPr>
          <p:cNvSpPr>
            <a:spLocks noGrp="1"/>
          </p:cNvSpPr>
          <p:nvPr>
            <p:ph type="body" sz="quarter" idx="24" hasCustomPrompt="1"/>
          </p:nvPr>
        </p:nvSpPr>
        <p:spPr bwMode="invGray">
          <a:xfrm>
            <a:off x="3200386" y="1074738"/>
            <a:ext cx="2724912" cy="539496"/>
          </a:xfrm>
        </p:spPr>
        <p:txBody>
          <a:bodyPr lIns="91440" tIns="45720" rIns="91440" bIns="45720" anchor="ctr"/>
          <a:lstStyle>
            <a:lvl1pPr marL="0" indent="0" algn="l">
              <a:buNone/>
              <a:defRPr sz="1200">
                <a:solidFill>
                  <a:schemeClr val="accent4"/>
                </a:solidFill>
                <a:latin typeface="+mj-lt"/>
              </a:defRPr>
            </a:lvl1pPr>
          </a:lstStyle>
          <a:p>
            <a:pPr lvl="0"/>
            <a:r>
              <a:rPr lang="en-US"/>
              <a:t>Title</a:t>
            </a:r>
          </a:p>
        </p:txBody>
      </p:sp>
      <p:sp>
        <p:nvSpPr>
          <p:cNvPr id="28" name="Text Placeholder 5">
            <a:extLst>
              <a:ext uri="{FF2B5EF4-FFF2-40B4-BE49-F238E27FC236}">
                <a16:creationId xmlns:a16="http://schemas.microsoft.com/office/drawing/2014/main" id="{DE29ADF8-A949-4BF8-9F98-C3A577F67A49}"/>
              </a:ext>
            </a:extLst>
          </p:cNvPr>
          <p:cNvSpPr>
            <a:spLocks noGrp="1"/>
          </p:cNvSpPr>
          <p:nvPr>
            <p:ph type="body" sz="quarter" idx="25" hasCustomPrompt="1"/>
          </p:nvPr>
        </p:nvSpPr>
        <p:spPr bwMode="invGray">
          <a:xfrm>
            <a:off x="6080096" y="1074738"/>
            <a:ext cx="2724912" cy="539496"/>
          </a:xfrm>
        </p:spPr>
        <p:txBody>
          <a:bodyPr lIns="91440" tIns="45720" rIns="91440" bIns="45720" anchor="ctr"/>
          <a:lstStyle>
            <a:lvl1pPr marL="0" indent="0" algn="l">
              <a:buNone/>
              <a:defRPr sz="1200">
                <a:solidFill>
                  <a:schemeClr val="accent2"/>
                </a:solidFill>
                <a:latin typeface="+mj-lt"/>
              </a:defRPr>
            </a:lvl1pPr>
          </a:lstStyle>
          <a:p>
            <a:pPr lvl="0"/>
            <a:r>
              <a:rPr lang="en-US"/>
              <a:t>Title</a:t>
            </a: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3" name="Text Placeholder 5">
            <a:extLst>
              <a:ext uri="{FF2B5EF4-FFF2-40B4-BE49-F238E27FC236}">
                <a16:creationId xmlns:a16="http://schemas.microsoft.com/office/drawing/2014/main" id="{91329EB5-A393-461C-A77C-EDBC8F7B9F64}"/>
              </a:ext>
            </a:extLst>
          </p:cNvPr>
          <p:cNvSpPr>
            <a:spLocks noGrp="1"/>
          </p:cNvSpPr>
          <p:nvPr>
            <p:ph type="body" sz="quarter" idx="13" hasCustomPrompt="1"/>
          </p:nvPr>
        </p:nvSpPr>
        <p:spPr bwMode="invGray">
          <a:xfrm>
            <a:off x="320675" y="1723292"/>
            <a:ext cx="2724912" cy="2851104"/>
          </a:xfrm>
        </p:spPr>
        <p:txBody>
          <a:bodyPr lIns="91440" tIns="45720" rIns="91440" bIns="45720" anchor="t"/>
          <a:lstStyle>
            <a:lvl1pPr marL="0" indent="0" algn="l">
              <a:buNone/>
              <a:defRPr sz="1100">
                <a:latin typeface="+mn-lt"/>
              </a:defRPr>
            </a:lvl1pPr>
          </a:lstStyle>
          <a:p>
            <a:pPr lvl="0"/>
            <a:r>
              <a:rPr lang="en-US"/>
              <a:t>Text</a:t>
            </a:r>
          </a:p>
        </p:txBody>
      </p:sp>
      <p:sp>
        <p:nvSpPr>
          <p:cNvPr id="29" name="Text Placeholder 5">
            <a:extLst>
              <a:ext uri="{FF2B5EF4-FFF2-40B4-BE49-F238E27FC236}">
                <a16:creationId xmlns:a16="http://schemas.microsoft.com/office/drawing/2014/main" id="{88337F3F-158A-4DE6-829A-FDD67407C6F1}"/>
              </a:ext>
            </a:extLst>
          </p:cNvPr>
          <p:cNvSpPr>
            <a:spLocks noGrp="1"/>
          </p:cNvSpPr>
          <p:nvPr>
            <p:ph type="body" sz="quarter" idx="26" hasCustomPrompt="1"/>
          </p:nvPr>
        </p:nvSpPr>
        <p:spPr bwMode="invGray">
          <a:xfrm>
            <a:off x="3200386" y="1723292"/>
            <a:ext cx="2724912" cy="2851104"/>
          </a:xfrm>
        </p:spPr>
        <p:txBody>
          <a:bodyPr lIns="91440" tIns="45720" rIns="91440" bIns="45720" anchor="t"/>
          <a:lstStyle>
            <a:lvl1pPr marL="0" indent="0" algn="l">
              <a:buNone/>
              <a:defRPr sz="1100">
                <a:latin typeface="+mn-lt"/>
              </a:defRPr>
            </a:lvl1pPr>
          </a:lstStyle>
          <a:p>
            <a:pPr lvl="0"/>
            <a:r>
              <a:rPr lang="en-US"/>
              <a:t>Text</a:t>
            </a:r>
          </a:p>
        </p:txBody>
      </p:sp>
      <p:sp>
        <p:nvSpPr>
          <p:cNvPr id="31" name="Text Placeholder 5">
            <a:extLst>
              <a:ext uri="{FF2B5EF4-FFF2-40B4-BE49-F238E27FC236}">
                <a16:creationId xmlns:a16="http://schemas.microsoft.com/office/drawing/2014/main" id="{A4016478-8F60-49D5-810D-2850AB8FF90C}"/>
              </a:ext>
            </a:extLst>
          </p:cNvPr>
          <p:cNvSpPr>
            <a:spLocks noGrp="1"/>
          </p:cNvSpPr>
          <p:nvPr>
            <p:ph type="body" sz="quarter" idx="28" hasCustomPrompt="1"/>
          </p:nvPr>
        </p:nvSpPr>
        <p:spPr bwMode="invGray">
          <a:xfrm>
            <a:off x="6080096" y="1723292"/>
            <a:ext cx="2724912" cy="2851104"/>
          </a:xfrm>
        </p:spPr>
        <p:txBody>
          <a:bodyPr lIns="91440" tIns="45720" rIns="91440" bIns="45720" anchor="t"/>
          <a:lstStyle>
            <a:lvl1pPr marL="0" indent="0" algn="l">
              <a:buNone/>
              <a:defRPr sz="1100">
                <a:latin typeface="+mn-lt"/>
              </a:defRPr>
            </a:lvl1pPr>
          </a:lstStyle>
          <a:p>
            <a:pPr lvl="0"/>
            <a:r>
              <a:rPr lang="en-US"/>
              <a:t>Text</a:t>
            </a:r>
          </a:p>
        </p:txBody>
      </p:sp>
      <p:sp>
        <p:nvSpPr>
          <p:cNvPr id="13" name="Slide Number Placeholder 5">
            <a:extLst>
              <a:ext uri="{FF2B5EF4-FFF2-40B4-BE49-F238E27FC236}">
                <a16:creationId xmlns:a16="http://schemas.microsoft.com/office/drawing/2014/main" id="{D573FDB4-4A49-4C07-8FF4-A69DDDD57ADC}"/>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59527107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with 4 column">
    <p:spTree>
      <p:nvGrpSpPr>
        <p:cNvPr id="1" name=""/>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1B1E5C47-290E-4DD8-AE0F-3D43227016A2}"/>
              </a:ext>
            </a:extLst>
          </p:cNvPr>
          <p:cNvSpPr/>
          <p:nvPr userDrawn="1"/>
        </p:nvSpPr>
        <p:spPr bwMode="invGray">
          <a:xfrm>
            <a:off x="320675" y="1074738"/>
            <a:ext cx="2029968" cy="540998"/>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1"/>
              </a:solidFill>
              <a:latin typeface="+mj-lt"/>
            </a:endParaRPr>
          </a:p>
        </p:txBody>
      </p:sp>
      <p:sp>
        <p:nvSpPr>
          <p:cNvPr id="22" name="Rectangle: Rounded Corners 21">
            <a:extLst>
              <a:ext uri="{FF2B5EF4-FFF2-40B4-BE49-F238E27FC236}">
                <a16:creationId xmlns:a16="http://schemas.microsoft.com/office/drawing/2014/main" id="{7984E68D-245D-427A-865A-C7013D0986B5}"/>
              </a:ext>
            </a:extLst>
          </p:cNvPr>
          <p:cNvSpPr/>
          <p:nvPr userDrawn="1"/>
        </p:nvSpPr>
        <p:spPr bwMode="invGray">
          <a:xfrm>
            <a:off x="2472130" y="1074738"/>
            <a:ext cx="2029968" cy="540998"/>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4"/>
              </a:solidFill>
              <a:latin typeface="+mj-lt"/>
            </a:endParaRPr>
          </a:p>
        </p:txBody>
      </p:sp>
      <p:sp>
        <p:nvSpPr>
          <p:cNvPr id="27" name="Rectangle: Rounded Corners 26">
            <a:extLst>
              <a:ext uri="{FF2B5EF4-FFF2-40B4-BE49-F238E27FC236}">
                <a16:creationId xmlns:a16="http://schemas.microsoft.com/office/drawing/2014/main" id="{DED66E28-51A1-4EDD-9DCC-EC73859E41C7}"/>
              </a:ext>
            </a:extLst>
          </p:cNvPr>
          <p:cNvSpPr/>
          <p:nvPr userDrawn="1"/>
        </p:nvSpPr>
        <p:spPr bwMode="invGray">
          <a:xfrm>
            <a:off x="4623585" y="1074738"/>
            <a:ext cx="2029968" cy="540998"/>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16" name="Rectangle: Rounded Corners 15">
            <a:extLst>
              <a:ext uri="{FF2B5EF4-FFF2-40B4-BE49-F238E27FC236}">
                <a16:creationId xmlns:a16="http://schemas.microsoft.com/office/drawing/2014/main" id="{40882BC4-5797-4DD0-AB8A-F46290A4A2A0}"/>
              </a:ext>
            </a:extLst>
          </p:cNvPr>
          <p:cNvSpPr/>
          <p:nvPr userDrawn="1"/>
        </p:nvSpPr>
        <p:spPr bwMode="invGray">
          <a:xfrm>
            <a:off x="6775040" y="1074738"/>
            <a:ext cx="2029968" cy="540998"/>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25" name="Text Placeholder 5">
            <a:extLst>
              <a:ext uri="{FF2B5EF4-FFF2-40B4-BE49-F238E27FC236}">
                <a16:creationId xmlns:a16="http://schemas.microsoft.com/office/drawing/2014/main" id="{8DC324A1-4EA0-4B60-8634-9BB3EA2FF481}"/>
              </a:ext>
            </a:extLst>
          </p:cNvPr>
          <p:cNvSpPr>
            <a:spLocks noGrp="1"/>
          </p:cNvSpPr>
          <p:nvPr>
            <p:ph type="body" sz="quarter" idx="23" hasCustomPrompt="1"/>
          </p:nvPr>
        </p:nvSpPr>
        <p:spPr bwMode="invGray">
          <a:xfrm>
            <a:off x="320675" y="1074738"/>
            <a:ext cx="2029968" cy="539496"/>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26" name="Text Placeholder 5">
            <a:extLst>
              <a:ext uri="{FF2B5EF4-FFF2-40B4-BE49-F238E27FC236}">
                <a16:creationId xmlns:a16="http://schemas.microsoft.com/office/drawing/2014/main" id="{57EF9072-27DC-4A6B-AC6A-03E9331EFCE7}"/>
              </a:ext>
            </a:extLst>
          </p:cNvPr>
          <p:cNvSpPr>
            <a:spLocks noGrp="1"/>
          </p:cNvSpPr>
          <p:nvPr>
            <p:ph type="body" sz="quarter" idx="24" hasCustomPrompt="1"/>
          </p:nvPr>
        </p:nvSpPr>
        <p:spPr bwMode="invGray">
          <a:xfrm>
            <a:off x="2472130" y="1074738"/>
            <a:ext cx="2029968" cy="539496"/>
          </a:xfrm>
        </p:spPr>
        <p:txBody>
          <a:bodyPr lIns="91440" tIns="45720" rIns="91440" bIns="45720" anchor="ctr"/>
          <a:lstStyle>
            <a:lvl1pPr marL="0" indent="0" algn="l">
              <a:buNone/>
              <a:defRPr sz="1200">
                <a:solidFill>
                  <a:schemeClr val="accent4"/>
                </a:solidFill>
                <a:latin typeface="+mj-lt"/>
              </a:defRPr>
            </a:lvl1pPr>
          </a:lstStyle>
          <a:p>
            <a:pPr lvl="0"/>
            <a:r>
              <a:rPr lang="en-US"/>
              <a:t>Title</a:t>
            </a:r>
          </a:p>
        </p:txBody>
      </p:sp>
      <p:sp>
        <p:nvSpPr>
          <p:cNvPr id="28" name="Text Placeholder 5">
            <a:extLst>
              <a:ext uri="{FF2B5EF4-FFF2-40B4-BE49-F238E27FC236}">
                <a16:creationId xmlns:a16="http://schemas.microsoft.com/office/drawing/2014/main" id="{DE29ADF8-A949-4BF8-9F98-C3A577F67A49}"/>
              </a:ext>
            </a:extLst>
          </p:cNvPr>
          <p:cNvSpPr>
            <a:spLocks noGrp="1"/>
          </p:cNvSpPr>
          <p:nvPr>
            <p:ph type="body" sz="quarter" idx="25" hasCustomPrompt="1"/>
          </p:nvPr>
        </p:nvSpPr>
        <p:spPr bwMode="invGray">
          <a:xfrm>
            <a:off x="4623585" y="1074738"/>
            <a:ext cx="2029968" cy="539496"/>
          </a:xfrm>
        </p:spPr>
        <p:txBody>
          <a:bodyPr lIns="91440" tIns="45720" rIns="91440" bIns="45720" anchor="ctr"/>
          <a:lstStyle>
            <a:lvl1pPr marL="0" indent="0" algn="l">
              <a:buNone/>
              <a:defRPr sz="1200">
                <a:solidFill>
                  <a:schemeClr val="accent2"/>
                </a:solidFill>
                <a:latin typeface="+mj-lt"/>
              </a:defRPr>
            </a:lvl1pPr>
          </a:lstStyle>
          <a:p>
            <a:pPr lvl="0"/>
            <a:r>
              <a:rPr lang="en-US"/>
              <a:t>Title</a:t>
            </a:r>
          </a:p>
        </p:txBody>
      </p:sp>
      <p:sp>
        <p:nvSpPr>
          <p:cNvPr id="17" name="Text Placeholder 5">
            <a:extLst>
              <a:ext uri="{FF2B5EF4-FFF2-40B4-BE49-F238E27FC236}">
                <a16:creationId xmlns:a16="http://schemas.microsoft.com/office/drawing/2014/main" id="{3890DA71-057A-40D0-8945-E35FA005F45D}"/>
              </a:ext>
            </a:extLst>
          </p:cNvPr>
          <p:cNvSpPr>
            <a:spLocks noGrp="1"/>
          </p:cNvSpPr>
          <p:nvPr>
            <p:ph type="body" sz="quarter" idx="30" hasCustomPrompt="1"/>
          </p:nvPr>
        </p:nvSpPr>
        <p:spPr bwMode="invGray">
          <a:xfrm>
            <a:off x="6775040" y="1074738"/>
            <a:ext cx="2029968" cy="539496"/>
          </a:xfrm>
        </p:spPr>
        <p:txBody>
          <a:bodyPr lIns="91440" tIns="45720" rIns="91440" bIns="45720" anchor="ctr"/>
          <a:lstStyle>
            <a:lvl1pPr marL="0" indent="0" algn="l">
              <a:buNone/>
              <a:defRPr sz="1200">
                <a:solidFill>
                  <a:schemeClr val="accent3"/>
                </a:solidFill>
                <a:latin typeface="+mj-lt"/>
              </a:defRPr>
            </a:lvl1pPr>
          </a:lstStyle>
          <a:p>
            <a:pPr lvl="0"/>
            <a:r>
              <a:rPr lang="en-US"/>
              <a:t>Title</a:t>
            </a: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3" name="Text Placeholder 5">
            <a:extLst>
              <a:ext uri="{FF2B5EF4-FFF2-40B4-BE49-F238E27FC236}">
                <a16:creationId xmlns:a16="http://schemas.microsoft.com/office/drawing/2014/main" id="{91329EB5-A393-461C-A77C-EDBC8F7B9F64}"/>
              </a:ext>
            </a:extLst>
          </p:cNvPr>
          <p:cNvSpPr>
            <a:spLocks noGrp="1"/>
          </p:cNvSpPr>
          <p:nvPr>
            <p:ph type="body" sz="quarter" idx="13" hasCustomPrompt="1"/>
          </p:nvPr>
        </p:nvSpPr>
        <p:spPr bwMode="invGray">
          <a:xfrm>
            <a:off x="320675" y="1723292"/>
            <a:ext cx="2029968" cy="2851104"/>
          </a:xfrm>
        </p:spPr>
        <p:txBody>
          <a:bodyPr lIns="91440" tIns="45720" rIns="91440" bIns="45720" anchor="t"/>
          <a:lstStyle>
            <a:lvl1pPr marL="0" indent="0" algn="l">
              <a:buNone/>
              <a:defRPr sz="1100">
                <a:latin typeface="+mn-lt"/>
              </a:defRPr>
            </a:lvl1pPr>
          </a:lstStyle>
          <a:p>
            <a:pPr lvl="0"/>
            <a:r>
              <a:rPr lang="en-US"/>
              <a:t>Text</a:t>
            </a:r>
          </a:p>
        </p:txBody>
      </p:sp>
      <p:sp>
        <p:nvSpPr>
          <p:cNvPr id="29" name="Text Placeholder 5">
            <a:extLst>
              <a:ext uri="{FF2B5EF4-FFF2-40B4-BE49-F238E27FC236}">
                <a16:creationId xmlns:a16="http://schemas.microsoft.com/office/drawing/2014/main" id="{88337F3F-158A-4DE6-829A-FDD67407C6F1}"/>
              </a:ext>
            </a:extLst>
          </p:cNvPr>
          <p:cNvSpPr>
            <a:spLocks noGrp="1"/>
          </p:cNvSpPr>
          <p:nvPr>
            <p:ph type="body" sz="quarter" idx="26" hasCustomPrompt="1"/>
          </p:nvPr>
        </p:nvSpPr>
        <p:spPr bwMode="invGray">
          <a:xfrm>
            <a:off x="2472130" y="1723292"/>
            <a:ext cx="2029968" cy="2851104"/>
          </a:xfrm>
        </p:spPr>
        <p:txBody>
          <a:bodyPr lIns="91440" tIns="45720" rIns="91440" bIns="45720" anchor="t"/>
          <a:lstStyle>
            <a:lvl1pPr marL="0" indent="0" algn="l">
              <a:buNone/>
              <a:defRPr sz="1100">
                <a:latin typeface="+mn-lt"/>
              </a:defRPr>
            </a:lvl1pPr>
          </a:lstStyle>
          <a:p>
            <a:pPr lvl="0"/>
            <a:r>
              <a:rPr lang="en-US"/>
              <a:t>Text</a:t>
            </a:r>
          </a:p>
        </p:txBody>
      </p:sp>
      <p:sp>
        <p:nvSpPr>
          <p:cNvPr id="14" name="Text Placeholder 5">
            <a:extLst>
              <a:ext uri="{FF2B5EF4-FFF2-40B4-BE49-F238E27FC236}">
                <a16:creationId xmlns:a16="http://schemas.microsoft.com/office/drawing/2014/main" id="{FAB5558D-85E7-455F-8197-2348C0C6BDA7}"/>
              </a:ext>
            </a:extLst>
          </p:cNvPr>
          <p:cNvSpPr>
            <a:spLocks noGrp="1"/>
          </p:cNvSpPr>
          <p:nvPr>
            <p:ph type="body" sz="quarter" idx="28" hasCustomPrompt="1"/>
          </p:nvPr>
        </p:nvSpPr>
        <p:spPr bwMode="invGray">
          <a:xfrm>
            <a:off x="4623585" y="1723292"/>
            <a:ext cx="2029968" cy="2851104"/>
          </a:xfrm>
        </p:spPr>
        <p:txBody>
          <a:bodyPr lIns="91440" tIns="45720" rIns="91440" bIns="45720" anchor="t"/>
          <a:lstStyle>
            <a:lvl1pPr marL="0" indent="0" algn="l">
              <a:buNone/>
              <a:defRPr sz="1100">
                <a:latin typeface="+mn-lt"/>
              </a:defRPr>
            </a:lvl1pPr>
          </a:lstStyle>
          <a:p>
            <a:pPr lvl="0"/>
            <a:r>
              <a:rPr lang="en-US"/>
              <a:t>Text</a:t>
            </a:r>
          </a:p>
        </p:txBody>
      </p:sp>
      <p:sp>
        <p:nvSpPr>
          <p:cNvPr id="18" name="Text Placeholder 5">
            <a:extLst>
              <a:ext uri="{FF2B5EF4-FFF2-40B4-BE49-F238E27FC236}">
                <a16:creationId xmlns:a16="http://schemas.microsoft.com/office/drawing/2014/main" id="{30E329C1-D403-47DC-9799-C5143A308349}"/>
              </a:ext>
            </a:extLst>
          </p:cNvPr>
          <p:cNvSpPr>
            <a:spLocks noGrp="1"/>
          </p:cNvSpPr>
          <p:nvPr>
            <p:ph type="body" sz="quarter" idx="31" hasCustomPrompt="1"/>
          </p:nvPr>
        </p:nvSpPr>
        <p:spPr bwMode="invGray">
          <a:xfrm>
            <a:off x="6775040" y="1723292"/>
            <a:ext cx="2029968" cy="2851104"/>
          </a:xfrm>
        </p:spPr>
        <p:txBody>
          <a:bodyPr lIns="91440" tIns="45720" rIns="91440" bIns="45720" anchor="t"/>
          <a:lstStyle>
            <a:lvl1pPr marL="0" indent="0" algn="l">
              <a:buNone/>
              <a:defRPr sz="1100">
                <a:latin typeface="+mn-lt"/>
              </a:defRPr>
            </a:lvl1pPr>
          </a:lstStyle>
          <a:p>
            <a:pPr lvl="0"/>
            <a:r>
              <a:rPr lang="en-US"/>
              <a:t>Text</a:t>
            </a:r>
          </a:p>
        </p:txBody>
      </p:sp>
      <p:sp>
        <p:nvSpPr>
          <p:cNvPr id="20" name="Slide Number Placeholder 5">
            <a:extLst>
              <a:ext uri="{FF2B5EF4-FFF2-40B4-BE49-F238E27FC236}">
                <a16:creationId xmlns:a16="http://schemas.microsoft.com/office/drawing/2014/main" id="{F939E7D9-691A-403D-BAB4-160C650B595F}"/>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25646123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with 5 column">
    <p:spTree>
      <p:nvGrpSpPr>
        <p:cNvPr id="1" name=""/>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1B1E5C47-290E-4DD8-AE0F-3D43227016A2}"/>
              </a:ext>
            </a:extLst>
          </p:cNvPr>
          <p:cNvSpPr/>
          <p:nvPr userDrawn="1"/>
        </p:nvSpPr>
        <p:spPr bwMode="invGray">
          <a:xfrm>
            <a:off x="320675" y="1074738"/>
            <a:ext cx="1609344" cy="540998"/>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1"/>
              </a:solidFill>
              <a:latin typeface="+mj-lt"/>
            </a:endParaRPr>
          </a:p>
        </p:txBody>
      </p:sp>
      <p:sp>
        <p:nvSpPr>
          <p:cNvPr id="25" name="Text Placeholder 5">
            <a:extLst>
              <a:ext uri="{FF2B5EF4-FFF2-40B4-BE49-F238E27FC236}">
                <a16:creationId xmlns:a16="http://schemas.microsoft.com/office/drawing/2014/main" id="{8DC324A1-4EA0-4B60-8634-9BB3EA2FF481}"/>
              </a:ext>
            </a:extLst>
          </p:cNvPr>
          <p:cNvSpPr>
            <a:spLocks noGrp="1"/>
          </p:cNvSpPr>
          <p:nvPr>
            <p:ph type="body" sz="quarter" idx="23" hasCustomPrompt="1"/>
          </p:nvPr>
        </p:nvSpPr>
        <p:spPr bwMode="invGray">
          <a:xfrm>
            <a:off x="320675" y="1074738"/>
            <a:ext cx="1609344" cy="539496"/>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27" name="Rectangle: Rounded Corners 26">
            <a:extLst>
              <a:ext uri="{FF2B5EF4-FFF2-40B4-BE49-F238E27FC236}">
                <a16:creationId xmlns:a16="http://schemas.microsoft.com/office/drawing/2014/main" id="{DED66E28-51A1-4EDD-9DCC-EC73859E41C7}"/>
              </a:ext>
            </a:extLst>
          </p:cNvPr>
          <p:cNvSpPr/>
          <p:nvPr userDrawn="1"/>
        </p:nvSpPr>
        <p:spPr bwMode="invGray">
          <a:xfrm>
            <a:off x="3758169" y="1074738"/>
            <a:ext cx="1609344" cy="540998"/>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22" name="Rectangle: Rounded Corners 21">
            <a:extLst>
              <a:ext uri="{FF2B5EF4-FFF2-40B4-BE49-F238E27FC236}">
                <a16:creationId xmlns:a16="http://schemas.microsoft.com/office/drawing/2014/main" id="{7984E68D-245D-427A-865A-C7013D0986B5}"/>
              </a:ext>
            </a:extLst>
          </p:cNvPr>
          <p:cNvSpPr/>
          <p:nvPr userDrawn="1"/>
        </p:nvSpPr>
        <p:spPr bwMode="invGray">
          <a:xfrm>
            <a:off x="2039422" y="1074738"/>
            <a:ext cx="1609344" cy="540998"/>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4"/>
              </a:solidFill>
              <a:latin typeface="+mj-lt"/>
            </a:endParaRPr>
          </a:p>
        </p:txBody>
      </p:sp>
      <p:sp>
        <p:nvSpPr>
          <p:cNvPr id="16" name="Rectangle: Rounded Corners 15">
            <a:extLst>
              <a:ext uri="{FF2B5EF4-FFF2-40B4-BE49-F238E27FC236}">
                <a16:creationId xmlns:a16="http://schemas.microsoft.com/office/drawing/2014/main" id="{40882BC4-5797-4DD0-AB8A-F46290A4A2A0}"/>
              </a:ext>
            </a:extLst>
          </p:cNvPr>
          <p:cNvSpPr/>
          <p:nvPr userDrawn="1"/>
        </p:nvSpPr>
        <p:spPr bwMode="invGray">
          <a:xfrm>
            <a:off x="7195664" y="1074738"/>
            <a:ext cx="1609344" cy="540998"/>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30" name="Rectangle: Rounded Corners 29">
            <a:extLst>
              <a:ext uri="{FF2B5EF4-FFF2-40B4-BE49-F238E27FC236}">
                <a16:creationId xmlns:a16="http://schemas.microsoft.com/office/drawing/2014/main" id="{89A430DB-9AC6-4124-9F1D-3E09ED198280}"/>
              </a:ext>
            </a:extLst>
          </p:cNvPr>
          <p:cNvSpPr/>
          <p:nvPr userDrawn="1"/>
        </p:nvSpPr>
        <p:spPr bwMode="invGray">
          <a:xfrm>
            <a:off x="5476916" y="1074738"/>
            <a:ext cx="1609344" cy="540998"/>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26" name="Text Placeholder 5">
            <a:extLst>
              <a:ext uri="{FF2B5EF4-FFF2-40B4-BE49-F238E27FC236}">
                <a16:creationId xmlns:a16="http://schemas.microsoft.com/office/drawing/2014/main" id="{57EF9072-27DC-4A6B-AC6A-03E9331EFCE7}"/>
              </a:ext>
            </a:extLst>
          </p:cNvPr>
          <p:cNvSpPr>
            <a:spLocks noGrp="1"/>
          </p:cNvSpPr>
          <p:nvPr>
            <p:ph type="body" sz="quarter" idx="24" hasCustomPrompt="1"/>
          </p:nvPr>
        </p:nvSpPr>
        <p:spPr bwMode="invGray">
          <a:xfrm>
            <a:off x="2039422" y="1074738"/>
            <a:ext cx="1609344" cy="539496"/>
          </a:xfrm>
        </p:spPr>
        <p:txBody>
          <a:bodyPr lIns="91440" tIns="45720" rIns="91440" bIns="45720" anchor="ctr"/>
          <a:lstStyle>
            <a:lvl1pPr marL="0" indent="0" algn="l">
              <a:buNone/>
              <a:defRPr sz="1200">
                <a:solidFill>
                  <a:schemeClr val="accent4"/>
                </a:solidFill>
                <a:latin typeface="+mj-lt"/>
              </a:defRPr>
            </a:lvl1pPr>
          </a:lstStyle>
          <a:p>
            <a:pPr lvl="0"/>
            <a:r>
              <a:rPr lang="en-US"/>
              <a:t>Title</a:t>
            </a:r>
          </a:p>
        </p:txBody>
      </p:sp>
      <p:sp>
        <p:nvSpPr>
          <p:cNvPr id="28" name="Text Placeholder 5">
            <a:extLst>
              <a:ext uri="{FF2B5EF4-FFF2-40B4-BE49-F238E27FC236}">
                <a16:creationId xmlns:a16="http://schemas.microsoft.com/office/drawing/2014/main" id="{DE29ADF8-A949-4BF8-9F98-C3A577F67A49}"/>
              </a:ext>
            </a:extLst>
          </p:cNvPr>
          <p:cNvSpPr>
            <a:spLocks noGrp="1"/>
          </p:cNvSpPr>
          <p:nvPr>
            <p:ph type="body" sz="quarter" idx="25" hasCustomPrompt="1"/>
          </p:nvPr>
        </p:nvSpPr>
        <p:spPr bwMode="invGray">
          <a:xfrm>
            <a:off x="3758169" y="1074738"/>
            <a:ext cx="1609344" cy="539496"/>
          </a:xfrm>
        </p:spPr>
        <p:txBody>
          <a:bodyPr lIns="91440" tIns="45720" rIns="91440" bIns="45720" anchor="ctr"/>
          <a:lstStyle>
            <a:lvl1pPr marL="0" indent="0" algn="l">
              <a:buNone/>
              <a:defRPr sz="1200">
                <a:solidFill>
                  <a:schemeClr val="accent2"/>
                </a:solidFill>
                <a:latin typeface="+mj-lt"/>
              </a:defRPr>
            </a:lvl1pPr>
          </a:lstStyle>
          <a:p>
            <a:pPr lvl="0"/>
            <a:r>
              <a:rPr lang="en-US"/>
              <a:t>Title</a:t>
            </a:r>
          </a:p>
        </p:txBody>
      </p:sp>
      <p:sp>
        <p:nvSpPr>
          <p:cNvPr id="17" name="Text Placeholder 5">
            <a:extLst>
              <a:ext uri="{FF2B5EF4-FFF2-40B4-BE49-F238E27FC236}">
                <a16:creationId xmlns:a16="http://schemas.microsoft.com/office/drawing/2014/main" id="{3890DA71-057A-40D0-8945-E35FA005F45D}"/>
              </a:ext>
            </a:extLst>
          </p:cNvPr>
          <p:cNvSpPr>
            <a:spLocks noGrp="1"/>
          </p:cNvSpPr>
          <p:nvPr>
            <p:ph type="body" sz="quarter" idx="30" hasCustomPrompt="1"/>
          </p:nvPr>
        </p:nvSpPr>
        <p:spPr bwMode="invGray">
          <a:xfrm>
            <a:off x="5476916" y="1074738"/>
            <a:ext cx="1609344" cy="539496"/>
          </a:xfrm>
        </p:spPr>
        <p:txBody>
          <a:bodyPr lIns="91440" tIns="45720" rIns="91440" bIns="45720" anchor="ctr"/>
          <a:lstStyle>
            <a:lvl1pPr marL="0" indent="0" algn="l">
              <a:buNone/>
              <a:defRPr sz="1200">
                <a:solidFill>
                  <a:schemeClr val="accent3"/>
                </a:solidFill>
                <a:latin typeface="+mj-lt"/>
              </a:defRPr>
            </a:lvl1pPr>
          </a:lstStyle>
          <a:p>
            <a:pPr lvl="0"/>
            <a:r>
              <a:rPr lang="en-US"/>
              <a:t>Title</a:t>
            </a:r>
          </a:p>
        </p:txBody>
      </p:sp>
      <p:sp>
        <p:nvSpPr>
          <p:cNvPr id="18" name="Text Placeholder 5">
            <a:extLst>
              <a:ext uri="{FF2B5EF4-FFF2-40B4-BE49-F238E27FC236}">
                <a16:creationId xmlns:a16="http://schemas.microsoft.com/office/drawing/2014/main" id="{4348901D-A737-400F-9AEA-C80A37435537}"/>
              </a:ext>
            </a:extLst>
          </p:cNvPr>
          <p:cNvSpPr>
            <a:spLocks noGrp="1"/>
          </p:cNvSpPr>
          <p:nvPr>
            <p:ph type="body" sz="quarter" idx="31" hasCustomPrompt="1"/>
          </p:nvPr>
        </p:nvSpPr>
        <p:spPr bwMode="invGray">
          <a:xfrm>
            <a:off x="7195664" y="1074738"/>
            <a:ext cx="1609344" cy="539496"/>
          </a:xfrm>
        </p:spPr>
        <p:txBody>
          <a:bodyPr lIns="91440" tIns="45720" rIns="91440" bIns="45720" anchor="ctr"/>
          <a:lstStyle>
            <a:lvl1pPr marL="0" indent="0" algn="l">
              <a:buNone/>
              <a:defRPr sz="1200">
                <a:solidFill>
                  <a:schemeClr val="accent5"/>
                </a:solidFill>
                <a:latin typeface="+mj-lt"/>
              </a:defRPr>
            </a:lvl1pPr>
          </a:lstStyle>
          <a:p>
            <a:pPr lvl="0"/>
            <a:r>
              <a:rPr lang="en-US"/>
              <a:t>Title</a:t>
            </a: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3" name="Text Placeholder 5">
            <a:extLst>
              <a:ext uri="{FF2B5EF4-FFF2-40B4-BE49-F238E27FC236}">
                <a16:creationId xmlns:a16="http://schemas.microsoft.com/office/drawing/2014/main" id="{91329EB5-A393-461C-A77C-EDBC8F7B9F64}"/>
              </a:ext>
            </a:extLst>
          </p:cNvPr>
          <p:cNvSpPr>
            <a:spLocks noGrp="1"/>
          </p:cNvSpPr>
          <p:nvPr>
            <p:ph type="body" sz="quarter" idx="13" hasCustomPrompt="1"/>
          </p:nvPr>
        </p:nvSpPr>
        <p:spPr bwMode="invGray">
          <a:xfrm>
            <a:off x="320675" y="1723292"/>
            <a:ext cx="1609344" cy="2851104"/>
          </a:xfrm>
        </p:spPr>
        <p:txBody>
          <a:bodyPr lIns="91440" tIns="45720" rIns="91440" bIns="45720" anchor="t"/>
          <a:lstStyle>
            <a:lvl1pPr marL="0" indent="0" algn="l">
              <a:buNone/>
              <a:defRPr sz="1100">
                <a:latin typeface="+mn-lt"/>
              </a:defRPr>
            </a:lvl1pPr>
          </a:lstStyle>
          <a:p>
            <a:pPr lvl="0"/>
            <a:r>
              <a:rPr lang="en-US"/>
              <a:t>Text</a:t>
            </a:r>
          </a:p>
        </p:txBody>
      </p:sp>
      <p:sp>
        <p:nvSpPr>
          <p:cNvPr id="29" name="Text Placeholder 5">
            <a:extLst>
              <a:ext uri="{FF2B5EF4-FFF2-40B4-BE49-F238E27FC236}">
                <a16:creationId xmlns:a16="http://schemas.microsoft.com/office/drawing/2014/main" id="{88337F3F-158A-4DE6-829A-FDD67407C6F1}"/>
              </a:ext>
            </a:extLst>
          </p:cNvPr>
          <p:cNvSpPr>
            <a:spLocks noGrp="1"/>
          </p:cNvSpPr>
          <p:nvPr>
            <p:ph type="body" sz="quarter" idx="26" hasCustomPrompt="1"/>
          </p:nvPr>
        </p:nvSpPr>
        <p:spPr bwMode="invGray">
          <a:xfrm>
            <a:off x="2039422" y="1723292"/>
            <a:ext cx="1609344" cy="2851104"/>
          </a:xfrm>
        </p:spPr>
        <p:txBody>
          <a:bodyPr lIns="91440" tIns="45720" rIns="91440" bIns="45720" anchor="t"/>
          <a:lstStyle>
            <a:lvl1pPr marL="0" indent="0" algn="l">
              <a:buNone/>
              <a:defRPr sz="1100">
                <a:latin typeface="+mn-lt"/>
              </a:defRPr>
            </a:lvl1pPr>
          </a:lstStyle>
          <a:p>
            <a:pPr lvl="0"/>
            <a:r>
              <a:rPr lang="en-US"/>
              <a:t>Text</a:t>
            </a:r>
          </a:p>
        </p:txBody>
      </p:sp>
      <p:sp>
        <p:nvSpPr>
          <p:cNvPr id="14" name="Text Placeholder 5">
            <a:extLst>
              <a:ext uri="{FF2B5EF4-FFF2-40B4-BE49-F238E27FC236}">
                <a16:creationId xmlns:a16="http://schemas.microsoft.com/office/drawing/2014/main" id="{FAB5558D-85E7-455F-8197-2348C0C6BDA7}"/>
              </a:ext>
            </a:extLst>
          </p:cNvPr>
          <p:cNvSpPr>
            <a:spLocks noGrp="1"/>
          </p:cNvSpPr>
          <p:nvPr>
            <p:ph type="body" sz="quarter" idx="28" hasCustomPrompt="1"/>
          </p:nvPr>
        </p:nvSpPr>
        <p:spPr bwMode="invGray">
          <a:xfrm>
            <a:off x="3758169" y="1723292"/>
            <a:ext cx="1609344" cy="2851104"/>
          </a:xfrm>
        </p:spPr>
        <p:txBody>
          <a:bodyPr lIns="91440" tIns="45720" rIns="91440" bIns="45720" anchor="t"/>
          <a:lstStyle>
            <a:lvl1pPr marL="0" indent="0" algn="l">
              <a:buNone/>
              <a:defRPr sz="1100">
                <a:latin typeface="+mn-lt"/>
              </a:defRPr>
            </a:lvl1pPr>
          </a:lstStyle>
          <a:p>
            <a:pPr lvl="0"/>
            <a:r>
              <a:rPr lang="en-US"/>
              <a:t>Text</a:t>
            </a:r>
          </a:p>
        </p:txBody>
      </p:sp>
      <p:sp>
        <p:nvSpPr>
          <p:cNvPr id="24" name="Text Placeholder 5">
            <a:extLst>
              <a:ext uri="{FF2B5EF4-FFF2-40B4-BE49-F238E27FC236}">
                <a16:creationId xmlns:a16="http://schemas.microsoft.com/office/drawing/2014/main" id="{E55A2A1D-3F56-4503-9059-B511BC314172}"/>
              </a:ext>
            </a:extLst>
          </p:cNvPr>
          <p:cNvSpPr>
            <a:spLocks noGrp="1"/>
          </p:cNvSpPr>
          <p:nvPr>
            <p:ph type="body" sz="quarter" idx="33" hasCustomPrompt="1"/>
          </p:nvPr>
        </p:nvSpPr>
        <p:spPr bwMode="invGray">
          <a:xfrm>
            <a:off x="5476916" y="1723292"/>
            <a:ext cx="1609344" cy="2851104"/>
          </a:xfrm>
        </p:spPr>
        <p:txBody>
          <a:bodyPr lIns="91440" tIns="45720" rIns="91440" bIns="45720" anchor="t"/>
          <a:lstStyle>
            <a:lvl1pPr marL="0" indent="0" algn="l">
              <a:buNone/>
              <a:defRPr sz="1100">
                <a:latin typeface="+mn-lt"/>
              </a:defRPr>
            </a:lvl1pPr>
          </a:lstStyle>
          <a:p>
            <a:pPr lvl="0"/>
            <a:r>
              <a:rPr lang="en-US"/>
              <a:t>Text</a:t>
            </a:r>
          </a:p>
        </p:txBody>
      </p:sp>
      <p:sp>
        <p:nvSpPr>
          <p:cNvPr id="31" name="Text Placeholder 5">
            <a:extLst>
              <a:ext uri="{FF2B5EF4-FFF2-40B4-BE49-F238E27FC236}">
                <a16:creationId xmlns:a16="http://schemas.microsoft.com/office/drawing/2014/main" id="{2E545EB7-8306-4D99-9657-FBCB23C098F2}"/>
              </a:ext>
            </a:extLst>
          </p:cNvPr>
          <p:cNvSpPr>
            <a:spLocks noGrp="1"/>
          </p:cNvSpPr>
          <p:nvPr>
            <p:ph type="body" sz="quarter" idx="34" hasCustomPrompt="1"/>
          </p:nvPr>
        </p:nvSpPr>
        <p:spPr bwMode="invGray">
          <a:xfrm>
            <a:off x="7195664" y="1723292"/>
            <a:ext cx="1609344" cy="2851104"/>
          </a:xfrm>
        </p:spPr>
        <p:txBody>
          <a:bodyPr lIns="91440" tIns="45720" rIns="91440" bIns="45720" anchor="t"/>
          <a:lstStyle>
            <a:lvl1pPr marL="0" indent="0" algn="l">
              <a:buNone/>
              <a:defRPr sz="1100">
                <a:latin typeface="+mn-lt"/>
              </a:defRPr>
            </a:lvl1pPr>
          </a:lstStyle>
          <a:p>
            <a:pPr lvl="0"/>
            <a:r>
              <a:rPr lang="en-US"/>
              <a:t>Text</a:t>
            </a:r>
          </a:p>
        </p:txBody>
      </p:sp>
      <p:sp>
        <p:nvSpPr>
          <p:cNvPr id="20" name="Slide Number Placeholder 5">
            <a:extLst>
              <a:ext uri="{FF2B5EF4-FFF2-40B4-BE49-F238E27FC236}">
                <a16:creationId xmlns:a16="http://schemas.microsoft.com/office/drawing/2014/main" id="{437C46BC-6FD0-4EB8-93AA-E1DCD6ECDE64}"/>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612360206"/>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ive pointers">
    <p:spTree>
      <p:nvGrpSpPr>
        <p:cNvPr id="1" name=""/>
        <p:cNvGrpSpPr/>
        <p:nvPr/>
      </p:nvGrpSpPr>
      <p:grpSpPr>
        <a:xfrm>
          <a:off x="0" y="0"/>
          <a:ext cx="0" cy="0"/>
          <a:chOff x="0" y="0"/>
          <a:chExt cx="0" cy="0"/>
        </a:xfrm>
      </p:grpSpPr>
      <p:sp>
        <p:nvSpPr>
          <p:cNvPr id="42" name="Rectangle: Rounded Corners 41">
            <a:extLst>
              <a:ext uri="{FF2B5EF4-FFF2-40B4-BE49-F238E27FC236}">
                <a16:creationId xmlns:a16="http://schemas.microsoft.com/office/drawing/2014/main" id="{8126CDE0-1019-4C6A-A885-33A29BC441DE}"/>
              </a:ext>
            </a:extLst>
          </p:cNvPr>
          <p:cNvSpPr>
            <a:spLocks/>
          </p:cNvSpPr>
          <p:nvPr userDrawn="1"/>
        </p:nvSpPr>
        <p:spPr bwMode="invGray">
          <a:xfrm>
            <a:off x="2423690" y="3544641"/>
            <a:ext cx="6381317" cy="372861"/>
          </a:xfrm>
          <a:prstGeom prst="roundRect">
            <a:avLst/>
          </a:prstGeom>
          <a:gradFill flip="none" rotWithShape="1">
            <a:gsLst>
              <a:gs pos="0">
                <a:schemeClr val="bg1"/>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43" name="Rectangle: Rounded Corners 42">
            <a:extLst>
              <a:ext uri="{FF2B5EF4-FFF2-40B4-BE49-F238E27FC236}">
                <a16:creationId xmlns:a16="http://schemas.microsoft.com/office/drawing/2014/main" id="{48DC1592-6D6A-44FC-BEE8-54ACFA33F527}"/>
              </a:ext>
            </a:extLst>
          </p:cNvPr>
          <p:cNvSpPr>
            <a:spLocks/>
          </p:cNvSpPr>
          <p:nvPr userDrawn="1"/>
        </p:nvSpPr>
        <p:spPr bwMode="invGray">
          <a:xfrm>
            <a:off x="3329212" y="2890144"/>
            <a:ext cx="5475795" cy="372861"/>
          </a:xfrm>
          <a:prstGeom prst="roundRect">
            <a:avLst/>
          </a:prstGeom>
          <a:gradFill flip="none" rotWithShape="1">
            <a:gsLst>
              <a:gs pos="0">
                <a:schemeClr val="bg1"/>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2"/>
              </a:solidFill>
              <a:latin typeface="+mj-lt"/>
            </a:endParaRPr>
          </a:p>
        </p:txBody>
      </p:sp>
      <p:sp>
        <p:nvSpPr>
          <p:cNvPr id="44" name="Rectangle: Rounded Corners 43">
            <a:extLst>
              <a:ext uri="{FF2B5EF4-FFF2-40B4-BE49-F238E27FC236}">
                <a16:creationId xmlns:a16="http://schemas.microsoft.com/office/drawing/2014/main" id="{6055CC8A-A8C2-4330-804C-8514561E0CC7}"/>
              </a:ext>
            </a:extLst>
          </p:cNvPr>
          <p:cNvSpPr>
            <a:spLocks/>
          </p:cNvSpPr>
          <p:nvPr userDrawn="1"/>
        </p:nvSpPr>
        <p:spPr bwMode="invGray">
          <a:xfrm>
            <a:off x="4261367" y="2235647"/>
            <a:ext cx="4543640" cy="372861"/>
          </a:xfrm>
          <a:prstGeom prst="roundRect">
            <a:avLst/>
          </a:prstGeom>
          <a:gradFill flip="none" rotWithShape="1">
            <a:gsLst>
              <a:gs pos="0">
                <a:schemeClr val="bg1"/>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3"/>
              </a:solidFill>
              <a:latin typeface="+mj-lt"/>
            </a:endParaRPr>
          </a:p>
        </p:txBody>
      </p:sp>
      <p:sp>
        <p:nvSpPr>
          <p:cNvPr id="45" name="Rectangle: Rounded Corners 44">
            <a:extLst>
              <a:ext uri="{FF2B5EF4-FFF2-40B4-BE49-F238E27FC236}">
                <a16:creationId xmlns:a16="http://schemas.microsoft.com/office/drawing/2014/main" id="{A76F0322-7273-4B4B-827B-1CFB479D1C12}"/>
              </a:ext>
            </a:extLst>
          </p:cNvPr>
          <p:cNvSpPr>
            <a:spLocks/>
          </p:cNvSpPr>
          <p:nvPr userDrawn="1"/>
        </p:nvSpPr>
        <p:spPr bwMode="invGray">
          <a:xfrm>
            <a:off x="5178844" y="1581150"/>
            <a:ext cx="3626163" cy="372861"/>
          </a:xfrm>
          <a:prstGeom prst="roundRect">
            <a:avLst/>
          </a:prstGeom>
          <a:gradFill flip="none" rotWithShape="1">
            <a:gsLst>
              <a:gs pos="0">
                <a:schemeClr val="bg1"/>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5"/>
              </a:solidFill>
              <a:latin typeface="+mj-lt"/>
            </a:endParaRPr>
          </a:p>
        </p:txBody>
      </p:sp>
      <p:sp>
        <p:nvSpPr>
          <p:cNvPr id="26" name="Text Placeholder 5">
            <a:extLst>
              <a:ext uri="{FF2B5EF4-FFF2-40B4-BE49-F238E27FC236}">
                <a16:creationId xmlns:a16="http://schemas.microsoft.com/office/drawing/2014/main" id="{57EF9072-27DC-4A6B-AC6A-03E9331EFCE7}"/>
              </a:ext>
            </a:extLst>
          </p:cNvPr>
          <p:cNvSpPr>
            <a:spLocks noGrp="1"/>
          </p:cNvSpPr>
          <p:nvPr>
            <p:ph type="body" sz="quarter" idx="24" hasCustomPrompt="1"/>
          </p:nvPr>
        </p:nvSpPr>
        <p:spPr bwMode="invGray">
          <a:xfrm>
            <a:off x="2423690" y="3544641"/>
            <a:ext cx="6381317" cy="372861"/>
          </a:xfrm>
        </p:spPr>
        <p:txBody>
          <a:bodyPr lIns="91440" tIns="45720" rIns="91440" bIns="45720" anchor="ctr"/>
          <a:lstStyle>
            <a:lvl1pPr marL="0" indent="0" algn="l">
              <a:buNone/>
              <a:defRPr sz="1200">
                <a:solidFill>
                  <a:schemeClr val="accent4"/>
                </a:solidFill>
                <a:latin typeface="+mj-lt"/>
              </a:defRPr>
            </a:lvl1pPr>
          </a:lstStyle>
          <a:p>
            <a:pPr lvl="0"/>
            <a:r>
              <a:rPr lang="en-US"/>
              <a:t>Title</a:t>
            </a:r>
          </a:p>
        </p:txBody>
      </p:sp>
      <p:sp>
        <p:nvSpPr>
          <p:cNvPr id="28" name="Text Placeholder 5">
            <a:extLst>
              <a:ext uri="{FF2B5EF4-FFF2-40B4-BE49-F238E27FC236}">
                <a16:creationId xmlns:a16="http://schemas.microsoft.com/office/drawing/2014/main" id="{DE29ADF8-A949-4BF8-9F98-C3A577F67A49}"/>
              </a:ext>
            </a:extLst>
          </p:cNvPr>
          <p:cNvSpPr>
            <a:spLocks noGrp="1"/>
          </p:cNvSpPr>
          <p:nvPr>
            <p:ph type="body" sz="quarter" idx="25" hasCustomPrompt="1"/>
          </p:nvPr>
        </p:nvSpPr>
        <p:spPr bwMode="invGray">
          <a:xfrm>
            <a:off x="3329212" y="2890144"/>
            <a:ext cx="5475795" cy="372861"/>
          </a:xfrm>
        </p:spPr>
        <p:txBody>
          <a:bodyPr lIns="91440" tIns="45720" rIns="91440" bIns="45720" anchor="ctr"/>
          <a:lstStyle>
            <a:lvl1pPr marL="0" indent="0" algn="l">
              <a:buNone/>
              <a:defRPr sz="1200">
                <a:solidFill>
                  <a:schemeClr val="accent2"/>
                </a:solidFill>
                <a:latin typeface="+mj-lt"/>
              </a:defRPr>
            </a:lvl1pPr>
          </a:lstStyle>
          <a:p>
            <a:pPr lvl="0"/>
            <a:r>
              <a:rPr lang="en-US"/>
              <a:t>Title</a:t>
            </a:r>
          </a:p>
        </p:txBody>
      </p:sp>
      <p:sp>
        <p:nvSpPr>
          <p:cNvPr id="17" name="Text Placeholder 5">
            <a:extLst>
              <a:ext uri="{FF2B5EF4-FFF2-40B4-BE49-F238E27FC236}">
                <a16:creationId xmlns:a16="http://schemas.microsoft.com/office/drawing/2014/main" id="{3890DA71-057A-40D0-8945-E35FA005F45D}"/>
              </a:ext>
            </a:extLst>
          </p:cNvPr>
          <p:cNvSpPr>
            <a:spLocks noGrp="1"/>
          </p:cNvSpPr>
          <p:nvPr>
            <p:ph type="body" sz="quarter" idx="30" hasCustomPrompt="1"/>
          </p:nvPr>
        </p:nvSpPr>
        <p:spPr bwMode="invGray">
          <a:xfrm>
            <a:off x="4261367" y="2235647"/>
            <a:ext cx="4543640" cy="372861"/>
          </a:xfrm>
        </p:spPr>
        <p:txBody>
          <a:bodyPr lIns="91440" tIns="45720" rIns="91440" bIns="45720" anchor="ctr"/>
          <a:lstStyle>
            <a:lvl1pPr marL="0" indent="0" algn="l">
              <a:buNone/>
              <a:defRPr sz="1200">
                <a:solidFill>
                  <a:schemeClr val="accent3"/>
                </a:solidFill>
                <a:latin typeface="+mj-lt"/>
              </a:defRPr>
            </a:lvl1pPr>
          </a:lstStyle>
          <a:p>
            <a:pPr lvl="0"/>
            <a:r>
              <a:rPr lang="en-US"/>
              <a:t>Title</a:t>
            </a:r>
          </a:p>
        </p:txBody>
      </p:sp>
      <p:sp>
        <p:nvSpPr>
          <p:cNvPr id="18" name="Text Placeholder 5">
            <a:extLst>
              <a:ext uri="{FF2B5EF4-FFF2-40B4-BE49-F238E27FC236}">
                <a16:creationId xmlns:a16="http://schemas.microsoft.com/office/drawing/2014/main" id="{4348901D-A737-400F-9AEA-C80A37435537}"/>
              </a:ext>
            </a:extLst>
          </p:cNvPr>
          <p:cNvSpPr>
            <a:spLocks noGrp="1"/>
          </p:cNvSpPr>
          <p:nvPr>
            <p:ph type="body" sz="quarter" idx="31" hasCustomPrompt="1"/>
          </p:nvPr>
        </p:nvSpPr>
        <p:spPr bwMode="invGray">
          <a:xfrm>
            <a:off x="5178844" y="1581150"/>
            <a:ext cx="3626163" cy="372861"/>
          </a:xfrm>
        </p:spPr>
        <p:txBody>
          <a:bodyPr lIns="91440" tIns="45720" rIns="91440" bIns="45720" anchor="ctr"/>
          <a:lstStyle>
            <a:lvl1pPr marL="0" indent="0" algn="l">
              <a:buNone/>
              <a:defRPr sz="1200">
                <a:solidFill>
                  <a:schemeClr val="accent5"/>
                </a:solidFill>
                <a:latin typeface="+mj-lt"/>
              </a:defRPr>
            </a:lvl1pPr>
          </a:lstStyle>
          <a:p>
            <a:pPr lvl="0"/>
            <a:r>
              <a:rPr lang="en-US"/>
              <a:t>Title</a:t>
            </a:r>
          </a:p>
        </p:txBody>
      </p:sp>
      <p:sp>
        <p:nvSpPr>
          <p:cNvPr id="41" name="Rectangle: Rounded Corners 40">
            <a:extLst>
              <a:ext uri="{FF2B5EF4-FFF2-40B4-BE49-F238E27FC236}">
                <a16:creationId xmlns:a16="http://schemas.microsoft.com/office/drawing/2014/main" id="{0E24CE73-EE80-44BF-BEE2-FD200652961F}"/>
              </a:ext>
            </a:extLst>
          </p:cNvPr>
          <p:cNvSpPr>
            <a:spLocks/>
          </p:cNvSpPr>
          <p:nvPr userDrawn="1"/>
        </p:nvSpPr>
        <p:spPr bwMode="invGray">
          <a:xfrm>
            <a:off x="1500412" y="4199137"/>
            <a:ext cx="7304595" cy="372861"/>
          </a:xfrm>
          <a:prstGeom prst="roundRect">
            <a:avLst/>
          </a:prstGeom>
          <a:gradFill flip="none" rotWithShape="1">
            <a:gsLst>
              <a:gs pos="0">
                <a:schemeClr val="bg1"/>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1"/>
              </a:solidFill>
              <a:latin typeface="+mj-lt"/>
            </a:endParaRPr>
          </a:p>
        </p:txBody>
      </p:sp>
      <p:sp>
        <p:nvSpPr>
          <p:cNvPr id="25" name="Text Placeholder 5">
            <a:extLst>
              <a:ext uri="{FF2B5EF4-FFF2-40B4-BE49-F238E27FC236}">
                <a16:creationId xmlns:a16="http://schemas.microsoft.com/office/drawing/2014/main" id="{8DC324A1-4EA0-4B60-8634-9BB3EA2FF481}"/>
              </a:ext>
            </a:extLst>
          </p:cNvPr>
          <p:cNvSpPr>
            <a:spLocks noGrp="1"/>
          </p:cNvSpPr>
          <p:nvPr>
            <p:ph type="body" sz="quarter" idx="23" hasCustomPrompt="1"/>
          </p:nvPr>
        </p:nvSpPr>
        <p:spPr bwMode="invGray">
          <a:xfrm>
            <a:off x="1500412" y="4199137"/>
            <a:ext cx="7304595" cy="372861"/>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0" name="Oval 19">
            <a:extLst>
              <a:ext uri="{FF2B5EF4-FFF2-40B4-BE49-F238E27FC236}">
                <a16:creationId xmlns:a16="http://schemas.microsoft.com/office/drawing/2014/main" id="{A7C0A67C-066C-49DC-8DF6-DAA330603A48}"/>
              </a:ext>
            </a:extLst>
          </p:cNvPr>
          <p:cNvSpPr>
            <a:spLocks noChangeAspect="1"/>
          </p:cNvSpPr>
          <p:nvPr userDrawn="1"/>
        </p:nvSpPr>
        <p:spPr bwMode="invGray">
          <a:xfrm>
            <a:off x="323850" y="3648456"/>
            <a:ext cx="923544" cy="923544"/>
          </a:xfrm>
          <a:prstGeom prst="ellipse">
            <a:avLst/>
          </a:prstGeom>
          <a:gradFill flip="none" rotWithShape="1">
            <a:gsLst>
              <a:gs pos="49000">
                <a:schemeClr val="accent1">
                  <a:alpha val="30000"/>
                </a:schemeClr>
              </a:gs>
              <a:gs pos="10000">
                <a:schemeClr val="accent1"/>
              </a:gs>
              <a:gs pos="79000">
                <a:schemeClr val="accent1">
                  <a:alpha val="0"/>
                </a:schemeClr>
              </a:gs>
            </a:gsLst>
            <a:lin ang="18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latin typeface="+mj-lt"/>
            </a:endParaRPr>
          </a:p>
        </p:txBody>
      </p:sp>
      <p:sp>
        <p:nvSpPr>
          <p:cNvPr id="32" name="Oval 31">
            <a:extLst>
              <a:ext uri="{FF2B5EF4-FFF2-40B4-BE49-F238E27FC236}">
                <a16:creationId xmlns:a16="http://schemas.microsoft.com/office/drawing/2014/main" id="{5A438331-C85F-48AF-A24C-E2C430632BA0}"/>
              </a:ext>
            </a:extLst>
          </p:cNvPr>
          <p:cNvSpPr>
            <a:spLocks noChangeAspect="1"/>
          </p:cNvSpPr>
          <p:nvPr userDrawn="1"/>
        </p:nvSpPr>
        <p:spPr bwMode="invGray">
          <a:xfrm>
            <a:off x="3990977" y="1067595"/>
            <a:ext cx="923544" cy="923544"/>
          </a:xfrm>
          <a:prstGeom prst="ellipse">
            <a:avLst/>
          </a:prstGeom>
          <a:gradFill flip="none" rotWithShape="1">
            <a:gsLst>
              <a:gs pos="49000">
                <a:schemeClr val="accent5">
                  <a:alpha val="30000"/>
                </a:schemeClr>
              </a:gs>
              <a:gs pos="10000">
                <a:schemeClr val="accent5"/>
              </a:gs>
              <a:gs pos="79000">
                <a:schemeClr val="accent5">
                  <a:alpha val="0"/>
                </a:schemeClr>
              </a:gs>
            </a:gsLst>
            <a:lin ang="18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latin typeface="+mj-lt"/>
            </a:endParaRPr>
          </a:p>
        </p:txBody>
      </p:sp>
      <p:sp>
        <p:nvSpPr>
          <p:cNvPr id="33" name="Oval 32">
            <a:extLst>
              <a:ext uri="{FF2B5EF4-FFF2-40B4-BE49-F238E27FC236}">
                <a16:creationId xmlns:a16="http://schemas.microsoft.com/office/drawing/2014/main" id="{CDED2A66-82D5-4890-B5B8-CCEB31BA74E9}"/>
              </a:ext>
            </a:extLst>
          </p:cNvPr>
          <p:cNvSpPr>
            <a:spLocks noChangeAspect="1"/>
          </p:cNvSpPr>
          <p:nvPr userDrawn="1"/>
        </p:nvSpPr>
        <p:spPr bwMode="invGray">
          <a:xfrm>
            <a:off x="3074196" y="1712810"/>
            <a:ext cx="923544" cy="923544"/>
          </a:xfrm>
          <a:prstGeom prst="ellipse">
            <a:avLst/>
          </a:prstGeom>
          <a:gradFill flip="none" rotWithShape="1">
            <a:gsLst>
              <a:gs pos="49000">
                <a:schemeClr val="accent3">
                  <a:alpha val="30000"/>
                </a:schemeClr>
              </a:gs>
              <a:gs pos="10000">
                <a:schemeClr val="accent3"/>
              </a:gs>
              <a:gs pos="79000">
                <a:schemeClr val="accent3">
                  <a:alpha val="0"/>
                </a:schemeClr>
              </a:gs>
            </a:gsLst>
            <a:lin ang="18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latin typeface="+mj-lt"/>
            </a:endParaRPr>
          </a:p>
        </p:txBody>
      </p:sp>
      <p:sp>
        <p:nvSpPr>
          <p:cNvPr id="34" name="Oval 33">
            <a:extLst>
              <a:ext uri="{FF2B5EF4-FFF2-40B4-BE49-F238E27FC236}">
                <a16:creationId xmlns:a16="http://schemas.microsoft.com/office/drawing/2014/main" id="{B05863E1-0514-4EDC-A051-23EF69D0327D}"/>
              </a:ext>
            </a:extLst>
          </p:cNvPr>
          <p:cNvSpPr>
            <a:spLocks noChangeAspect="1"/>
          </p:cNvSpPr>
          <p:nvPr userDrawn="1"/>
        </p:nvSpPr>
        <p:spPr bwMode="invGray">
          <a:xfrm>
            <a:off x="2157414" y="2358025"/>
            <a:ext cx="923544" cy="923544"/>
          </a:xfrm>
          <a:prstGeom prst="ellipse">
            <a:avLst/>
          </a:prstGeom>
          <a:gradFill flip="none" rotWithShape="1">
            <a:gsLst>
              <a:gs pos="49000">
                <a:schemeClr val="accent2">
                  <a:alpha val="30000"/>
                </a:schemeClr>
              </a:gs>
              <a:gs pos="10000">
                <a:schemeClr val="accent2"/>
              </a:gs>
              <a:gs pos="79000">
                <a:schemeClr val="accent2">
                  <a:alpha val="0"/>
                </a:schemeClr>
              </a:gs>
            </a:gsLst>
            <a:lin ang="18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latin typeface="+mj-lt"/>
            </a:endParaRPr>
          </a:p>
        </p:txBody>
      </p:sp>
      <p:sp>
        <p:nvSpPr>
          <p:cNvPr id="35" name="Oval 34">
            <a:extLst>
              <a:ext uri="{FF2B5EF4-FFF2-40B4-BE49-F238E27FC236}">
                <a16:creationId xmlns:a16="http://schemas.microsoft.com/office/drawing/2014/main" id="{EFF42376-58D1-4153-ADFE-E0F2635F3518}"/>
              </a:ext>
            </a:extLst>
          </p:cNvPr>
          <p:cNvSpPr>
            <a:spLocks noChangeAspect="1"/>
          </p:cNvSpPr>
          <p:nvPr userDrawn="1"/>
        </p:nvSpPr>
        <p:spPr bwMode="invGray">
          <a:xfrm>
            <a:off x="1240632" y="3003240"/>
            <a:ext cx="923544" cy="923544"/>
          </a:xfrm>
          <a:prstGeom prst="ellipse">
            <a:avLst/>
          </a:prstGeom>
          <a:gradFill flip="none" rotWithShape="1">
            <a:gsLst>
              <a:gs pos="49000">
                <a:schemeClr val="accent4">
                  <a:alpha val="30000"/>
                </a:schemeClr>
              </a:gs>
              <a:gs pos="10000">
                <a:schemeClr val="accent4"/>
              </a:gs>
              <a:gs pos="79000">
                <a:schemeClr val="accent4">
                  <a:alpha val="0"/>
                </a:schemeClr>
              </a:gs>
            </a:gsLst>
            <a:lin ang="18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latin typeface="+mj-lt"/>
            </a:endParaRPr>
          </a:p>
        </p:txBody>
      </p:sp>
      <p:sp>
        <p:nvSpPr>
          <p:cNvPr id="36" name="Text Placeholder 5">
            <a:extLst>
              <a:ext uri="{FF2B5EF4-FFF2-40B4-BE49-F238E27FC236}">
                <a16:creationId xmlns:a16="http://schemas.microsoft.com/office/drawing/2014/main" id="{BA553ED2-1D0F-4A21-AC19-AD21E2B808D0}"/>
              </a:ext>
            </a:extLst>
          </p:cNvPr>
          <p:cNvSpPr>
            <a:spLocks noGrp="1"/>
          </p:cNvSpPr>
          <p:nvPr>
            <p:ph type="body" sz="quarter" idx="32" hasCustomPrompt="1"/>
          </p:nvPr>
        </p:nvSpPr>
        <p:spPr bwMode="invGray">
          <a:xfrm>
            <a:off x="713487" y="3925562"/>
            <a:ext cx="144270" cy="369332"/>
          </a:xfrm>
        </p:spPr>
        <p:txBody>
          <a:bodyPr wrap="none" lIns="0" tIns="0" rIns="0" bIns="0" anchor="ctr">
            <a:spAutoFit/>
          </a:bodyPr>
          <a:lstStyle>
            <a:lvl1pPr marL="0" indent="0" algn="l">
              <a:buNone/>
              <a:defRPr sz="2400">
                <a:solidFill>
                  <a:schemeClr val="tx1"/>
                </a:solidFill>
                <a:latin typeface="+mj-lt"/>
              </a:defRPr>
            </a:lvl1pPr>
          </a:lstStyle>
          <a:p>
            <a:pPr lvl="0"/>
            <a:r>
              <a:rPr lang="en-US"/>
              <a:t>1</a:t>
            </a:r>
          </a:p>
        </p:txBody>
      </p:sp>
      <p:sp>
        <p:nvSpPr>
          <p:cNvPr id="37" name="Text Placeholder 5">
            <a:extLst>
              <a:ext uri="{FF2B5EF4-FFF2-40B4-BE49-F238E27FC236}">
                <a16:creationId xmlns:a16="http://schemas.microsoft.com/office/drawing/2014/main" id="{2DF333ED-9AC6-4BF6-B310-813AD8D5D37A}"/>
              </a:ext>
            </a:extLst>
          </p:cNvPr>
          <p:cNvSpPr>
            <a:spLocks noGrp="1"/>
          </p:cNvSpPr>
          <p:nvPr>
            <p:ph type="body" sz="quarter" idx="33" hasCustomPrompt="1"/>
          </p:nvPr>
        </p:nvSpPr>
        <p:spPr bwMode="invGray">
          <a:xfrm>
            <a:off x="1613373" y="3243391"/>
            <a:ext cx="168316" cy="369332"/>
          </a:xfrm>
        </p:spPr>
        <p:txBody>
          <a:bodyPr wrap="none" lIns="0" tIns="0" rIns="0" bIns="0" anchor="ctr">
            <a:spAutoFit/>
          </a:bodyPr>
          <a:lstStyle>
            <a:lvl1pPr marL="0" indent="0" algn="l">
              <a:buNone/>
              <a:defRPr sz="2400">
                <a:solidFill>
                  <a:schemeClr val="tx1"/>
                </a:solidFill>
                <a:latin typeface="+mj-lt"/>
              </a:defRPr>
            </a:lvl1pPr>
          </a:lstStyle>
          <a:p>
            <a:pPr lvl="0"/>
            <a:r>
              <a:rPr lang="en-US"/>
              <a:t>2</a:t>
            </a:r>
          </a:p>
        </p:txBody>
      </p:sp>
      <p:sp>
        <p:nvSpPr>
          <p:cNvPr id="38" name="Text Placeholder 5">
            <a:extLst>
              <a:ext uri="{FF2B5EF4-FFF2-40B4-BE49-F238E27FC236}">
                <a16:creationId xmlns:a16="http://schemas.microsoft.com/office/drawing/2014/main" id="{209A6F68-8C0A-41BD-AC98-FC9BDC36C3C3}"/>
              </a:ext>
            </a:extLst>
          </p:cNvPr>
          <p:cNvSpPr>
            <a:spLocks noGrp="1"/>
          </p:cNvSpPr>
          <p:nvPr>
            <p:ph type="body" sz="quarter" idx="34" hasCustomPrompt="1"/>
          </p:nvPr>
        </p:nvSpPr>
        <p:spPr bwMode="invGray">
          <a:xfrm>
            <a:off x="2547051" y="2635131"/>
            <a:ext cx="168316" cy="369332"/>
          </a:xfrm>
        </p:spPr>
        <p:txBody>
          <a:bodyPr wrap="none" lIns="0" tIns="0" rIns="0" bIns="0" anchor="ctr">
            <a:spAutoFit/>
          </a:bodyPr>
          <a:lstStyle>
            <a:lvl1pPr marL="0" indent="0" algn="l">
              <a:buNone/>
              <a:defRPr sz="2400">
                <a:solidFill>
                  <a:schemeClr val="tx1"/>
                </a:solidFill>
                <a:latin typeface="+mj-lt"/>
              </a:defRPr>
            </a:lvl1pPr>
          </a:lstStyle>
          <a:p>
            <a:pPr lvl="0"/>
            <a:r>
              <a:rPr lang="en-US"/>
              <a:t>3</a:t>
            </a:r>
          </a:p>
        </p:txBody>
      </p:sp>
      <p:sp>
        <p:nvSpPr>
          <p:cNvPr id="39" name="Text Placeholder 5">
            <a:extLst>
              <a:ext uri="{FF2B5EF4-FFF2-40B4-BE49-F238E27FC236}">
                <a16:creationId xmlns:a16="http://schemas.microsoft.com/office/drawing/2014/main" id="{8F393371-8C00-4B19-BB4B-D34D077027D3}"/>
              </a:ext>
            </a:extLst>
          </p:cNvPr>
          <p:cNvSpPr>
            <a:spLocks noGrp="1"/>
          </p:cNvSpPr>
          <p:nvPr>
            <p:ph type="body" sz="quarter" idx="35" hasCustomPrompt="1"/>
          </p:nvPr>
        </p:nvSpPr>
        <p:spPr bwMode="invGray">
          <a:xfrm>
            <a:off x="3463833" y="1989916"/>
            <a:ext cx="173124" cy="369332"/>
          </a:xfrm>
        </p:spPr>
        <p:txBody>
          <a:bodyPr wrap="none" lIns="0" tIns="0" rIns="0" bIns="0" anchor="ctr">
            <a:spAutoFit/>
          </a:bodyPr>
          <a:lstStyle>
            <a:lvl1pPr marL="0" indent="0" algn="l">
              <a:buNone/>
              <a:defRPr sz="2400">
                <a:solidFill>
                  <a:schemeClr val="tx1"/>
                </a:solidFill>
                <a:latin typeface="+mj-lt"/>
              </a:defRPr>
            </a:lvl1pPr>
          </a:lstStyle>
          <a:p>
            <a:pPr lvl="0"/>
            <a:r>
              <a:rPr lang="en-US"/>
              <a:t>4</a:t>
            </a:r>
          </a:p>
        </p:txBody>
      </p:sp>
      <p:sp>
        <p:nvSpPr>
          <p:cNvPr id="40" name="Text Placeholder 5">
            <a:extLst>
              <a:ext uri="{FF2B5EF4-FFF2-40B4-BE49-F238E27FC236}">
                <a16:creationId xmlns:a16="http://schemas.microsoft.com/office/drawing/2014/main" id="{792273FE-E1E9-4FF4-AD6F-174466E8E357}"/>
              </a:ext>
            </a:extLst>
          </p:cNvPr>
          <p:cNvSpPr>
            <a:spLocks noGrp="1"/>
          </p:cNvSpPr>
          <p:nvPr>
            <p:ph type="body" sz="quarter" idx="36" hasCustomPrompt="1"/>
          </p:nvPr>
        </p:nvSpPr>
        <p:spPr bwMode="invGray">
          <a:xfrm>
            <a:off x="4380614" y="1344701"/>
            <a:ext cx="169918" cy="369332"/>
          </a:xfrm>
        </p:spPr>
        <p:txBody>
          <a:bodyPr wrap="none" lIns="0" tIns="0" rIns="0" bIns="0" anchor="ctr">
            <a:spAutoFit/>
          </a:bodyPr>
          <a:lstStyle>
            <a:lvl1pPr marL="0" indent="0" algn="l">
              <a:buNone/>
              <a:defRPr sz="2400">
                <a:solidFill>
                  <a:schemeClr val="tx1"/>
                </a:solidFill>
                <a:latin typeface="+mj-lt"/>
              </a:defRPr>
            </a:lvl1pPr>
          </a:lstStyle>
          <a:p>
            <a:pPr lvl="0"/>
            <a:r>
              <a:rPr lang="en-US"/>
              <a:t>5</a:t>
            </a:r>
          </a:p>
        </p:txBody>
      </p:sp>
      <p:sp>
        <p:nvSpPr>
          <p:cNvPr id="24" name="Slide Number Placeholder 5">
            <a:extLst>
              <a:ext uri="{FF2B5EF4-FFF2-40B4-BE49-F238E27FC236}">
                <a16:creationId xmlns:a16="http://schemas.microsoft.com/office/drawing/2014/main" id="{C38F3CCF-98F1-4509-B77A-392C348D08DB}"/>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767254616"/>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with 6 column">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67FAC3D9-3CB7-44BC-8BD3-ED8D16B9C396}"/>
              </a:ext>
            </a:extLst>
          </p:cNvPr>
          <p:cNvSpPr/>
          <p:nvPr userDrawn="1"/>
        </p:nvSpPr>
        <p:spPr bwMode="invGray">
          <a:xfrm>
            <a:off x="320675" y="1074738"/>
            <a:ext cx="2743200" cy="420624"/>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1"/>
              </a:solidFill>
              <a:latin typeface="+mj-lt"/>
            </a:endParaRPr>
          </a:p>
        </p:txBody>
      </p:sp>
      <p:sp>
        <p:nvSpPr>
          <p:cNvPr id="29" name="Rectangle: Rounded Corners 28">
            <a:extLst>
              <a:ext uri="{FF2B5EF4-FFF2-40B4-BE49-F238E27FC236}">
                <a16:creationId xmlns:a16="http://schemas.microsoft.com/office/drawing/2014/main" id="{EB0CDC1D-F65F-4E0F-A42A-B1115FC45140}"/>
              </a:ext>
            </a:extLst>
          </p:cNvPr>
          <p:cNvSpPr/>
          <p:nvPr userDrawn="1"/>
        </p:nvSpPr>
        <p:spPr bwMode="invGray">
          <a:xfrm>
            <a:off x="6061808" y="1074738"/>
            <a:ext cx="2743200" cy="420624"/>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30" name="Rectangle: Rounded Corners 29">
            <a:extLst>
              <a:ext uri="{FF2B5EF4-FFF2-40B4-BE49-F238E27FC236}">
                <a16:creationId xmlns:a16="http://schemas.microsoft.com/office/drawing/2014/main" id="{1550A7E0-AA27-4593-906F-628101D0865C}"/>
              </a:ext>
            </a:extLst>
          </p:cNvPr>
          <p:cNvSpPr/>
          <p:nvPr userDrawn="1"/>
        </p:nvSpPr>
        <p:spPr bwMode="invGray">
          <a:xfrm>
            <a:off x="3191242" y="1074738"/>
            <a:ext cx="2743200" cy="420624"/>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4"/>
              </a:solidFill>
              <a:latin typeface="+mj-lt"/>
            </a:endParaRPr>
          </a:p>
        </p:txBody>
      </p:sp>
      <p:sp>
        <p:nvSpPr>
          <p:cNvPr id="27" name="Text Placeholder 5">
            <a:extLst>
              <a:ext uri="{FF2B5EF4-FFF2-40B4-BE49-F238E27FC236}">
                <a16:creationId xmlns:a16="http://schemas.microsoft.com/office/drawing/2014/main" id="{A99F561A-3D04-4AD1-B624-3E5304B57315}"/>
              </a:ext>
            </a:extLst>
          </p:cNvPr>
          <p:cNvSpPr>
            <a:spLocks noGrp="1"/>
          </p:cNvSpPr>
          <p:nvPr>
            <p:ph type="body" sz="quarter" idx="23" hasCustomPrompt="1"/>
          </p:nvPr>
        </p:nvSpPr>
        <p:spPr bwMode="invGray">
          <a:xfrm>
            <a:off x="320675" y="1074738"/>
            <a:ext cx="2743200" cy="420624"/>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47" name="Text Placeholder 5">
            <a:extLst>
              <a:ext uri="{FF2B5EF4-FFF2-40B4-BE49-F238E27FC236}">
                <a16:creationId xmlns:a16="http://schemas.microsoft.com/office/drawing/2014/main" id="{B8813ED6-0387-4311-86DE-6EE0C77DE451}"/>
              </a:ext>
            </a:extLst>
          </p:cNvPr>
          <p:cNvSpPr>
            <a:spLocks noGrp="1"/>
          </p:cNvSpPr>
          <p:nvPr>
            <p:ph type="body" sz="quarter" idx="24" hasCustomPrompt="1"/>
          </p:nvPr>
        </p:nvSpPr>
        <p:spPr bwMode="invGray">
          <a:xfrm>
            <a:off x="3191241" y="1074738"/>
            <a:ext cx="2743200" cy="420624"/>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48" name="Text Placeholder 5">
            <a:extLst>
              <a:ext uri="{FF2B5EF4-FFF2-40B4-BE49-F238E27FC236}">
                <a16:creationId xmlns:a16="http://schemas.microsoft.com/office/drawing/2014/main" id="{4B248BA4-415C-4ED3-98C5-1C2FF0B2717C}"/>
              </a:ext>
            </a:extLst>
          </p:cNvPr>
          <p:cNvSpPr>
            <a:spLocks noGrp="1"/>
          </p:cNvSpPr>
          <p:nvPr>
            <p:ph type="body" sz="quarter" idx="25" hasCustomPrompt="1"/>
          </p:nvPr>
        </p:nvSpPr>
        <p:spPr bwMode="invGray">
          <a:xfrm>
            <a:off x="6061808" y="1074738"/>
            <a:ext cx="2743200" cy="420624"/>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invGray">
          <a:xfrm>
            <a:off x="320675" y="1529863"/>
            <a:ext cx="2743200" cy="1261872"/>
          </a:xfrm>
        </p:spPr>
        <p:txBody>
          <a:bodyPr lIns="91440" tIns="45720" rIns="91440" bIns="4572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invGray">
          <a:xfrm>
            <a:off x="3191241" y="1529863"/>
            <a:ext cx="2743200" cy="1261872"/>
          </a:xfrm>
        </p:spPr>
        <p:txBody>
          <a:bodyPr lIns="91440" tIns="45720" rIns="91440" bIns="4572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53" name="Text Placeholder 5">
            <a:extLst>
              <a:ext uri="{FF2B5EF4-FFF2-40B4-BE49-F238E27FC236}">
                <a16:creationId xmlns:a16="http://schemas.microsoft.com/office/drawing/2014/main" id="{51A44452-CBAC-4F3B-A256-C86AB53549C3}"/>
              </a:ext>
            </a:extLst>
          </p:cNvPr>
          <p:cNvSpPr>
            <a:spLocks noGrp="1"/>
          </p:cNvSpPr>
          <p:nvPr>
            <p:ph type="body" sz="quarter" idx="28" hasCustomPrompt="1"/>
          </p:nvPr>
        </p:nvSpPr>
        <p:spPr bwMode="invGray">
          <a:xfrm>
            <a:off x="6061808" y="1529863"/>
            <a:ext cx="2743200" cy="1261872"/>
          </a:xfrm>
        </p:spPr>
        <p:txBody>
          <a:bodyPr lIns="91440" tIns="45720" rIns="91440" bIns="4572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57" name="Rectangle: Rounded Corners 56">
            <a:extLst>
              <a:ext uri="{FF2B5EF4-FFF2-40B4-BE49-F238E27FC236}">
                <a16:creationId xmlns:a16="http://schemas.microsoft.com/office/drawing/2014/main" id="{439D8311-5867-4392-930D-CDDC27F9CC03}"/>
              </a:ext>
            </a:extLst>
          </p:cNvPr>
          <p:cNvSpPr/>
          <p:nvPr userDrawn="1"/>
        </p:nvSpPr>
        <p:spPr bwMode="invGray">
          <a:xfrm>
            <a:off x="320675" y="2863795"/>
            <a:ext cx="2743200" cy="420624"/>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1"/>
              </a:solidFill>
              <a:latin typeface="+mj-lt"/>
            </a:endParaRPr>
          </a:p>
        </p:txBody>
      </p:sp>
      <p:sp>
        <p:nvSpPr>
          <p:cNvPr id="58" name="Rectangle: Rounded Corners 57">
            <a:extLst>
              <a:ext uri="{FF2B5EF4-FFF2-40B4-BE49-F238E27FC236}">
                <a16:creationId xmlns:a16="http://schemas.microsoft.com/office/drawing/2014/main" id="{841A6125-46B5-4F19-95FE-773C0281ADE4}"/>
              </a:ext>
            </a:extLst>
          </p:cNvPr>
          <p:cNvSpPr/>
          <p:nvPr userDrawn="1"/>
        </p:nvSpPr>
        <p:spPr bwMode="invGray">
          <a:xfrm>
            <a:off x="6061808" y="2863795"/>
            <a:ext cx="2743200" cy="420624"/>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59" name="Rectangle: Rounded Corners 58">
            <a:extLst>
              <a:ext uri="{FF2B5EF4-FFF2-40B4-BE49-F238E27FC236}">
                <a16:creationId xmlns:a16="http://schemas.microsoft.com/office/drawing/2014/main" id="{C1A3F742-8DE5-4547-B40F-23DB2591AE39}"/>
              </a:ext>
            </a:extLst>
          </p:cNvPr>
          <p:cNvSpPr/>
          <p:nvPr userDrawn="1"/>
        </p:nvSpPr>
        <p:spPr bwMode="invGray">
          <a:xfrm>
            <a:off x="3191242" y="2863795"/>
            <a:ext cx="2743200" cy="420624"/>
          </a:xfrm>
          <a:prstGeom prst="roundRect">
            <a:avLst/>
          </a:prstGeom>
          <a:gradFill flip="none" rotWithShape="1">
            <a:gsLst>
              <a:gs pos="0">
                <a:schemeClr val="bg2"/>
              </a:gs>
              <a:gs pos="37000">
                <a:schemeClr val="accent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4"/>
              </a:solidFill>
              <a:latin typeface="+mj-lt"/>
            </a:endParaRPr>
          </a:p>
        </p:txBody>
      </p:sp>
      <p:sp>
        <p:nvSpPr>
          <p:cNvPr id="60" name="Text Placeholder 5">
            <a:extLst>
              <a:ext uri="{FF2B5EF4-FFF2-40B4-BE49-F238E27FC236}">
                <a16:creationId xmlns:a16="http://schemas.microsoft.com/office/drawing/2014/main" id="{E4F73AE4-3ACA-46DF-A2F8-51C9D276C6C9}"/>
              </a:ext>
            </a:extLst>
          </p:cNvPr>
          <p:cNvSpPr>
            <a:spLocks noGrp="1"/>
          </p:cNvSpPr>
          <p:nvPr>
            <p:ph type="body" sz="quarter" idx="29" hasCustomPrompt="1"/>
          </p:nvPr>
        </p:nvSpPr>
        <p:spPr bwMode="invGray">
          <a:xfrm>
            <a:off x="320675" y="2863795"/>
            <a:ext cx="2743200" cy="420624"/>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61" name="Text Placeholder 5">
            <a:extLst>
              <a:ext uri="{FF2B5EF4-FFF2-40B4-BE49-F238E27FC236}">
                <a16:creationId xmlns:a16="http://schemas.microsoft.com/office/drawing/2014/main" id="{C9D745B1-AB1E-4086-9CC3-3D525FF05E7C}"/>
              </a:ext>
            </a:extLst>
          </p:cNvPr>
          <p:cNvSpPr>
            <a:spLocks noGrp="1"/>
          </p:cNvSpPr>
          <p:nvPr>
            <p:ph type="body" sz="quarter" idx="30" hasCustomPrompt="1"/>
          </p:nvPr>
        </p:nvSpPr>
        <p:spPr bwMode="invGray">
          <a:xfrm>
            <a:off x="3191241" y="2863795"/>
            <a:ext cx="2743200" cy="420624"/>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62" name="Text Placeholder 5">
            <a:extLst>
              <a:ext uri="{FF2B5EF4-FFF2-40B4-BE49-F238E27FC236}">
                <a16:creationId xmlns:a16="http://schemas.microsoft.com/office/drawing/2014/main" id="{33140BFA-0167-4E3B-9ACB-DF7E0D61B0EA}"/>
              </a:ext>
            </a:extLst>
          </p:cNvPr>
          <p:cNvSpPr>
            <a:spLocks noGrp="1"/>
          </p:cNvSpPr>
          <p:nvPr>
            <p:ph type="body" sz="quarter" idx="31" hasCustomPrompt="1"/>
          </p:nvPr>
        </p:nvSpPr>
        <p:spPr bwMode="invGray">
          <a:xfrm>
            <a:off x="6061808" y="2863795"/>
            <a:ext cx="2743200" cy="420624"/>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63" name="Text Placeholder 5">
            <a:extLst>
              <a:ext uri="{FF2B5EF4-FFF2-40B4-BE49-F238E27FC236}">
                <a16:creationId xmlns:a16="http://schemas.microsoft.com/office/drawing/2014/main" id="{25151AA9-F1AE-42EA-81BD-CE6A771801E4}"/>
              </a:ext>
            </a:extLst>
          </p:cNvPr>
          <p:cNvSpPr>
            <a:spLocks noGrp="1"/>
          </p:cNvSpPr>
          <p:nvPr>
            <p:ph type="body" sz="quarter" idx="32" hasCustomPrompt="1"/>
          </p:nvPr>
        </p:nvSpPr>
        <p:spPr bwMode="invGray">
          <a:xfrm>
            <a:off x="320675" y="3310128"/>
            <a:ext cx="2743200" cy="1261872"/>
          </a:xfrm>
        </p:spPr>
        <p:txBody>
          <a:bodyPr lIns="91440" tIns="45720" rIns="91440" bIns="4572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64" name="Text Placeholder 5">
            <a:extLst>
              <a:ext uri="{FF2B5EF4-FFF2-40B4-BE49-F238E27FC236}">
                <a16:creationId xmlns:a16="http://schemas.microsoft.com/office/drawing/2014/main" id="{84591BF7-D684-400E-ADB3-8BA8566583A4}"/>
              </a:ext>
            </a:extLst>
          </p:cNvPr>
          <p:cNvSpPr>
            <a:spLocks noGrp="1"/>
          </p:cNvSpPr>
          <p:nvPr>
            <p:ph type="body" sz="quarter" idx="33" hasCustomPrompt="1"/>
          </p:nvPr>
        </p:nvSpPr>
        <p:spPr bwMode="invGray">
          <a:xfrm>
            <a:off x="3191241" y="3310128"/>
            <a:ext cx="2743200" cy="1261872"/>
          </a:xfrm>
        </p:spPr>
        <p:txBody>
          <a:bodyPr lIns="91440" tIns="45720" rIns="91440" bIns="4572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65" name="Text Placeholder 5">
            <a:extLst>
              <a:ext uri="{FF2B5EF4-FFF2-40B4-BE49-F238E27FC236}">
                <a16:creationId xmlns:a16="http://schemas.microsoft.com/office/drawing/2014/main" id="{0621D659-92B1-4C6E-BA9E-340B7DE5A15D}"/>
              </a:ext>
            </a:extLst>
          </p:cNvPr>
          <p:cNvSpPr>
            <a:spLocks noGrp="1"/>
          </p:cNvSpPr>
          <p:nvPr>
            <p:ph type="body" sz="quarter" idx="34" hasCustomPrompt="1"/>
          </p:nvPr>
        </p:nvSpPr>
        <p:spPr bwMode="invGray">
          <a:xfrm>
            <a:off x="6061808" y="3310128"/>
            <a:ext cx="2743200" cy="1261872"/>
          </a:xfrm>
        </p:spPr>
        <p:txBody>
          <a:bodyPr lIns="91440" tIns="45720" rIns="91440" bIns="4572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22" name="Slide Number Placeholder 5">
            <a:extLst>
              <a:ext uri="{FF2B5EF4-FFF2-40B4-BE49-F238E27FC236}">
                <a16:creationId xmlns:a16="http://schemas.microsoft.com/office/drawing/2014/main" id="{7D474464-BC3C-466C-8BFE-3CD4741BE61F}"/>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860118221"/>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 title">
    <p:spTree>
      <p:nvGrpSpPr>
        <p:cNvPr id="1" name=""/>
        <p:cNvGrpSpPr/>
        <p:nvPr/>
      </p:nvGrpSpPr>
      <p:grpSpPr>
        <a:xfrm>
          <a:off x="0" y="0"/>
          <a:ext cx="0" cy="0"/>
          <a:chOff x="0" y="0"/>
          <a:chExt cx="0" cy="0"/>
        </a:xfrm>
      </p:grpSpPr>
      <p:sp>
        <p:nvSpPr>
          <p:cNvPr id="27" name="Text Placeholder 5">
            <a:extLst>
              <a:ext uri="{FF2B5EF4-FFF2-40B4-BE49-F238E27FC236}">
                <a16:creationId xmlns:a16="http://schemas.microsoft.com/office/drawing/2014/main" id="{A99F561A-3D04-4AD1-B624-3E5304B57315}"/>
              </a:ext>
            </a:extLst>
          </p:cNvPr>
          <p:cNvSpPr>
            <a:spLocks noGrp="1"/>
          </p:cNvSpPr>
          <p:nvPr>
            <p:ph type="body" sz="quarter" idx="23" hasCustomPrompt="1"/>
          </p:nvPr>
        </p:nvSpPr>
        <p:spPr bwMode="invGray">
          <a:xfrm>
            <a:off x="320675" y="1074738"/>
            <a:ext cx="2743200" cy="384048"/>
          </a:xfrm>
        </p:spPr>
        <p:txBody>
          <a:bodyPr lIns="0" tIns="0" rIns="0" bIns="0" anchor="ctr" anchorCtr="0"/>
          <a:lstStyle>
            <a:lvl1pPr marL="0" indent="0" algn="l">
              <a:buNone/>
              <a:defRPr sz="1400">
                <a:solidFill>
                  <a:schemeClr val="accent1"/>
                </a:solidFill>
                <a:latin typeface="+mj-lt"/>
              </a:defRPr>
            </a:lvl1pPr>
          </a:lstStyle>
          <a:p>
            <a:pPr lvl="0"/>
            <a:r>
              <a:rPr lang="en-US"/>
              <a:t>Title</a:t>
            </a:r>
          </a:p>
        </p:txBody>
      </p:sp>
      <p:sp>
        <p:nvSpPr>
          <p:cNvPr id="47" name="Text Placeholder 5">
            <a:extLst>
              <a:ext uri="{FF2B5EF4-FFF2-40B4-BE49-F238E27FC236}">
                <a16:creationId xmlns:a16="http://schemas.microsoft.com/office/drawing/2014/main" id="{B8813ED6-0387-4311-86DE-6EE0C77DE451}"/>
              </a:ext>
            </a:extLst>
          </p:cNvPr>
          <p:cNvSpPr>
            <a:spLocks noGrp="1"/>
          </p:cNvSpPr>
          <p:nvPr>
            <p:ph type="body" sz="quarter" idx="24" hasCustomPrompt="1"/>
          </p:nvPr>
        </p:nvSpPr>
        <p:spPr bwMode="invGray">
          <a:xfrm>
            <a:off x="3191241" y="1074738"/>
            <a:ext cx="2743200" cy="384048"/>
          </a:xfrm>
        </p:spPr>
        <p:txBody>
          <a:bodyPr lIns="0" tIns="0" rIns="0" bIns="0" anchor="ctr" anchorCtr="0"/>
          <a:lstStyle>
            <a:lvl1pPr marL="0" indent="0" algn="l">
              <a:buNone/>
              <a:defRPr sz="1400">
                <a:solidFill>
                  <a:schemeClr val="accent1"/>
                </a:solidFill>
                <a:latin typeface="+mj-lt"/>
              </a:defRPr>
            </a:lvl1pPr>
          </a:lstStyle>
          <a:p>
            <a:pPr lvl="0"/>
            <a:r>
              <a:rPr lang="en-US"/>
              <a:t>Title</a:t>
            </a:r>
          </a:p>
        </p:txBody>
      </p:sp>
      <p:sp>
        <p:nvSpPr>
          <p:cNvPr id="48" name="Text Placeholder 5">
            <a:extLst>
              <a:ext uri="{FF2B5EF4-FFF2-40B4-BE49-F238E27FC236}">
                <a16:creationId xmlns:a16="http://schemas.microsoft.com/office/drawing/2014/main" id="{4B248BA4-415C-4ED3-98C5-1C2FF0B2717C}"/>
              </a:ext>
            </a:extLst>
          </p:cNvPr>
          <p:cNvSpPr>
            <a:spLocks noGrp="1"/>
          </p:cNvSpPr>
          <p:nvPr>
            <p:ph type="body" sz="quarter" idx="25" hasCustomPrompt="1"/>
          </p:nvPr>
        </p:nvSpPr>
        <p:spPr bwMode="invGray">
          <a:xfrm>
            <a:off x="6061808" y="1074738"/>
            <a:ext cx="2743200" cy="384048"/>
          </a:xfrm>
        </p:spPr>
        <p:txBody>
          <a:bodyPr lIns="0" tIns="0" rIns="0" bIns="0" anchor="ctr" anchorCtr="0"/>
          <a:lstStyle>
            <a:lvl1pPr marL="0" indent="0" algn="l">
              <a:buNone/>
              <a:defRPr sz="1400">
                <a:solidFill>
                  <a:schemeClr val="accent1"/>
                </a:solidFill>
                <a:latin typeface="+mj-lt"/>
              </a:defRPr>
            </a:lvl1pPr>
          </a:lstStyle>
          <a:p>
            <a:pPr lvl="0"/>
            <a:r>
              <a:rPr lang="en-US"/>
              <a:t>Title</a:t>
            </a: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invGray">
          <a:xfrm>
            <a:off x="320675" y="1600198"/>
            <a:ext cx="2743200" cy="2971800"/>
          </a:xfrm>
        </p:spPr>
        <p:txBody>
          <a:bodyPr lIns="0" tIns="0" rIns="0" bIns="0" anchor="t" anchorCtr="0"/>
          <a:lstStyle>
            <a:lvl1pPr marL="182880" indent="-182880" algn="l">
              <a:buFont typeface="Arial" panose="020B0604020202020204" pitchFamily="34" charset="0"/>
              <a:buChar char="•"/>
              <a:defRPr sz="1200">
                <a:latin typeface="+mn-lt"/>
              </a:defRPr>
            </a:lvl1pPr>
          </a:lstStyle>
          <a:p>
            <a:pPr lvl="0"/>
            <a:r>
              <a:rPr lang="en-US"/>
              <a:t>Text</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invGray">
          <a:xfrm>
            <a:off x="3191241" y="1600198"/>
            <a:ext cx="2743200" cy="2971800"/>
          </a:xfrm>
        </p:spPr>
        <p:txBody>
          <a:bodyPr lIns="0" tIns="0" rIns="0" bIns="0" anchor="t" anchorCtr="0"/>
          <a:lstStyle>
            <a:lvl1pPr marL="182880" indent="-182880" algn="l">
              <a:buFont typeface="Arial" panose="020B0604020202020204" pitchFamily="34" charset="0"/>
              <a:buChar char="•"/>
              <a:defRPr sz="1200">
                <a:latin typeface="+mn-lt"/>
              </a:defRPr>
            </a:lvl1pPr>
          </a:lstStyle>
          <a:p>
            <a:pPr lvl="0"/>
            <a:r>
              <a:rPr lang="en-US"/>
              <a:t>Text</a:t>
            </a:r>
          </a:p>
        </p:txBody>
      </p:sp>
      <p:sp>
        <p:nvSpPr>
          <p:cNvPr id="53" name="Text Placeholder 5">
            <a:extLst>
              <a:ext uri="{FF2B5EF4-FFF2-40B4-BE49-F238E27FC236}">
                <a16:creationId xmlns:a16="http://schemas.microsoft.com/office/drawing/2014/main" id="{51A44452-CBAC-4F3B-A256-C86AB53549C3}"/>
              </a:ext>
            </a:extLst>
          </p:cNvPr>
          <p:cNvSpPr>
            <a:spLocks noGrp="1"/>
          </p:cNvSpPr>
          <p:nvPr>
            <p:ph type="body" sz="quarter" idx="28" hasCustomPrompt="1"/>
          </p:nvPr>
        </p:nvSpPr>
        <p:spPr bwMode="invGray">
          <a:xfrm>
            <a:off x="6061808" y="1600198"/>
            <a:ext cx="2743200" cy="2971800"/>
          </a:xfrm>
        </p:spPr>
        <p:txBody>
          <a:bodyPr lIns="0" tIns="0" rIns="0" bIns="0" anchor="t" anchorCtr="0"/>
          <a:lstStyle>
            <a:lvl1pPr marL="182880" indent="-182880" algn="l">
              <a:buFont typeface="Arial" panose="020B0604020202020204" pitchFamily="34" charset="0"/>
              <a:buChar char="•"/>
              <a:defRPr sz="1200">
                <a:latin typeface="+mn-lt"/>
              </a:defRPr>
            </a:lvl1pPr>
          </a:lstStyle>
          <a:p>
            <a:pPr lvl="0"/>
            <a:r>
              <a:rPr lang="en-US"/>
              <a:t>Text</a:t>
            </a:r>
          </a:p>
        </p:txBody>
      </p:sp>
      <p:cxnSp>
        <p:nvCxnSpPr>
          <p:cNvPr id="22" name="Straight Connector 21">
            <a:extLst>
              <a:ext uri="{FF2B5EF4-FFF2-40B4-BE49-F238E27FC236}">
                <a16:creationId xmlns:a16="http://schemas.microsoft.com/office/drawing/2014/main" id="{C965112B-F066-4167-AA5D-CEB0B5B9A4A3}"/>
              </a:ext>
            </a:extLst>
          </p:cNvPr>
          <p:cNvCxnSpPr/>
          <p:nvPr userDrawn="1"/>
        </p:nvCxnSpPr>
        <p:spPr bwMode="invGray">
          <a:xfrm>
            <a:off x="320675" y="1529492"/>
            <a:ext cx="2743199" cy="0"/>
          </a:xfrm>
          <a:prstGeom prst="line">
            <a:avLst/>
          </a:prstGeom>
          <a:ln>
            <a:gradFill flip="none" rotWithShape="1">
              <a:gsLst>
                <a:gs pos="50000">
                  <a:schemeClr val="accent1"/>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7D21243-3478-49BC-8C0E-62AF89B2F788}"/>
              </a:ext>
            </a:extLst>
          </p:cNvPr>
          <p:cNvCxnSpPr/>
          <p:nvPr userDrawn="1"/>
        </p:nvCxnSpPr>
        <p:spPr bwMode="invGray">
          <a:xfrm>
            <a:off x="3191241" y="1529492"/>
            <a:ext cx="2743199" cy="0"/>
          </a:xfrm>
          <a:prstGeom prst="line">
            <a:avLst/>
          </a:prstGeom>
          <a:ln>
            <a:gradFill flip="none" rotWithShape="1">
              <a:gsLst>
                <a:gs pos="50000">
                  <a:schemeClr val="accent1"/>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3C89826-6E78-4C61-BAD8-BA75866F53A0}"/>
              </a:ext>
            </a:extLst>
          </p:cNvPr>
          <p:cNvCxnSpPr/>
          <p:nvPr userDrawn="1"/>
        </p:nvCxnSpPr>
        <p:spPr bwMode="invGray">
          <a:xfrm>
            <a:off x="6061808" y="1529492"/>
            <a:ext cx="2743199" cy="0"/>
          </a:xfrm>
          <a:prstGeom prst="line">
            <a:avLst/>
          </a:prstGeom>
          <a:ln>
            <a:gradFill flip="none" rotWithShape="1">
              <a:gsLst>
                <a:gs pos="50000">
                  <a:schemeClr val="accent1"/>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3" name="Slide Number Placeholder 5">
            <a:extLst>
              <a:ext uri="{FF2B5EF4-FFF2-40B4-BE49-F238E27FC236}">
                <a16:creationId xmlns:a16="http://schemas.microsoft.com/office/drawing/2014/main" id="{2ABAAE96-45BF-4D76-B7C1-CCE4F6F7B254}"/>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692237742"/>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highlight">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A4FA160-A88D-4C57-9737-BA9733A36AAD}"/>
              </a:ext>
            </a:extLst>
          </p:cNvPr>
          <p:cNvSpPr/>
          <p:nvPr userDrawn="1"/>
        </p:nvSpPr>
        <p:spPr bwMode="invGray">
          <a:xfrm>
            <a:off x="315058" y="1074738"/>
            <a:ext cx="2148840" cy="3497262"/>
          </a:xfrm>
          <a:prstGeom prst="rect">
            <a:avLst/>
          </a:prstGeom>
          <a:gradFill flip="none" rotWithShape="1">
            <a:gsLst>
              <a:gs pos="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lstStyle/>
          <a:p>
            <a:endParaRPr lang="en-IN">
              <a:solidFill>
                <a:schemeClr val="tx1"/>
              </a:solidFill>
              <a:latin typeface="+mj-lt"/>
            </a:endParaRP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invGray">
          <a:xfrm>
            <a:off x="315058" y="1074738"/>
            <a:ext cx="2146788" cy="3493008"/>
          </a:xfrm>
        </p:spPr>
        <p:txBody>
          <a:bodyPr lIns="91440" tIns="45720" rIns="91440" bIns="45720" anchor="t"/>
          <a:lstStyle>
            <a:lvl1pPr marL="0" indent="0" algn="l">
              <a:buFont typeface="Arial" panose="020B0604020202020204" pitchFamily="34" charset="0"/>
              <a:buNone/>
              <a:defRPr sz="1800">
                <a:latin typeface="+mj-lt"/>
              </a:defRPr>
            </a:lvl1pPr>
          </a:lstStyle>
          <a:p>
            <a:pPr lvl="0"/>
            <a:r>
              <a:rPr lang="en-US"/>
              <a:t>Title</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invGray">
          <a:xfrm>
            <a:off x="2691245" y="1074738"/>
            <a:ext cx="6113763" cy="3493008"/>
          </a:xfrm>
        </p:spPr>
        <p:txBody>
          <a:bodyPr lIns="91440" tIns="45720" rIns="91440" bIns="45720" anchor="t"/>
          <a:lstStyle>
            <a:lvl1pPr marL="182880" indent="-182880" algn="l">
              <a:buFont typeface="Arial" panose="020B0604020202020204" pitchFamily="34" charset="0"/>
              <a:buChar char="•"/>
              <a:defRPr sz="1400">
                <a:latin typeface="+mn-lt"/>
              </a:defRPr>
            </a:lvl1pPr>
          </a:lstStyle>
          <a:p>
            <a:pPr lvl="0"/>
            <a:r>
              <a:rPr lang="en-US"/>
              <a:t>Text</a:t>
            </a:r>
          </a:p>
        </p:txBody>
      </p:sp>
      <p:sp>
        <p:nvSpPr>
          <p:cNvPr id="7" name="Slide Number Placeholder 5">
            <a:extLst>
              <a:ext uri="{FF2B5EF4-FFF2-40B4-BE49-F238E27FC236}">
                <a16:creationId xmlns:a16="http://schemas.microsoft.com/office/drawing/2014/main" id="{E6388DE3-2186-4DA8-9397-1519EDD7242A}"/>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101901857"/>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ny profile">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2EB0B968-D467-41BB-895B-662CBEAD66AB}"/>
              </a:ext>
            </a:extLst>
          </p:cNvPr>
          <p:cNvSpPr>
            <a:spLocks noChangeAspect="1"/>
          </p:cNvSpPr>
          <p:nvPr userDrawn="1"/>
        </p:nvSpPr>
        <p:spPr bwMode="gray">
          <a:xfrm>
            <a:off x="3995400" y="0"/>
            <a:ext cx="5148600" cy="4586514"/>
          </a:xfrm>
          <a:custGeom>
            <a:avLst/>
            <a:gdLst>
              <a:gd name="connsiteX0" fmla="*/ 226716 w 5148600"/>
              <a:gd name="connsiteY0" fmla="*/ 0 h 4586514"/>
              <a:gd name="connsiteX1" fmla="*/ 5148600 w 5148600"/>
              <a:gd name="connsiteY1" fmla="*/ 0 h 4586514"/>
              <a:gd name="connsiteX2" fmla="*/ 5148600 w 5148600"/>
              <a:gd name="connsiteY2" fmla="*/ 4081005 h 4586514"/>
              <a:gd name="connsiteX3" fmla="*/ 4987528 w 5148600"/>
              <a:gd name="connsiteY3" fmla="*/ 4178859 h 4586514"/>
              <a:gd name="connsiteX4" fmla="*/ 3377575 w 5148600"/>
              <a:gd name="connsiteY4" fmla="*/ 4586514 h 4586514"/>
              <a:gd name="connsiteX5" fmla="*/ 0 w 5148600"/>
              <a:gd name="connsiteY5" fmla="*/ 1208939 h 4586514"/>
              <a:gd name="connsiteX6" fmla="*/ 151849 w 5148600"/>
              <a:gd name="connsiteY6" fmla="*/ 204552 h 4586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8600" h="4586514">
                <a:moveTo>
                  <a:pt x="226716" y="0"/>
                </a:moveTo>
                <a:lnTo>
                  <a:pt x="5148600" y="0"/>
                </a:lnTo>
                <a:lnTo>
                  <a:pt x="5148600" y="4081005"/>
                </a:lnTo>
                <a:lnTo>
                  <a:pt x="4987528" y="4178859"/>
                </a:lnTo>
                <a:cubicBezTo>
                  <a:pt x="4508948" y="4438839"/>
                  <a:pt x="3960508" y="4586514"/>
                  <a:pt x="3377575" y="4586514"/>
                </a:cubicBezTo>
                <a:cubicBezTo>
                  <a:pt x="1512192" y="4586514"/>
                  <a:pt x="0" y="3074322"/>
                  <a:pt x="0" y="1208939"/>
                </a:cubicBezTo>
                <a:cubicBezTo>
                  <a:pt x="0" y="859180"/>
                  <a:pt x="53163" y="521837"/>
                  <a:pt x="151849" y="204552"/>
                </a:cubicBezTo>
                <a:close/>
              </a:path>
            </a:pathLst>
          </a:custGeom>
          <a:gradFill flip="none" rotWithShape="1">
            <a:gsLst>
              <a:gs pos="49000">
                <a:schemeClr val="accent1">
                  <a:alpha val="30000"/>
                </a:schemeClr>
              </a:gs>
              <a:gs pos="10000">
                <a:schemeClr val="accent1"/>
              </a:gs>
              <a:gs pos="79000">
                <a:schemeClr val="accent1">
                  <a:alpha val="0"/>
                </a:schemeClr>
              </a:gs>
            </a:gsLst>
            <a:lin ang="18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solidFill>
                <a:schemeClr val="tx1"/>
              </a:solidFill>
              <a:latin typeface="+mj-lt"/>
            </a:endParaRP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invGray">
          <a:xfrm>
            <a:off x="320675" y="1074738"/>
            <a:ext cx="4389120" cy="3493008"/>
          </a:xfrm>
        </p:spPr>
        <p:txBody>
          <a:bodyPr lIns="0" tIns="0" rIns="0" bIns="0" anchor="t"/>
          <a:lstStyle>
            <a:lvl1pPr marL="0" indent="0" algn="l">
              <a:buFont typeface="Arial" panose="020B0604020202020204" pitchFamily="34" charset="0"/>
              <a:buNone/>
              <a:defRPr sz="1800">
                <a:latin typeface="+mn-lt"/>
              </a:defRPr>
            </a:lvl1pPr>
          </a:lstStyle>
          <a:p>
            <a:pPr lvl="0"/>
            <a:r>
              <a:rPr lang="en-US"/>
              <a:t>Text</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invGray">
          <a:xfrm>
            <a:off x="4853355" y="1074736"/>
            <a:ext cx="3951653" cy="3493008"/>
          </a:xfrm>
        </p:spPr>
        <p:txBody>
          <a:bodyPr lIns="0" tIns="0" rIns="0" bIns="0" anchor="t"/>
          <a:lstStyle>
            <a:lvl1pPr marL="0" indent="0" algn="r">
              <a:buFont typeface="Arial" panose="020B0604020202020204" pitchFamily="34" charset="0"/>
              <a:buNone/>
              <a:defRPr sz="1800">
                <a:latin typeface="+mn-lt"/>
              </a:defRPr>
            </a:lvl1pPr>
          </a:lstStyle>
          <a:p>
            <a:pPr lvl="0"/>
            <a:r>
              <a:rPr lang="en-US"/>
              <a:t>Key highlight points</a:t>
            </a:r>
          </a:p>
        </p:txBody>
      </p:sp>
      <p:sp>
        <p:nvSpPr>
          <p:cNvPr id="7" name="Slide Number Placeholder 5">
            <a:extLst>
              <a:ext uri="{FF2B5EF4-FFF2-40B4-BE49-F238E27FC236}">
                <a16:creationId xmlns:a16="http://schemas.microsoft.com/office/drawing/2014/main" id="{1C8343E1-5612-4591-83CE-FD0787394574}"/>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4035390622"/>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imple 4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invGray">
          <a:xfrm>
            <a:off x="320675" y="1074738"/>
            <a:ext cx="1975104" cy="3493008"/>
          </a:xfrm>
        </p:spPr>
        <p:txBody>
          <a:bodyPr lIns="0" tIns="0" rIns="0" bIns="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invGray">
          <a:xfrm>
            <a:off x="2490417" y="1074738"/>
            <a:ext cx="1975104" cy="3493008"/>
          </a:xfrm>
        </p:spPr>
        <p:txBody>
          <a:bodyPr lIns="0" tIns="0" rIns="0" bIns="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53" name="Text Placeholder 5">
            <a:extLst>
              <a:ext uri="{FF2B5EF4-FFF2-40B4-BE49-F238E27FC236}">
                <a16:creationId xmlns:a16="http://schemas.microsoft.com/office/drawing/2014/main" id="{51A44452-CBAC-4F3B-A256-C86AB53549C3}"/>
              </a:ext>
            </a:extLst>
          </p:cNvPr>
          <p:cNvSpPr>
            <a:spLocks noGrp="1"/>
          </p:cNvSpPr>
          <p:nvPr>
            <p:ph type="body" sz="quarter" idx="28" hasCustomPrompt="1"/>
          </p:nvPr>
        </p:nvSpPr>
        <p:spPr bwMode="invGray">
          <a:xfrm>
            <a:off x="6829904" y="1074738"/>
            <a:ext cx="1975104" cy="3493008"/>
          </a:xfrm>
        </p:spPr>
        <p:txBody>
          <a:bodyPr lIns="0" tIns="0" rIns="0" bIns="0" anchor="t"/>
          <a:lstStyle>
            <a:lvl1pPr marL="182880" indent="-182880" algn="l">
              <a:buFont typeface="Arial" panose="020B0604020202020204" pitchFamily="34" charset="0"/>
              <a:buChar char="•"/>
              <a:defRPr sz="1100">
                <a:latin typeface="+mn-lt"/>
              </a:defRPr>
            </a:lvl1pPr>
          </a:lstStyle>
          <a:p>
            <a:pPr lvl="0"/>
            <a:r>
              <a:rPr lang="en-US"/>
              <a:t>Text</a:t>
            </a:r>
          </a:p>
        </p:txBody>
      </p:sp>
      <p:cxnSp>
        <p:nvCxnSpPr>
          <p:cNvPr id="22" name="Straight Connector 21">
            <a:extLst>
              <a:ext uri="{FF2B5EF4-FFF2-40B4-BE49-F238E27FC236}">
                <a16:creationId xmlns:a16="http://schemas.microsoft.com/office/drawing/2014/main" id="{75E64FA6-F473-4A30-B276-B4630E307355}"/>
              </a:ext>
            </a:extLst>
          </p:cNvPr>
          <p:cNvCxnSpPr/>
          <p:nvPr userDrawn="1"/>
        </p:nvCxnSpPr>
        <p:spPr bwMode="invGray">
          <a:xfrm>
            <a:off x="2393098" y="1076325"/>
            <a:ext cx="0" cy="3495675"/>
          </a:xfrm>
          <a:prstGeom prst="line">
            <a:avLst/>
          </a:prstGeom>
          <a:ln>
            <a:gradFill flip="none" rotWithShape="1">
              <a:gsLst>
                <a:gs pos="0">
                  <a:schemeClr val="accent1">
                    <a:alpha val="0"/>
                  </a:schemeClr>
                </a:gs>
                <a:gs pos="50000">
                  <a:schemeClr val="accent1"/>
                </a:gs>
                <a:gs pos="100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10BBC1D-6A56-4B4D-9FCC-B5FD2DA8FE0A}"/>
              </a:ext>
            </a:extLst>
          </p:cNvPr>
          <p:cNvCxnSpPr/>
          <p:nvPr userDrawn="1"/>
        </p:nvCxnSpPr>
        <p:spPr bwMode="invGray">
          <a:xfrm>
            <a:off x="4562840" y="1076325"/>
            <a:ext cx="0" cy="3495675"/>
          </a:xfrm>
          <a:prstGeom prst="line">
            <a:avLst/>
          </a:prstGeom>
          <a:ln>
            <a:gradFill flip="none" rotWithShape="1">
              <a:gsLst>
                <a:gs pos="0">
                  <a:schemeClr val="accent1">
                    <a:alpha val="0"/>
                  </a:schemeClr>
                </a:gs>
                <a:gs pos="50000">
                  <a:schemeClr val="accent1"/>
                </a:gs>
                <a:gs pos="100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4C3338C-CABF-4D14-8545-BBD18F911B01}"/>
              </a:ext>
            </a:extLst>
          </p:cNvPr>
          <p:cNvCxnSpPr/>
          <p:nvPr userDrawn="1"/>
        </p:nvCxnSpPr>
        <p:spPr bwMode="invGray">
          <a:xfrm>
            <a:off x="6732583" y="1076325"/>
            <a:ext cx="0" cy="3495675"/>
          </a:xfrm>
          <a:prstGeom prst="line">
            <a:avLst/>
          </a:prstGeom>
          <a:ln>
            <a:gradFill flip="none" rotWithShape="1">
              <a:gsLst>
                <a:gs pos="0">
                  <a:schemeClr val="accent1">
                    <a:alpha val="0"/>
                  </a:schemeClr>
                </a:gs>
                <a:gs pos="50000">
                  <a:schemeClr val="accent1"/>
                </a:gs>
                <a:gs pos="100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28" name="Text Placeholder 5">
            <a:extLst>
              <a:ext uri="{FF2B5EF4-FFF2-40B4-BE49-F238E27FC236}">
                <a16:creationId xmlns:a16="http://schemas.microsoft.com/office/drawing/2014/main" id="{5656678E-EDE5-4D8F-A429-5F02485F11C7}"/>
              </a:ext>
            </a:extLst>
          </p:cNvPr>
          <p:cNvSpPr>
            <a:spLocks noGrp="1"/>
          </p:cNvSpPr>
          <p:nvPr>
            <p:ph type="body" sz="quarter" idx="30" hasCustomPrompt="1"/>
          </p:nvPr>
        </p:nvSpPr>
        <p:spPr bwMode="invGray">
          <a:xfrm>
            <a:off x="4660159" y="1074738"/>
            <a:ext cx="1975104" cy="3493008"/>
          </a:xfrm>
        </p:spPr>
        <p:txBody>
          <a:bodyPr lIns="0" tIns="0" rIns="0" bIns="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11" name="Slide Number Placeholder 5">
            <a:extLst>
              <a:ext uri="{FF2B5EF4-FFF2-40B4-BE49-F238E27FC236}">
                <a16:creationId xmlns:a16="http://schemas.microsoft.com/office/drawing/2014/main" id="{0341155B-2D19-49ED-A8C5-54F9768BE075}"/>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586923712"/>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pointers">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EEF578A6-0CF5-4E17-910B-7C67E58AB278}"/>
              </a:ext>
            </a:extLst>
          </p:cNvPr>
          <p:cNvSpPr/>
          <p:nvPr userDrawn="1"/>
        </p:nvSpPr>
        <p:spPr bwMode="invGray">
          <a:xfrm>
            <a:off x="332728" y="1120458"/>
            <a:ext cx="914400" cy="914400"/>
          </a:xfrm>
          <a:prstGeom prst="ellipse">
            <a:avLst/>
          </a:prstGeom>
          <a:gradFill flip="none" rotWithShape="1">
            <a:gsLst>
              <a:gs pos="25000">
                <a:schemeClr val="accent1">
                  <a:alpha val="0"/>
                </a:schemeClr>
              </a:gs>
              <a:gs pos="100000">
                <a:schemeClr val="accent1"/>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mj-lt"/>
            </a:endParaRPr>
          </a:p>
        </p:txBody>
      </p:sp>
      <p:sp>
        <p:nvSpPr>
          <p:cNvPr id="23" name="Oval 22">
            <a:extLst>
              <a:ext uri="{FF2B5EF4-FFF2-40B4-BE49-F238E27FC236}">
                <a16:creationId xmlns:a16="http://schemas.microsoft.com/office/drawing/2014/main" id="{B4A69D49-88CA-4168-827B-076392BB2441}"/>
              </a:ext>
            </a:extLst>
          </p:cNvPr>
          <p:cNvSpPr/>
          <p:nvPr userDrawn="1"/>
        </p:nvSpPr>
        <p:spPr bwMode="invGray">
          <a:xfrm>
            <a:off x="332728" y="2363529"/>
            <a:ext cx="914400" cy="914400"/>
          </a:xfrm>
          <a:prstGeom prst="ellipse">
            <a:avLst/>
          </a:prstGeom>
          <a:gradFill flip="none" rotWithShape="1">
            <a:gsLst>
              <a:gs pos="25000">
                <a:schemeClr val="accent2">
                  <a:alpha val="0"/>
                </a:schemeClr>
              </a:gs>
              <a:gs pos="100000">
                <a:schemeClr val="accent2"/>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mj-lt"/>
            </a:endParaRPr>
          </a:p>
        </p:txBody>
      </p:sp>
      <p:sp>
        <p:nvSpPr>
          <p:cNvPr id="25" name="Oval 24">
            <a:extLst>
              <a:ext uri="{FF2B5EF4-FFF2-40B4-BE49-F238E27FC236}">
                <a16:creationId xmlns:a16="http://schemas.microsoft.com/office/drawing/2014/main" id="{6008EED8-CF13-4BA3-9ABC-B01B8D81F6D5}"/>
              </a:ext>
            </a:extLst>
          </p:cNvPr>
          <p:cNvSpPr/>
          <p:nvPr userDrawn="1"/>
        </p:nvSpPr>
        <p:spPr bwMode="invGray">
          <a:xfrm>
            <a:off x="332728" y="3606600"/>
            <a:ext cx="914400" cy="914400"/>
          </a:xfrm>
          <a:prstGeom prst="ellipse">
            <a:avLst/>
          </a:prstGeom>
          <a:gradFill flip="none" rotWithShape="1">
            <a:gsLst>
              <a:gs pos="25000">
                <a:schemeClr val="accent3">
                  <a:alpha val="0"/>
                </a:schemeClr>
              </a:gs>
              <a:gs pos="100000">
                <a:schemeClr val="accent3"/>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mj-lt"/>
            </a:endParaRP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invGray">
          <a:xfrm>
            <a:off x="1402125" y="1074738"/>
            <a:ext cx="7406640" cy="1005840"/>
          </a:xfrm>
        </p:spPr>
        <p:txBody>
          <a:bodyPr lIns="0" tIns="0" rIns="0" bIns="0" anchor="ctr"/>
          <a:lstStyle>
            <a:lvl1pPr marL="182880" indent="-182880" algn="l">
              <a:buFont typeface="Arial" panose="020B0604020202020204" pitchFamily="34" charset="0"/>
              <a:buChar char="•"/>
              <a:defRPr sz="1200">
                <a:latin typeface="+mn-lt"/>
              </a:defRPr>
            </a:lvl1pPr>
          </a:lstStyle>
          <a:p>
            <a:pPr lvl="0"/>
            <a:r>
              <a:rPr lang="en-US"/>
              <a:t>Text</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invGray">
          <a:xfrm>
            <a:off x="1402125" y="2317809"/>
            <a:ext cx="7406640" cy="1005840"/>
          </a:xfrm>
        </p:spPr>
        <p:txBody>
          <a:bodyPr lIns="0" tIns="0" rIns="0" bIns="0" anchor="ctr"/>
          <a:lstStyle>
            <a:lvl1pPr marL="182880" indent="-182880" algn="l">
              <a:buFont typeface="Arial" panose="020B0604020202020204" pitchFamily="34" charset="0"/>
              <a:buChar char="•"/>
              <a:defRPr sz="1200">
                <a:latin typeface="+mn-lt"/>
              </a:defRPr>
            </a:lvl1pPr>
          </a:lstStyle>
          <a:p>
            <a:pPr lvl="0"/>
            <a:r>
              <a:rPr lang="en-US"/>
              <a:t>Text</a:t>
            </a:r>
          </a:p>
        </p:txBody>
      </p:sp>
      <p:sp>
        <p:nvSpPr>
          <p:cNvPr id="53" name="Text Placeholder 5">
            <a:extLst>
              <a:ext uri="{FF2B5EF4-FFF2-40B4-BE49-F238E27FC236}">
                <a16:creationId xmlns:a16="http://schemas.microsoft.com/office/drawing/2014/main" id="{51A44452-CBAC-4F3B-A256-C86AB53549C3}"/>
              </a:ext>
            </a:extLst>
          </p:cNvPr>
          <p:cNvSpPr>
            <a:spLocks noGrp="1"/>
          </p:cNvSpPr>
          <p:nvPr>
            <p:ph type="body" sz="quarter" idx="28" hasCustomPrompt="1"/>
          </p:nvPr>
        </p:nvSpPr>
        <p:spPr bwMode="invGray">
          <a:xfrm>
            <a:off x="1402125" y="3560880"/>
            <a:ext cx="7406640" cy="1005840"/>
          </a:xfrm>
        </p:spPr>
        <p:txBody>
          <a:bodyPr lIns="0" tIns="0" rIns="0" bIns="0" anchor="ctr"/>
          <a:lstStyle>
            <a:lvl1pPr marL="182880" indent="-182880" algn="l">
              <a:buFont typeface="Arial" panose="020B0604020202020204" pitchFamily="34" charset="0"/>
              <a:buChar char="•"/>
              <a:defRPr sz="1200">
                <a:latin typeface="+mn-lt"/>
              </a:defRPr>
            </a:lvl1pPr>
          </a:lstStyle>
          <a:p>
            <a:pPr lvl="0"/>
            <a:r>
              <a:rPr lang="en-US"/>
              <a:t>Text</a:t>
            </a:r>
          </a:p>
        </p:txBody>
      </p:sp>
      <p:sp>
        <p:nvSpPr>
          <p:cNvPr id="26" name="Text Placeholder 5">
            <a:extLst>
              <a:ext uri="{FF2B5EF4-FFF2-40B4-BE49-F238E27FC236}">
                <a16:creationId xmlns:a16="http://schemas.microsoft.com/office/drawing/2014/main" id="{F80B1E3F-4EBE-460F-9AB0-4C8CFFE5BEDE}"/>
              </a:ext>
            </a:extLst>
          </p:cNvPr>
          <p:cNvSpPr>
            <a:spLocks noGrp="1"/>
          </p:cNvSpPr>
          <p:nvPr>
            <p:ph type="body" sz="quarter" idx="35" hasCustomPrompt="1"/>
          </p:nvPr>
        </p:nvSpPr>
        <p:spPr bwMode="invGray">
          <a:xfrm>
            <a:off x="704969" y="1362215"/>
            <a:ext cx="169918"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1</a:t>
            </a:r>
          </a:p>
        </p:txBody>
      </p:sp>
      <p:sp>
        <p:nvSpPr>
          <p:cNvPr id="28" name="Text Placeholder 5">
            <a:extLst>
              <a:ext uri="{FF2B5EF4-FFF2-40B4-BE49-F238E27FC236}">
                <a16:creationId xmlns:a16="http://schemas.microsoft.com/office/drawing/2014/main" id="{4701CB5E-364C-4C21-BFA4-7310E2F21E11}"/>
              </a:ext>
            </a:extLst>
          </p:cNvPr>
          <p:cNvSpPr>
            <a:spLocks noGrp="1"/>
          </p:cNvSpPr>
          <p:nvPr>
            <p:ph type="body" sz="quarter" idx="36" hasCustomPrompt="1"/>
          </p:nvPr>
        </p:nvSpPr>
        <p:spPr bwMode="invGray">
          <a:xfrm>
            <a:off x="691343" y="2605286"/>
            <a:ext cx="197170"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2</a:t>
            </a:r>
          </a:p>
        </p:txBody>
      </p:sp>
      <p:sp>
        <p:nvSpPr>
          <p:cNvPr id="31" name="Text Placeholder 5">
            <a:extLst>
              <a:ext uri="{FF2B5EF4-FFF2-40B4-BE49-F238E27FC236}">
                <a16:creationId xmlns:a16="http://schemas.microsoft.com/office/drawing/2014/main" id="{5661BFBD-5CAA-4C36-A3D0-3A86A9BCFCD5}"/>
              </a:ext>
            </a:extLst>
          </p:cNvPr>
          <p:cNvSpPr>
            <a:spLocks noGrp="1"/>
          </p:cNvSpPr>
          <p:nvPr>
            <p:ph type="body" sz="quarter" idx="37" hasCustomPrompt="1"/>
          </p:nvPr>
        </p:nvSpPr>
        <p:spPr bwMode="invGray">
          <a:xfrm>
            <a:off x="691343" y="3848357"/>
            <a:ext cx="197170"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3</a:t>
            </a:r>
          </a:p>
        </p:txBody>
      </p:sp>
      <p:sp>
        <p:nvSpPr>
          <p:cNvPr id="13" name="Slide Number Placeholder 5">
            <a:extLst>
              <a:ext uri="{FF2B5EF4-FFF2-40B4-BE49-F238E27FC236}">
                <a16:creationId xmlns:a16="http://schemas.microsoft.com/office/drawing/2014/main" id="{B5894463-D529-40B8-926A-EBE214C16C43}"/>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967739908"/>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pointers">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EECA5578-48F8-48F0-B63A-6207C42776B7}"/>
              </a:ext>
            </a:extLst>
          </p:cNvPr>
          <p:cNvSpPr/>
          <p:nvPr userDrawn="1"/>
        </p:nvSpPr>
        <p:spPr bwMode="invGray">
          <a:xfrm>
            <a:off x="332728" y="2820574"/>
            <a:ext cx="914400" cy="914400"/>
          </a:xfrm>
          <a:prstGeom prst="ellipse">
            <a:avLst/>
          </a:prstGeom>
          <a:gradFill flip="none" rotWithShape="1">
            <a:gsLst>
              <a:gs pos="25000">
                <a:schemeClr val="accent2">
                  <a:alpha val="0"/>
                </a:schemeClr>
              </a:gs>
              <a:gs pos="100000">
                <a:schemeClr val="accent2"/>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mj-lt"/>
            </a:endParaRPr>
          </a:p>
        </p:txBody>
      </p:sp>
      <p:sp>
        <p:nvSpPr>
          <p:cNvPr id="23" name="Oval 22">
            <a:extLst>
              <a:ext uri="{FF2B5EF4-FFF2-40B4-BE49-F238E27FC236}">
                <a16:creationId xmlns:a16="http://schemas.microsoft.com/office/drawing/2014/main" id="{5A7ECD16-5800-4004-A2E1-80FD33B55E31}"/>
              </a:ext>
            </a:extLst>
          </p:cNvPr>
          <p:cNvSpPr/>
          <p:nvPr userDrawn="1"/>
        </p:nvSpPr>
        <p:spPr bwMode="invGray">
          <a:xfrm>
            <a:off x="4656154" y="2820574"/>
            <a:ext cx="914400" cy="914400"/>
          </a:xfrm>
          <a:prstGeom prst="ellipse">
            <a:avLst/>
          </a:prstGeom>
          <a:gradFill flip="none" rotWithShape="1">
            <a:gsLst>
              <a:gs pos="25000">
                <a:schemeClr val="accent4">
                  <a:alpha val="0"/>
                </a:schemeClr>
              </a:gs>
              <a:gs pos="100000">
                <a:schemeClr val="accent4"/>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mj-lt"/>
            </a:endParaRPr>
          </a:p>
        </p:txBody>
      </p:sp>
      <p:sp>
        <p:nvSpPr>
          <p:cNvPr id="25" name="Oval 24">
            <a:extLst>
              <a:ext uri="{FF2B5EF4-FFF2-40B4-BE49-F238E27FC236}">
                <a16:creationId xmlns:a16="http://schemas.microsoft.com/office/drawing/2014/main" id="{E46CDADF-D8FC-4F51-804A-F053CD8807F3}"/>
              </a:ext>
            </a:extLst>
          </p:cNvPr>
          <p:cNvSpPr/>
          <p:nvPr userDrawn="1"/>
        </p:nvSpPr>
        <p:spPr bwMode="invGray">
          <a:xfrm>
            <a:off x="4656154" y="969234"/>
            <a:ext cx="914400" cy="914400"/>
          </a:xfrm>
          <a:prstGeom prst="ellipse">
            <a:avLst/>
          </a:prstGeom>
          <a:gradFill flip="none" rotWithShape="1">
            <a:gsLst>
              <a:gs pos="25000">
                <a:schemeClr val="accent3">
                  <a:alpha val="0"/>
                </a:schemeClr>
              </a:gs>
              <a:gs pos="100000">
                <a:schemeClr val="accent3"/>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mj-lt"/>
            </a:endParaRPr>
          </a:p>
        </p:txBody>
      </p:sp>
      <p:sp>
        <p:nvSpPr>
          <p:cNvPr id="26" name="Oval 25">
            <a:extLst>
              <a:ext uri="{FF2B5EF4-FFF2-40B4-BE49-F238E27FC236}">
                <a16:creationId xmlns:a16="http://schemas.microsoft.com/office/drawing/2014/main" id="{9077E065-72E5-4934-9A50-2319553E0BD6}"/>
              </a:ext>
            </a:extLst>
          </p:cNvPr>
          <p:cNvSpPr/>
          <p:nvPr userDrawn="1"/>
        </p:nvSpPr>
        <p:spPr bwMode="invGray">
          <a:xfrm>
            <a:off x="332728" y="969234"/>
            <a:ext cx="914400" cy="914400"/>
          </a:xfrm>
          <a:prstGeom prst="ellipse">
            <a:avLst/>
          </a:prstGeom>
          <a:gradFill flip="none" rotWithShape="1">
            <a:gsLst>
              <a:gs pos="25000">
                <a:schemeClr val="accent1">
                  <a:alpha val="0"/>
                </a:schemeClr>
              </a:gs>
              <a:gs pos="100000">
                <a:schemeClr val="accent1"/>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mj-lt"/>
            </a:endParaRP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invGray">
          <a:xfrm>
            <a:off x="1349373" y="1162658"/>
            <a:ext cx="3108960" cy="155448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invGray">
          <a:xfrm>
            <a:off x="5692529" y="1162658"/>
            <a:ext cx="3108960" cy="155448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63" name="Text Placeholder 5">
            <a:extLst>
              <a:ext uri="{FF2B5EF4-FFF2-40B4-BE49-F238E27FC236}">
                <a16:creationId xmlns:a16="http://schemas.microsoft.com/office/drawing/2014/main" id="{25151AA9-F1AE-42EA-81BD-CE6A771801E4}"/>
              </a:ext>
            </a:extLst>
          </p:cNvPr>
          <p:cNvSpPr>
            <a:spLocks noGrp="1"/>
          </p:cNvSpPr>
          <p:nvPr>
            <p:ph type="body" sz="quarter" idx="32" hasCustomPrompt="1"/>
          </p:nvPr>
        </p:nvSpPr>
        <p:spPr bwMode="invGray">
          <a:xfrm>
            <a:off x="1349373" y="3014000"/>
            <a:ext cx="3108960" cy="155448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64" name="Text Placeholder 5">
            <a:extLst>
              <a:ext uri="{FF2B5EF4-FFF2-40B4-BE49-F238E27FC236}">
                <a16:creationId xmlns:a16="http://schemas.microsoft.com/office/drawing/2014/main" id="{84591BF7-D684-400E-ADB3-8BA8566583A4}"/>
              </a:ext>
            </a:extLst>
          </p:cNvPr>
          <p:cNvSpPr>
            <a:spLocks noGrp="1"/>
          </p:cNvSpPr>
          <p:nvPr>
            <p:ph type="body" sz="quarter" idx="33" hasCustomPrompt="1"/>
          </p:nvPr>
        </p:nvSpPr>
        <p:spPr bwMode="invGray">
          <a:xfrm>
            <a:off x="5692529" y="3014000"/>
            <a:ext cx="3108960" cy="155448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28" name="Text Placeholder 5">
            <a:extLst>
              <a:ext uri="{FF2B5EF4-FFF2-40B4-BE49-F238E27FC236}">
                <a16:creationId xmlns:a16="http://schemas.microsoft.com/office/drawing/2014/main" id="{7D219C71-7DFD-48A6-947F-3615F84EA79D}"/>
              </a:ext>
            </a:extLst>
          </p:cNvPr>
          <p:cNvSpPr>
            <a:spLocks noGrp="1"/>
          </p:cNvSpPr>
          <p:nvPr>
            <p:ph type="body" sz="quarter" idx="35" hasCustomPrompt="1"/>
          </p:nvPr>
        </p:nvSpPr>
        <p:spPr bwMode="invGray">
          <a:xfrm>
            <a:off x="704969" y="1210991"/>
            <a:ext cx="169918"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1</a:t>
            </a:r>
          </a:p>
        </p:txBody>
      </p:sp>
      <p:sp>
        <p:nvSpPr>
          <p:cNvPr id="31" name="Text Placeholder 5">
            <a:extLst>
              <a:ext uri="{FF2B5EF4-FFF2-40B4-BE49-F238E27FC236}">
                <a16:creationId xmlns:a16="http://schemas.microsoft.com/office/drawing/2014/main" id="{AFEC8A96-BE1D-46F4-B8D3-623534550827}"/>
              </a:ext>
            </a:extLst>
          </p:cNvPr>
          <p:cNvSpPr>
            <a:spLocks noGrp="1"/>
          </p:cNvSpPr>
          <p:nvPr>
            <p:ph type="body" sz="quarter" idx="36" hasCustomPrompt="1"/>
          </p:nvPr>
        </p:nvSpPr>
        <p:spPr bwMode="invGray">
          <a:xfrm>
            <a:off x="691343" y="3062331"/>
            <a:ext cx="197170"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2</a:t>
            </a:r>
          </a:p>
        </p:txBody>
      </p:sp>
      <p:sp>
        <p:nvSpPr>
          <p:cNvPr id="32" name="Text Placeholder 5">
            <a:extLst>
              <a:ext uri="{FF2B5EF4-FFF2-40B4-BE49-F238E27FC236}">
                <a16:creationId xmlns:a16="http://schemas.microsoft.com/office/drawing/2014/main" id="{AD18C644-4CF1-429A-9B90-F7ED19A34A93}"/>
              </a:ext>
            </a:extLst>
          </p:cNvPr>
          <p:cNvSpPr>
            <a:spLocks noGrp="1"/>
          </p:cNvSpPr>
          <p:nvPr>
            <p:ph type="body" sz="quarter" idx="37" hasCustomPrompt="1"/>
          </p:nvPr>
        </p:nvSpPr>
        <p:spPr bwMode="invGray">
          <a:xfrm>
            <a:off x="5014769" y="1210991"/>
            <a:ext cx="197170"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3</a:t>
            </a:r>
          </a:p>
        </p:txBody>
      </p:sp>
      <p:sp>
        <p:nvSpPr>
          <p:cNvPr id="33" name="Text Placeholder 5">
            <a:extLst>
              <a:ext uri="{FF2B5EF4-FFF2-40B4-BE49-F238E27FC236}">
                <a16:creationId xmlns:a16="http://schemas.microsoft.com/office/drawing/2014/main" id="{77BF248C-7C12-48A0-9663-31D29549B2F1}"/>
              </a:ext>
            </a:extLst>
          </p:cNvPr>
          <p:cNvSpPr>
            <a:spLocks noGrp="1"/>
          </p:cNvSpPr>
          <p:nvPr>
            <p:ph type="body" sz="quarter" idx="38" hasCustomPrompt="1"/>
          </p:nvPr>
        </p:nvSpPr>
        <p:spPr bwMode="invGray">
          <a:xfrm>
            <a:off x="5012365" y="3062331"/>
            <a:ext cx="201979"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4</a:t>
            </a:r>
          </a:p>
        </p:txBody>
      </p:sp>
      <p:sp>
        <p:nvSpPr>
          <p:cNvPr id="16" name="Slide Number Placeholder 5">
            <a:extLst>
              <a:ext uri="{FF2B5EF4-FFF2-40B4-BE49-F238E27FC236}">
                <a16:creationId xmlns:a16="http://schemas.microsoft.com/office/drawing/2014/main" id="{5B88C9EE-086C-480A-8380-2FF43EA9AB6C}"/>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097481113"/>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ur pointers 2">
    <p:spTree>
      <p:nvGrpSpPr>
        <p:cNvPr id="1" name=""/>
        <p:cNvGrpSpPr/>
        <p:nvPr/>
      </p:nvGrpSpPr>
      <p:grpSpPr>
        <a:xfrm>
          <a:off x="0" y="0"/>
          <a:ext cx="0" cy="0"/>
          <a:chOff x="0" y="0"/>
          <a:chExt cx="0" cy="0"/>
        </a:xfrm>
      </p:grpSpPr>
      <p:sp>
        <p:nvSpPr>
          <p:cNvPr id="38" name="Oval 37">
            <a:extLst>
              <a:ext uri="{FF2B5EF4-FFF2-40B4-BE49-F238E27FC236}">
                <a16:creationId xmlns:a16="http://schemas.microsoft.com/office/drawing/2014/main" id="{8B69CA36-CE59-4393-97E4-CD163469E8A7}"/>
              </a:ext>
            </a:extLst>
          </p:cNvPr>
          <p:cNvSpPr/>
          <p:nvPr userDrawn="1"/>
        </p:nvSpPr>
        <p:spPr bwMode="invGray">
          <a:xfrm>
            <a:off x="332728" y="1984877"/>
            <a:ext cx="779099" cy="779099"/>
          </a:xfrm>
          <a:prstGeom prst="ellipse">
            <a:avLst/>
          </a:prstGeom>
          <a:gradFill flip="none" rotWithShape="1">
            <a:gsLst>
              <a:gs pos="39800">
                <a:schemeClr val="bg1">
                  <a:alpha val="12000"/>
                </a:schemeClr>
              </a:gs>
              <a:gs pos="0">
                <a:schemeClr val="bg1"/>
              </a:gs>
              <a:gs pos="77000">
                <a:schemeClr val="accent2"/>
              </a:gs>
            </a:gsLst>
            <a:path path="circle">
              <a:fillToRect l="50000" t="50000" r="50000" b="50000"/>
            </a:path>
            <a:tileRect/>
          </a:gradFill>
          <a:ln w="19050">
            <a:noFill/>
            <a:prstDash val="sysDot"/>
          </a:ln>
        </p:spPr>
        <p:style>
          <a:lnRef idx="2">
            <a:schemeClr val="accent1">
              <a:shade val="50000"/>
            </a:schemeClr>
          </a:lnRef>
          <a:fillRef idx="1">
            <a:schemeClr val="accent1"/>
          </a:fillRef>
          <a:effectRef idx="0">
            <a:schemeClr val="accent1"/>
          </a:effectRef>
          <a:fontRef idx="minor">
            <a:schemeClr val="lt1"/>
          </a:fontRef>
        </p:style>
        <p:txBody>
          <a:bodyPr bIns="137160" rtlCol="0" anchor="ctr"/>
          <a:lstStyle/>
          <a:p>
            <a:pPr algn="ctr"/>
            <a:endParaRPr lang="en-US" sz="2800">
              <a:solidFill>
                <a:schemeClr val="tx1"/>
              </a:solidFill>
              <a:latin typeface="+mj-lt"/>
            </a:endParaRPr>
          </a:p>
        </p:txBody>
      </p:sp>
      <p:sp>
        <p:nvSpPr>
          <p:cNvPr id="39" name="Oval 38">
            <a:extLst>
              <a:ext uri="{FF2B5EF4-FFF2-40B4-BE49-F238E27FC236}">
                <a16:creationId xmlns:a16="http://schemas.microsoft.com/office/drawing/2014/main" id="{99A51914-D29A-48D3-A5EB-AB68A7A3F9D9}"/>
              </a:ext>
            </a:extLst>
          </p:cNvPr>
          <p:cNvSpPr/>
          <p:nvPr userDrawn="1"/>
        </p:nvSpPr>
        <p:spPr bwMode="invGray">
          <a:xfrm>
            <a:off x="332728" y="3792901"/>
            <a:ext cx="779099" cy="779099"/>
          </a:xfrm>
          <a:prstGeom prst="ellipse">
            <a:avLst/>
          </a:prstGeom>
          <a:gradFill flip="none" rotWithShape="1">
            <a:gsLst>
              <a:gs pos="39800">
                <a:schemeClr val="bg1">
                  <a:alpha val="12000"/>
                </a:schemeClr>
              </a:gs>
              <a:gs pos="0">
                <a:schemeClr val="bg1"/>
              </a:gs>
              <a:gs pos="77000">
                <a:schemeClr val="accent4"/>
              </a:gs>
            </a:gsLst>
            <a:path path="circle">
              <a:fillToRect l="50000" t="50000" r="50000" b="50000"/>
            </a:path>
            <a:tileRect/>
          </a:gradFill>
          <a:ln w="19050">
            <a:noFill/>
            <a:prstDash val="sysDot"/>
          </a:ln>
        </p:spPr>
        <p:style>
          <a:lnRef idx="2">
            <a:schemeClr val="accent1">
              <a:shade val="50000"/>
            </a:schemeClr>
          </a:lnRef>
          <a:fillRef idx="1">
            <a:schemeClr val="accent1"/>
          </a:fillRef>
          <a:effectRef idx="0">
            <a:schemeClr val="accent1"/>
          </a:effectRef>
          <a:fontRef idx="minor">
            <a:schemeClr val="lt1"/>
          </a:fontRef>
        </p:style>
        <p:txBody>
          <a:bodyPr bIns="137160" rtlCol="0" anchor="ctr"/>
          <a:lstStyle/>
          <a:p>
            <a:pPr algn="ctr"/>
            <a:endParaRPr lang="en-US" sz="2800">
              <a:solidFill>
                <a:schemeClr val="tx1"/>
              </a:solidFill>
              <a:latin typeface="+mj-lt"/>
            </a:endParaRPr>
          </a:p>
        </p:txBody>
      </p:sp>
      <p:sp>
        <p:nvSpPr>
          <p:cNvPr id="40" name="Oval 39">
            <a:extLst>
              <a:ext uri="{FF2B5EF4-FFF2-40B4-BE49-F238E27FC236}">
                <a16:creationId xmlns:a16="http://schemas.microsoft.com/office/drawing/2014/main" id="{34D19F3C-CD6E-4A54-9827-D89932A9E806}"/>
              </a:ext>
            </a:extLst>
          </p:cNvPr>
          <p:cNvSpPr/>
          <p:nvPr userDrawn="1"/>
        </p:nvSpPr>
        <p:spPr bwMode="invGray">
          <a:xfrm>
            <a:off x="332728" y="2888889"/>
            <a:ext cx="779099" cy="779099"/>
          </a:xfrm>
          <a:prstGeom prst="ellipse">
            <a:avLst/>
          </a:prstGeom>
          <a:gradFill flip="none" rotWithShape="1">
            <a:gsLst>
              <a:gs pos="39800">
                <a:schemeClr val="bg1">
                  <a:alpha val="12000"/>
                </a:schemeClr>
              </a:gs>
              <a:gs pos="0">
                <a:schemeClr val="bg1"/>
              </a:gs>
              <a:gs pos="77000">
                <a:schemeClr val="accent3"/>
              </a:gs>
            </a:gsLst>
            <a:path path="circle">
              <a:fillToRect l="50000" t="50000" r="50000" b="50000"/>
            </a:path>
            <a:tileRect/>
          </a:gradFill>
          <a:ln w="19050">
            <a:noFill/>
            <a:prstDash val="sysDot"/>
          </a:ln>
        </p:spPr>
        <p:style>
          <a:lnRef idx="2">
            <a:schemeClr val="accent1">
              <a:shade val="50000"/>
            </a:schemeClr>
          </a:lnRef>
          <a:fillRef idx="1">
            <a:schemeClr val="accent1"/>
          </a:fillRef>
          <a:effectRef idx="0">
            <a:schemeClr val="accent1"/>
          </a:effectRef>
          <a:fontRef idx="minor">
            <a:schemeClr val="lt1"/>
          </a:fontRef>
        </p:style>
        <p:txBody>
          <a:bodyPr bIns="137160" rtlCol="0" anchor="ctr"/>
          <a:lstStyle/>
          <a:p>
            <a:pPr algn="ctr"/>
            <a:endParaRPr lang="en-US" sz="2800">
              <a:solidFill>
                <a:schemeClr val="tx1"/>
              </a:solidFill>
              <a:latin typeface="+mj-lt"/>
            </a:endParaRP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2" name="Oval 21">
            <a:extLst>
              <a:ext uri="{FF2B5EF4-FFF2-40B4-BE49-F238E27FC236}">
                <a16:creationId xmlns:a16="http://schemas.microsoft.com/office/drawing/2014/main" id="{77C88163-9478-4FC6-9CAA-991EE3808E7B}"/>
              </a:ext>
            </a:extLst>
          </p:cNvPr>
          <p:cNvSpPr/>
          <p:nvPr userDrawn="1"/>
        </p:nvSpPr>
        <p:spPr bwMode="invGray">
          <a:xfrm>
            <a:off x="332728" y="1077802"/>
            <a:ext cx="779099" cy="779099"/>
          </a:xfrm>
          <a:prstGeom prst="ellipse">
            <a:avLst/>
          </a:prstGeom>
          <a:gradFill flip="none" rotWithShape="1">
            <a:gsLst>
              <a:gs pos="40000">
                <a:schemeClr val="bg1">
                  <a:alpha val="12000"/>
                </a:schemeClr>
              </a:gs>
              <a:gs pos="0">
                <a:schemeClr val="bg1"/>
              </a:gs>
              <a:gs pos="77000">
                <a:schemeClr val="accent1"/>
              </a:gs>
            </a:gsLst>
            <a:path path="circle">
              <a:fillToRect l="50000" t="50000" r="50000" b="50000"/>
            </a:path>
            <a:tileRect/>
          </a:gradFill>
          <a:ln w="19050">
            <a:noFill/>
            <a:prstDash val="sysDot"/>
          </a:ln>
        </p:spPr>
        <p:style>
          <a:lnRef idx="2">
            <a:schemeClr val="accent1">
              <a:shade val="50000"/>
            </a:schemeClr>
          </a:lnRef>
          <a:fillRef idx="1">
            <a:schemeClr val="accent1"/>
          </a:fillRef>
          <a:effectRef idx="0">
            <a:schemeClr val="accent1"/>
          </a:effectRef>
          <a:fontRef idx="minor">
            <a:schemeClr val="lt1"/>
          </a:fontRef>
        </p:style>
        <p:txBody>
          <a:bodyPr bIns="137160" rtlCol="0" anchor="ctr"/>
          <a:lstStyle/>
          <a:p>
            <a:pPr algn="ctr"/>
            <a:endParaRPr lang="en-US" sz="2800">
              <a:solidFill>
                <a:schemeClr val="tx1"/>
              </a:solidFill>
              <a:latin typeface="+mj-lt"/>
            </a:endParaRPr>
          </a:p>
        </p:txBody>
      </p:sp>
      <p:sp>
        <p:nvSpPr>
          <p:cNvPr id="28" name="Text Placeholder 5">
            <a:extLst>
              <a:ext uri="{FF2B5EF4-FFF2-40B4-BE49-F238E27FC236}">
                <a16:creationId xmlns:a16="http://schemas.microsoft.com/office/drawing/2014/main" id="{15D7A6A0-17BF-4668-B1DB-1152BB7616D4}"/>
              </a:ext>
            </a:extLst>
          </p:cNvPr>
          <p:cNvSpPr>
            <a:spLocks noGrp="1"/>
          </p:cNvSpPr>
          <p:nvPr>
            <p:ph type="body" sz="quarter" idx="35" hasCustomPrompt="1"/>
          </p:nvPr>
        </p:nvSpPr>
        <p:spPr bwMode="invGray">
          <a:xfrm>
            <a:off x="637318" y="1251908"/>
            <a:ext cx="169918"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1</a:t>
            </a:r>
          </a:p>
        </p:txBody>
      </p:sp>
      <p:sp>
        <p:nvSpPr>
          <p:cNvPr id="31" name="Text Placeholder 5">
            <a:extLst>
              <a:ext uri="{FF2B5EF4-FFF2-40B4-BE49-F238E27FC236}">
                <a16:creationId xmlns:a16="http://schemas.microsoft.com/office/drawing/2014/main" id="{DEC47592-CDD0-4868-BD9F-72EDB7CC8322}"/>
              </a:ext>
            </a:extLst>
          </p:cNvPr>
          <p:cNvSpPr>
            <a:spLocks noGrp="1"/>
          </p:cNvSpPr>
          <p:nvPr>
            <p:ph type="body" sz="quarter" idx="36" hasCustomPrompt="1"/>
          </p:nvPr>
        </p:nvSpPr>
        <p:spPr bwMode="invGray">
          <a:xfrm>
            <a:off x="623692" y="2158983"/>
            <a:ext cx="197170"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2</a:t>
            </a:r>
          </a:p>
        </p:txBody>
      </p:sp>
      <p:sp>
        <p:nvSpPr>
          <p:cNvPr id="32" name="Text Placeholder 5">
            <a:extLst>
              <a:ext uri="{FF2B5EF4-FFF2-40B4-BE49-F238E27FC236}">
                <a16:creationId xmlns:a16="http://schemas.microsoft.com/office/drawing/2014/main" id="{5C7B62DC-86F4-4502-9466-F3A722AEC63E}"/>
              </a:ext>
            </a:extLst>
          </p:cNvPr>
          <p:cNvSpPr>
            <a:spLocks noGrp="1"/>
          </p:cNvSpPr>
          <p:nvPr>
            <p:ph type="body" sz="quarter" idx="37" hasCustomPrompt="1"/>
          </p:nvPr>
        </p:nvSpPr>
        <p:spPr bwMode="invGray">
          <a:xfrm>
            <a:off x="623692" y="3062995"/>
            <a:ext cx="197170"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3</a:t>
            </a:r>
          </a:p>
        </p:txBody>
      </p:sp>
      <p:sp>
        <p:nvSpPr>
          <p:cNvPr id="33" name="Text Placeholder 5">
            <a:extLst>
              <a:ext uri="{FF2B5EF4-FFF2-40B4-BE49-F238E27FC236}">
                <a16:creationId xmlns:a16="http://schemas.microsoft.com/office/drawing/2014/main" id="{D27B0307-EDD1-461D-87F5-849AAABA7B18}"/>
              </a:ext>
            </a:extLst>
          </p:cNvPr>
          <p:cNvSpPr>
            <a:spLocks noGrp="1"/>
          </p:cNvSpPr>
          <p:nvPr>
            <p:ph type="body" sz="quarter" idx="38" hasCustomPrompt="1"/>
          </p:nvPr>
        </p:nvSpPr>
        <p:spPr bwMode="invGray">
          <a:xfrm>
            <a:off x="621288" y="3967007"/>
            <a:ext cx="201979"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4</a:t>
            </a:r>
          </a:p>
        </p:txBody>
      </p:sp>
      <p:sp>
        <p:nvSpPr>
          <p:cNvPr id="34" name="Text Placeholder 5">
            <a:extLst>
              <a:ext uri="{FF2B5EF4-FFF2-40B4-BE49-F238E27FC236}">
                <a16:creationId xmlns:a16="http://schemas.microsoft.com/office/drawing/2014/main" id="{1F762FAA-9C21-4066-9192-FC1DE4FEAB09}"/>
              </a:ext>
            </a:extLst>
          </p:cNvPr>
          <p:cNvSpPr>
            <a:spLocks noGrp="1"/>
          </p:cNvSpPr>
          <p:nvPr>
            <p:ph type="body" sz="quarter" idx="13" hasCustomPrompt="1"/>
          </p:nvPr>
        </p:nvSpPr>
        <p:spPr bwMode="invGray">
          <a:xfrm>
            <a:off x="1266092" y="1078731"/>
            <a:ext cx="7543800" cy="777240"/>
          </a:xfrm>
        </p:spPr>
        <p:txBody>
          <a:bodyPr lIns="0" tIns="0" rIns="0" bIns="0" anchor="ctr"/>
          <a:lstStyle>
            <a:lvl1pPr marL="0" indent="0" algn="l">
              <a:buFont typeface="Arial" panose="020B0604020202020204" pitchFamily="34" charset="0"/>
              <a:buNone/>
              <a:defRPr sz="1200">
                <a:latin typeface="+mn-lt"/>
              </a:defRPr>
            </a:lvl1pPr>
          </a:lstStyle>
          <a:p>
            <a:pPr lvl="0"/>
            <a:r>
              <a:rPr lang="en-US"/>
              <a:t>Text</a:t>
            </a:r>
          </a:p>
        </p:txBody>
      </p:sp>
      <p:sp>
        <p:nvSpPr>
          <p:cNvPr id="35" name="Text Placeholder 5">
            <a:extLst>
              <a:ext uri="{FF2B5EF4-FFF2-40B4-BE49-F238E27FC236}">
                <a16:creationId xmlns:a16="http://schemas.microsoft.com/office/drawing/2014/main" id="{42EFFB73-47C6-4A28-BD0B-C885575AE15C}"/>
              </a:ext>
            </a:extLst>
          </p:cNvPr>
          <p:cNvSpPr>
            <a:spLocks noGrp="1"/>
          </p:cNvSpPr>
          <p:nvPr>
            <p:ph type="body" sz="quarter" idx="39" hasCustomPrompt="1"/>
          </p:nvPr>
        </p:nvSpPr>
        <p:spPr bwMode="invGray">
          <a:xfrm>
            <a:off x="1266092" y="1984074"/>
            <a:ext cx="7543800" cy="777240"/>
          </a:xfrm>
        </p:spPr>
        <p:txBody>
          <a:bodyPr lIns="0" tIns="0" rIns="0" bIns="0" anchor="ctr"/>
          <a:lstStyle>
            <a:lvl1pPr marL="0" indent="0" algn="l">
              <a:buFont typeface="Arial" panose="020B0604020202020204" pitchFamily="34" charset="0"/>
              <a:buNone/>
              <a:defRPr sz="1200">
                <a:latin typeface="+mn-lt"/>
              </a:defRPr>
            </a:lvl1pPr>
          </a:lstStyle>
          <a:p>
            <a:pPr lvl="0"/>
            <a:r>
              <a:rPr lang="en-US"/>
              <a:t>Text</a:t>
            </a:r>
          </a:p>
        </p:txBody>
      </p:sp>
      <p:sp>
        <p:nvSpPr>
          <p:cNvPr id="36" name="Text Placeholder 5">
            <a:extLst>
              <a:ext uri="{FF2B5EF4-FFF2-40B4-BE49-F238E27FC236}">
                <a16:creationId xmlns:a16="http://schemas.microsoft.com/office/drawing/2014/main" id="{B03CF380-C024-4E2C-8056-0E78DD8C9318}"/>
              </a:ext>
            </a:extLst>
          </p:cNvPr>
          <p:cNvSpPr>
            <a:spLocks noGrp="1"/>
          </p:cNvSpPr>
          <p:nvPr>
            <p:ph type="body" sz="quarter" idx="40" hasCustomPrompt="1"/>
          </p:nvPr>
        </p:nvSpPr>
        <p:spPr bwMode="invGray">
          <a:xfrm>
            <a:off x="1266092" y="2889417"/>
            <a:ext cx="7543800" cy="777240"/>
          </a:xfrm>
        </p:spPr>
        <p:txBody>
          <a:bodyPr lIns="0" tIns="0" rIns="0" bIns="0" anchor="ctr"/>
          <a:lstStyle>
            <a:lvl1pPr marL="0" indent="0" algn="l">
              <a:buFont typeface="Arial" panose="020B0604020202020204" pitchFamily="34" charset="0"/>
              <a:buNone/>
              <a:defRPr sz="1200">
                <a:latin typeface="+mn-lt"/>
              </a:defRPr>
            </a:lvl1pPr>
          </a:lstStyle>
          <a:p>
            <a:pPr lvl="0"/>
            <a:r>
              <a:rPr lang="en-US"/>
              <a:t>Text</a:t>
            </a:r>
          </a:p>
        </p:txBody>
      </p:sp>
      <p:sp>
        <p:nvSpPr>
          <p:cNvPr id="37" name="Text Placeholder 5">
            <a:extLst>
              <a:ext uri="{FF2B5EF4-FFF2-40B4-BE49-F238E27FC236}">
                <a16:creationId xmlns:a16="http://schemas.microsoft.com/office/drawing/2014/main" id="{53462861-EF4E-4EFC-8601-5C62CE30AB66}"/>
              </a:ext>
            </a:extLst>
          </p:cNvPr>
          <p:cNvSpPr>
            <a:spLocks noGrp="1"/>
          </p:cNvSpPr>
          <p:nvPr>
            <p:ph type="body" sz="quarter" idx="41" hasCustomPrompt="1"/>
          </p:nvPr>
        </p:nvSpPr>
        <p:spPr bwMode="invGray">
          <a:xfrm>
            <a:off x="1266092" y="3793830"/>
            <a:ext cx="7543800" cy="777240"/>
          </a:xfrm>
        </p:spPr>
        <p:txBody>
          <a:bodyPr lIns="0" tIns="0" rIns="0" bIns="0" anchor="ctr"/>
          <a:lstStyle>
            <a:lvl1pPr marL="0" indent="0" algn="l">
              <a:buFont typeface="Arial" panose="020B0604020202020204" pitchFamily="34" charset="0"/>
              <a:buNone/>
              <a:defRPr sz="1200">
                <a:latin typeface="+mn-lt"/>
              </a:defRPr>
            </a:lvl1pPr>
          </a:lstStyle>
          <a:p>
            <a:pPr lvl="0"/>
            <a:r>
              <a:rPr lang="en-US"/>
              <a:t>Text</a:t>
            </a:r>
          </a:p>
        </p:txBody>
      </p:sp>
      <p:sp>
        <p:nvSpPr>
          <p:cNvPr id="16" name="Slide Number Placeholder 5">
            <a:extLst>
              <a:ext uri="{FF2B5EF4-FFF2-40B4-BE49-F238E27FC236}">
                <a16:creationId xmlns:a16="http://schemas.microsoft.com/office/drawing/2014/main" id="{FC45DD8E-521A-4FC7-8643-56015F911E69}"/>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243457111"/>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titles">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863FB3A0-AAAC-4191-B457-22FBE9D6EC4E}"/>
              </a:ext>
            </a:extLst>
          </p:cNvPr>
          <p:cNvSpPr txBox="1"/>
          <p:nvPr userDrawn="1"/>
        </p:nvSpPr>
        <p:spPr bwMode="invGray">
          <a:xfrm>
            <a:off x="323851" y="1080468"/>
            <a:ext cx="4160520" cy="548640"/>
          </a:xfrm>
          <a:prstGeom prst="rect">
            <a:avLst/>
          </a:prstGeom>
          <a:gradFill flip="none" rotWithShape="1">
            <a:gsLst>
              <a:gs pos="0">
                <a:schemeClr val="accent1">
                  <a:alpha val="0"/>
                </a:schemeClr>
              </a:gs>
              <a:gs pos="100000">
                <a:schemeClr val="accent1"/>
              </a:gs>
            </a:gsLst>
            <a:lin ang="16200000" scaled="1"/>
            <a:tileRect/>
          </a:gradFill>
        </p:spPr>
        <p:txBody>
          <a:bodyPr wrap="none" lIns="0" tIns="91440" rIns="0" bIns="0" rtlCol="0" anchor="t" anchorCtr="0">
            <a:noAutofit/>
          </a:bodyPr>
          <a:lstStyle/>
          <a:p>
            <a:pPr algn="ctr"/>
            <a:endParaRPr lang="en-US" sz="1600">
              <a:latin typeface="+mj-lt"/>
            </a:endParaRPr>
          </a:p>
        </p:txBody>
      </p:sp>
      <p:sp>
        <p:nvSpPr>
          <p:cNvPr id="28" name="TextBox 27">
            <a:extLst>
              <a:ext uri="{FF2B5EF4-FFF2-40B4-BE49-F238E27FC236}">
                <a16:creationId xmlns:a16="http://schemas.microsoft.com/office/drawing/2014/main" id="{88644FCC-2D7D-4A92-A351-05D1EECE4B58}"/>
              </a:ext>
            </a:extLst>
          </p:cNvPr>
          <p:cNvSpPr txBox="1"/>
          <p:nvPr userDrawn="1"/>
        </p:nvSpPr>
        <p:spPr bwMode="invGray">
          <a:xfrm>
            <a:off x="4644488" y="1080468"/>
            <a:ext cx="4160520" cy="548640"/>
          </a:xfrm>
          <a:prstGeom prst="rect">
            <a:avLst/>
          </a:prstGeom>
          <a:gradFill flip="none" rotWithShape="1">
            <a:gsLst>
              <a:gs pos="0">
                <a:schemeClr val="accent4">
                  <a:alpha val="0"/>
                </a:schemeClr>
              </a:gs>
              <a:gs pos="100000">
                <a:schemeClr val="accent4"/>
              </a:gs>
            </a:gsLst>
            <a:lin ang="16200000" scaled="1"/>
            <a:tileRect/>
          </a:gradFill>
        </p:spPr>
        <p:txBody>
          <a:bodyPr wrap="none" lIns="0" tIns="91440" rIns="0" bIns="0" rtlCol="0" anchor="t" anchorCtr="0">
            <a:noAutofit/>
          </a:bodyPr>
          <a:lstStyle/>
          <a:p>
            <a:pPr algn="ctr"/>
            <a:endParaRPr lang="en-US" sz="1600">
              <a:latin typeface="+mj-lt"/>
            </a:endParaRPr>
          </a:p>
        </p:txBody>
      </p:sp>
      <p:sp>
        <p:nvSpPr>
          <p:cNvPr id="26" name="Text Placeholder 5">
            <a:extLst>
              <a:ext uri="{FF2B5EF4-FFF2-40B4-BE49-F238E27FC236}">
                <a16:creationId xmlns:a16="http://schemas.microsoft.com/office/drawing/2014/main" id="{DED1562F-7727-42AD-B83F-B500F206D106}"/>
              </a:ext>
            </a:extLst>
          </p:cNvPr>
          <p:cNvSpPr>
            <a:spLocks noGrp="1"/>
          </p:cNvSpPr>
          <p:nvPr>
            <p:ph type="body" sz="quarter" idx="27" hasCustomPrompt="1"/>
          </p:nvPr>
        </p:nvSpPr>
        <p:spPr bwMode="invGray">
          <a:xfrm>
            <a:off x="4644488" y="1080468"/>
            <a:ext cx="4160520" cy="548640"/>
          </a:xfrm>
        </p:spPr>
        <p:txBody>
          <a:bodyPr lIns="91440" tIns="45720" rIns="91440" bIns="45720" anchor="ctr"/>
          <a:lstStyle>
            <a:lvl1pPr marL="0" indent="0" algn="ctr">
              <a:buNone/>
              <a:defRPr sz="1400">
                <a:solidFill>
                  <a:schemeClr val="tx1"/>
                </a:solidFill>
                <a:latin typeface="+mj-lt"/>
              </a:defRPr>
            </a:lvl1pPr>
          </a:lstStyle>
          <a:p>
            <a:pPr lvl="0"/>
            <a:r>
              <a:rPr lang="en-US"/>
              <a:t>Title</a:t>
            </a:r>
          </a:p>
        </p:txBody>
      </p:sp>
      <p:sp>
        <p:nvSpPr>
          <p:cNvPr id="25" name="Text Placeholder 5">
            <a:extLst>
              <a:ext uri="{FF2B5EF4-FFF2-40B4-BE49-F238E27FC236}">
                <a16:creationId xmlns:a16="http://schemas.microsoft.com/office/drawing/2014/main" id="{1AD75614-E53F-4AA5-8BD7-EF0EB52F42D3}"/>
              </a:ext>
            </a:extLst>
          </p:cNvPr>
          <p:cNvSpPr>
            <a:spLocks noGrp="1"/>
          </p:cNvSpPr>
          <p:nvPr>
            <p:ph type="body" sz="quarter" idx="23" hasCustomPrompt="1"/>
          </p:nvPr>
        </p:nvSpPr>
        <p:spPr bwMode="invGray">
          <a:xfrm>
            <a:off x="323851" y="1080468"/>
            <a:ext cx="4160520" cy="548640"/>
          </a:xfrm>
        </p:spPr>
        <p:txBody>
          <a:bodyPr lIns="91440" tIns="45720" rIns="91440" bIns="45720" anchor="ctr"/>
          <a:lstStyle>
            <a:lvl1pPr marL="0" indent="0" algn="ctr">
              <a:buNone/>
              <a:defRPr sz="1400">
                <a:solidFill>
                  <a:schemeClr val="tx1"/>
                </a:solidFill>
                <a:latin typeface="+mj-lt"/>
              </a:defRPr>
            </a:lvl1pPr>
          </a:lstStyle>
          <a:p>
            <a:pPr lvl="0"/>
            <a:r>
              <a:rPr lang="en-US"/>
              <a:t>Title</a:t>
            </a: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invGray">
          <a:xfrm>
            <a:off x="320675" y="1714501"/>
            <a:ext cx="4160520" cy="2852928"/>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invGray">
          <a:xfrm>
            <a:off x="4644488" y="1714501"/>
            <a:ext cx="4160520" cy="2852928"/>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10" name="Slide Number Placeholder 5">
            <a:extLst>
              <a:ext uri="{FF2B5EF4-FFF2-40B4-BE49-F238E27FC236}">
                <a16:creationId xmlns:a16="http://schemas.microsoft.com/office/drawing/2014/main" id="{9C296829-B007-4877-AE09-73B1F39F5E93}"/>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34380485"/>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titles with ic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2" name="Oval 21">
            <a:extLst>
              <a:ext uri="{FF2B5EF4-FFF2-40B4-BE49-F238E27FC236}">
                <a16:creationId xmlns:a16="http://schemas.microsoft.com/office/drawing/2014/main" id="{492926B3-0432-465B-B08E-8EBDD7F5CD8C}"/>
              </a:ext>
            </a:extLst>
          </p:cNvPr>
          <p:cNvSpPr/>
          <p:nvPr userDrawn="1"/>
        </p:nvSpPr>
        <p:spPr bwMode="invGray">
          <a:xfrm>
            <a:off x="332728" y="1074383"/>
            <a:ext cx="914400" cy="914400"/>
          </a:xfrm>
          <a:prstGeom prst="ellipse">
            <a:avLst/>
          </a:prstGeom>
          <a:gradFill flip="none" rotWithShape="1">
            <a:gsLst>
              <a:gs pos="25000">
                <a:schemeClr val="accent1">
                  <a:alpha val="0"/>
                </a:schemeClr>
              </a:gs>
              <a:gs pos="100000">
                <a:schemeClr val="accent1"/>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23" name="Oval 22">
            <a:extLst>
              <a:ext uri="{FF2B5EF4-FFF2-40B4-BE49-F238E27FC236}">
                <a16:creationId xmlns:a16="http://schemas.microsoft.com/office/drawing/2014/main" id="{3C01C190-F20E-4DD7-928E-DBC8A845999E}"/>
              </a:ext>
            </a:extLst>
          </p:cNvPr>
          <p:cNvSpPr/>
          <p:nvPr userDrawn="1"/>
        </p:nvSpPr>
        <p:spPr bwMode="invGray">
          <a:xfrm>
            <a:off x="4659329" y="1074738"/>
            <a:ext cx="914400" cy="914400"/>
          </a:xfrm>
          <a:prstGeom prst="ellipse">
            <a:avLst/>
          </a:prstGeom>
          <a:gradFill flip="none" rotWithShape="1">
            <a:gsLst>
              <a:gs pos="25000">
                <a:schemeClr val="accent2">
                  <a:alpha val="0"/>
                </a:schemeClr>
              </a:gs>
              <a:gs pos="100000">
                <a:schemeClr val="accent2"/>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mn-lt"/>
            </a:endParaRPr>
          </a:p>
        </p:txBody>
      </p:sp>
      <p:sp>
        <p:nvSpPr>
          <p:cNvPr id="25" name="Text Placeholder 5">
            <a:extLst>
              <a:ext uri="{FF2B5EF4-FFF2-40B4-BE49-F238E27FC236}">
                <a16:creationId xmlns:a16="http://schemas.microsoft.com/office/drawing/2014/main" id="{A3E71761-1385-4F8B-99E0-968B9C3EC323}"/>
              </a:ext>
            </a:extLst>
          </p:cNvPr>
          <p:cNvSpPr>
            <a:spLocks noGrp="1"/>
          </p:cNvSpPr>
          <p:nvPr>
            <p:ph type="body" sz="quarter" idx="13" hasCustomPrompt="1"/>
          </p:nvPr>
        </p:nvSpPr>
        <p:spPr bwMode="invGray">
          <a:xfrm>
            <a:off x="1402129" y="1652954"/>
            <a:ext cx="3072384" cy="2919046"/>
          </a:xfrm>
        </p:spPr>
        <p:txBody>
          <a:bodyPr lIns="0" tIns="0" rIns="0" bIns="0" anchor="t"/>
          <a:lstStyle>
            <a:lvl1pPr marL="0" indent="0" algn="l">
              <a:buFont typeface="Arial" panose="020B0604020202020204" pitchFamily="34" charset="0"/>
              <a:buNone/>
              <a:defRPr sz="1400">
                <a:latin typeface="+mn-lt"/>
              </a:defRPr>
            </a:lvl1pPr>
          </a:lstStyle>
          <a:p>
            <a:pPr lvl="0"/>
            <a:r>
              <a:rPr lang="en-US"/>
              <a:t>Text</a:t>
            </a:r>
          </a:p>
        </p:txBody>
      </p:sp>
      <p:sp>
        <p:nvSpPr>
          <p:cNvPr id="26" name="Text Placeholder 5">
            <a:extLst>
              <a:ext uri="{FF2B5EF4-FFF2-40B4-BE49-F238E27FC236}">
                <a16:creationId xmlns:a16="http://schemas.microsoft.com/office/drawing/2014/main" id="{B78D1D2F-1CF6-41FD-9735-9990D3D90235}"/>
              </a:ext>
            </a:extLst>
          </p:cNvPr>
          <p:cNvSpPr>
            <a:spLocks noGrp="1"/>
          </p:cNvSpPr>
          <p:nvPr>
            <p:ph type="body" sz="quarter" idx="49" hasCustomPrompt="1"/>
          </p:nvPr>
        </p:nvSpPr>
        <p:spPr bwMode="invGray">
          <a:xfrm>
            <a:off x="1402129" y="1074737"/>
            <a:ext cx="3072384" cy="507877"/>
          </a:xfrm>
        </p:spPr>
        <p:txBody>
          <a:bodyPr lIns="0" tIns="0" rIns="0" bIns="0" anchor="ctr"/>
          <a:lstStyle>
            <a:lvl1pPr marL="0" indent="0" algn="l">
              <a:buFont typeface="Arial" panose="020B0604020202020204" pitchFamily="34" charset="0"/>
              <a:buNone/>
              <a:defRPr sz="1600">
                <a:solidFill>
                  <a:schemeClr val="accent1"/>
                </a:solidFill>
                <a:latin typeface="+mj-lt"/>
              </a:defRPr>
            </a:lvl1pPr>
          </a:lstStyle>
          <a:p>
            <a:pPr lvl="0"/>
            <a:r>
              <a:rPr lang="en-US"/>
              <a:t>Title</a:t>
            </a:r>
          </a:p>
        </p:txBody>
      </p:sp>
      <p:sp>
        <p:nvSpPr>
          <p:cNvPr id="28" name="Text Placeholder 5">
            <a:extLst>
              <a:ext uri="{FF2B5EF4-FFF2-40B4-BE49-F238E27FC236}">
                <a16:creationId xmlns:a16="http://schemas.microsoft.com/office/drawing/2014/main" id="{05C714B7-D051-4A10-9F71-625D90671EBC}"/>
              </a:ext>
            </a:extLst>
          </p:cNvPr>
          <p:cNvSpPr>
            <a:spLocks noGrp="1"/>
          </p:cNvSpPr>
          <p:nvPr>
            <p:ph type="body" sz="quarter" idx="50" hasCustomPrompt="1"/>
          </p:nvPr>
        </p:nvSpPr>
        <p:spPr bwMode="invGray">
          <a:xfrm>
            <a:off x="5731216" y="1652954"/>
            <a:ext cx="3072384" cy="2919046"/>
          </a:xfrm>
        </p:spPr>
        <p:txBody>
          <a:bodyPr lIns="0" tIns="0" rIns="0" bIns="0" anchor="t"/>
          <a:lstStyle>
            <a:lvl1pPr marL="0" indent="0" algn="l">
              <a:buFont typeface="Arial" panose="020B0604020202020204" pitchFamily="34" charset="0"/>
              <a:buNone/>
              <a:defRPr sz="1400">
                <a:latin typeface="+mn-lt"/>
              </a:defRPr>
            </a:lvl1pPr>
          </a:lstStyle>
          <a:p>
            <a:pPr lvl="0"/>
            <a:r>
              <a:rPr lang="en-US"/>
              <a:t>Text</a:t>
            </a:r>
          </a:p>
        </p:txBody>
      </p:sp>
      <p:sp>
        <p:nvSpPr>
          <p:cNvPr id="31" name="Text Placeholder 5">
            <a:extLst>
              <a:ext uri="{FF2B5EF4-FFF2-40B4-BE49-F238E27FC236}">
                <a16:creationId xmlns:a16="http://schemas.microsoft.com/office/drawing/2014/main" id="{4E246567-4A4A-470F-B439-18388B24BB96}"/>
              </a:ext>
            </a:extLst>
          </p:cNvPr>
          <p:cNvSpPr>
            <a:spLocks noGrp="1"/>
          </p:cNvSpPr>
          <p:nvPr>
            <p:ph type="body" sz="quarter" idx="51" hasCustomPrompt="1"/>
          </p:nvPr>
        </p:nvSpPr>
        <p:spPr bwMode="invGray">
          <a:xfrm>
            <a:off x="5731216" y="1074737"/>
            <a:ext cx="3072384" cy="507877"/>
          </a:xfrm>
        </p:spPr>
        <p:txBody>
          <a:bodyPr lIns="0" tIns="0" rIns="0" bIns="0" anchor="ctr"/>
          <a:lstStyle>
            <a:lvl1pPr marL="0" indent="0" algn="l">
              <a:buFont typeface="Arial" panose="020B0604020202020204" pitchFamily="34" charset="0"/>
              <a:buNone/>
              <a:defRPr sz="1600">
                <a:solidFill>
                  <a:schemeClr val="accent2"/>
                </a:solidFill>
                <a:latin typeface="+mj-lt"/>
              </a:defRPr>
            </a:lvl1pPr>
          </a:lstStyle>
          <a:p>
            <a:pPr lvl="0"/>
            <a:r>
              <a:rPr lang="en-US"/>
              <a:t>Title</a:t>
            </a:r>
          </a:p>
        </p:txBody>
      </p:sp>
      <p:sp>
        <p:nvSpPr>
          <p:cNvPr id="32" name="Text Placeholder 5">
            <a:extLst>
              <a:ext uri="{FF2B5EF4-FFF2-40B4-BE49-F238E27FC236}">
                <a16:creationId xmlns:a16="http://schemas.microsoft.com/office/drawing/2014/main" id="{1431687D-F746-4CC0-A749-0A90B9472E6D}"/>
              </a:ext>
            </a:extLst>
          </p:cNvPr>
          <p:cNvSpPr>
            <a:spLocks noGrp="1"/>
          </p:cNvSpPr>
          <p:nvPr>
            <p:ph type="body" sz="quarter" idx="35" hasCustomPrompt="1"/>
          </p:nvPr>
        </p:nvSpPr>
        <p:spPr bwMode="invGray">
          <a:xfrm>
            <a:off x="640047" y="1439250"/>
            <a:ext cx="299762" cy="184666"/>
          </a:xfrm>
        </p:spPr>
        <p:txBody>
          <a:bodyPr wrap="none" lIns="0" tIns="0" rIns="0" bIns="0" anchor="ctr">
            <a:spAutoFit/>
          </a:bodyPr>
          <a:lstStyle>
            <a:lvl1pPr marL="0" indent="0" algn="ctr">
              <a:buNone/>
              <a:defRPr sz="1200">
                <a:solidFill>
                  <a:schemeClr val="tx1"/>
                </a:solidFill>
                <a:latin typeface="+mn-lt"/>
              </a:defRPr>
            </a:lvl1pPr>
          </a:lstStyle>
          <a:p>
            <a:pPr lvl="0"/>
            <a:r>
              <a:rPr lang="en-US"/>
              <a:t>Icon</a:t>
            </a:r>
          </a:p>
        </p:txBody>
      </p:sp>
      <p:sp>
        <p:nvSpPr>
          <p:cNvPr id="33" name="Text Placeholder 5">
            <a:extLst>
              <a:ext uri="{FF2B5EF4-FFF2-40B4-BE49-F238E27FC236}">
                <a16:creationId xmlns:a16="http://schemas.microsoft.com/office/drawing/2014/main" id="{20883FF7-9702-4473-8FF2-A940DC42E300}"/>
              </a:ext>
            </a:extLst>
          </p:cNvPr>
          <p:cNvSpPr>
            <a:spLocks noGrp="1"/>
          </p:cNvSpPr>
          <p:nvPr>
            <p:ph type="body" sz="quarter" idx="52" hasCustomPrompt="1"/>
          </p:nvPr>
        </p:nvSpPr>
        <p:spPr bwMode="invGray">
          <a:xfrm>
            <a:off x="4966648" y="1439605"/>
            <a:ext cx="299762" cy="184666"/>
          </a:xfrm>
        </p:spPr>
        <p:txBody>
          <a:bodyPr wrap="none" lIns="0" tIns="0" rIns="0" bIns="0" anchor="ctr">
            <a:spAutoFit/>
          </a:bodyPr>
          <a:lstStyle>
            <a:lvl1pPr marL="0" indent="0" algn="ctr">
              <a:buNone/>
              <a:defRPr sz="1200">
                <a:solidFill>
                  <a:schemeClr val="tx1"/>
                </a:solidFill>
                <a:latin typeface="+mn-lt"/>
              </a:defRPr>
            </a:lvl1pPr>
          </a:lstStyle>
          <a:p>
            <a:pPr lvl="0"/>
            <a:r>
              <a:rPr lang="en-US"/>
              <a:t>Icon</a:t>
            </a:r>
          </a:p>
        </p:txBody>
      </p:sp>
      <p:sp>
        <p:nvSpPr>
          <p:cNvPr id="12" name="Slide Number Placeholder 5">
            <a:extLst>
              <a:ext uri="{FF2B5EF4-FFF2-40B4-BE49-F238E27FC236}">
                <a16:creationId xmlns:a16="http://schemas.microsoft.com/office/drawing/2014/main" id="{9E456788-4F8C-4D00-9D01-69182047EB6C}"/>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914066827"/>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x 3 Titles with ic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2" name="Oval 21">
            <a:extLst>
              <a:ext uri="{FF2B5EF4-FFF2-40B4-BE49-F238E27FC236}">
                <a16:creationId xmlns:a16="http://schemas.microsoft.com/office/drawing/2014/main" id="{7CBA39B7-A27E-460A-A6B5-9655C6FFF37E}"/>
              </a:ext>
            </a:extLst>
          </p:cNvPr>
          <p:cNvSpPr/>
          <p:nvPr userDrawn="1"/>
        </p:nvSpPr>
        <p:spPr bwMode="invGray">
          <a:xfrm>
            <a:off x="323850" y="1472667"/>
            <a:ext cx="914400" cy="914400"/>
          </a:xfrm>
          <a:prstGeom prst="ellipse">
            <a:avLst/>
          </a:prstGeom>
          <a:gradFill flip="none" rotWithShape="1">
            <a:gsLst>
              <a:gs pos="25000">
                <a:schemeClr val="accent1">
                  <a:alpha val="0"/>
                </a:schemeClr>
              </a:gs>
              <a:gs pos="100000">
                <a:schemeClr val="accent1"/>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3" name="Oval 22">
            <a:extLst>
              <a:ext uri="{FF2B5EF4-FFF2-40B4-BE49-F238E27FC236}">
                <a16:creationId xmlns:a16="http://schemas.microsoft.com/office/drawing/2014/main" id="{5FC3F0C6-F095-4B53-B6C1-F06866F554AC}"/>
              </a:ext>
            </a:extLst>
          </p:cNvPr>
          <p:cNvSpPr/>
          <p:nvPr userDrawn="1"/>
        </p:nvSpPr>
        <p:spPr bwMode="invGray">
          <a:xfrm>
            <a:off x="323850" y="2565134"/>
            <a:ext cx="914400" cy="914400"/>
          </a:xfrm>
          <a:prstGeom prst="ellipse">
            <a:avLst/>
          </a:prstGeom>
          <a:gradFill flip="none" rotWithShape="1">
            <a:gsLst>
              <a:gs pos="25000">
                <a:schemeClr val="accent2">
                  <a:alpha val="0"/>
                </a:schemeClr>
              </a:gs>
              <a:gs pos="100000">
                <a:schemeClr val="accent2"/>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5" name="Oval 24">
            <a:extLst>
              <a:ext uri="{FF2B5EF4-FFF2-40B4-BE49-F238E27FC236}">
                <a16:creationId xmlns:a16="http://schemas.microsoft.com/office/drawing/2014/main" id="{5482D622-AAA7-4A97-BDC5-77F70D964AD9}"/>
              </a:ext>
            </a:extLst>
          </p:cNvPr>
          <p:cNvSpPr/>
          <p:nvPr userDrawn="1"/>
        </p:nvSpPr>
        <p:spPr bwMode="invGray">
          <a:xfrm>
            <a:off x="323850" y="3657600"/>
            <a:ext cx="914400" cy="914400"/>
          </a:xfrm>
          <a:prstGeom prst="ellipse">
            <a:avLst/>
          </a:prstGeom>
          <a:gradFill flip="none" rotWithShape="1">
            <a:gsLst>
              <a:gs pos="25000">
                <a:schemeClr val="accent3">
                  <a:alpha val="0"/>
                </a:schemeClr>
              </a:gs>
              <a:gs pos="100000">
                <a:schemeClr val="accent3"/>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6" name="Text Placeholder 5">
            <a:extLst>
              <a:ext uri="{FF2B5EF4-FFF2-40B4-BE49-F238E27FC236}">
                <a16:creationId xmlns:a16="http://schemas.microsoft.com/office/drawing/2014/main" id="{A928ED84-7A49-4862-BEAE-26655C61FF1A}"/>
              </a:ext>
            </a:extLst>
          </p:cNvPr>
          <p:cNvSpPr>
            <a:spLocks noGrp="1"/>
          </p:cNvSpPr>
          <p:nvPr>
            <p:ph type="body" sz="quarter" idx="35" hasCustomPrompt="1"/>
          </p:nvPr>
        </p:nvSpPr>
        <p:spPr bwMode="invGray">
          <a:xfrm>
            <a:off x="631169" y="1837534"/>
            <a:ext cx="299762" cy="184666"/>
          </a:xfrm>
        </p:spPr>
        <p:txBody>
          <a:bodyPr wrap="none" lIns="0" tIns="0" rIns="0" bIns="0" anchor="ctr">
            <a:spAutoFit/>
          </a:bodyPr>
          <a:lstStyle>
            <a:lvl1pPr marL="0" indent="0" algn="ctr">
              <a:buNone/>
              <a:defRPr sz="1200">
                <a:solidFill>
                  <a:schemeClr val="tx1"/>
                </a:solidFill>
                <a:latin typeface="+mn-lt"/>
              </a:defRPr>
            </a:lvl1pPr>
          </a:lstStyle>
          <a:p>
            <a:pPr lvl="0"/>
            <a:r>
              <a:rPr lang="en-US"/>
              <a:t>Icon</a:t>
            </a:r>
          </a:p>
        </p:txBody>
      </p:sp>
      <p:sp>
        <p:nvSpPr>
          <p:cNvPr id="28" name="Text Placeholder 5">
            <a:extLst>
              <a:ext uri="{FF2B5EF4-FFF2-40B4-BE49-F238E27FC236}">
                <a16:creationId xmlns:a16="http://schemas.microsoft.com/office/drawing/2014/main" id="{AD86F44B-927D-45F9-B0F8-129711914423}"/>
              </a:ext>
            </a:extLst>
          </p:cNvPr>
          <p:cNvSpPr>
            <a:spLocks noGrp="1"/>
          </p:cNvSpPr>
          <p:nvPr>
            <p:ph type="body" sz="quarter" idx="36" hasCustomPrompt="1"/>
          </p:nvPr>
        </p:nvSpPr>
        <p:spPr bwMode="invGray">
          <a:xfrm>
            <a:off x="631169" y="2930001"/>
            <a:ext cx="299762" cy="184666"/>
          </a:xfrm>
        </p:spPr>
        <p:txBody>
          <a:bodyPr wrap="none" lIns="0" tIns="0" rIns="0" bIns="0" anchor="ctr">
            <a:spAutoFit/>
          </a:bodyPr>
          <a:lstStyle>
            <a:lvl1pPr marL="0" indent="0" algn="ctr">
              <a:buNone/>
              <a:defRPr sz="1200">
                <a:solidFill>
                  <a:schemeClr val="tx1"/>
                </a:solidFill>
                <a:latin typeface="+mn-lt"/>
              </a:defRPr>
            </a:lvl1pPr>
          </a:lstStyle>
          <a:p>
            <a:pPr lvl="0"/>
            <a:r>
              <a:rPr lang="en-US"/>
              <a:t>Icon</a:t>
            </a:r>
          </a:p>
        </p:txBody>
      </p:sp>
      <p:sp>
        <p:nvSpPr>
          <p:cNvPr id="31" name="Text Placeholder 5">
            <a:extLst>
              <a:ext uri="{FF2B5EF4-FFF2-40B4-BE49-F238E27FC236}">
                <a16:creationId xmlns:a16="http://schemas.microsoft.com/office/drawing/2014/main" id="{3D4CCDE1-9A12-4E71-91A0-C086E94A12C6}"/>
              </a:ext>
            </a:extLst>
          </p:cNvPr>
          <p:cNvSpPr>
            <a:spLocks noGrp="1"/>
          </p:cNvSpPr>
          <p:nvPr>
            <p:ph type="body" sz="quarter" idx="37" hasCustomPrompt="1"/>
          </p:nvPr>
        </p:nvSpPr>
        <p:spPr bwMode="invGray">
          <a:xfrm>
            <a:off x="631169" y="4022467"/>
            <a:ext cx="299762" cy="184666"/>
          </a:xfrm>
        </p:spPr>
        <p:txBody>
          <a:bodyPr wrap="none" lIns="0" tIns="0" rIns="0" bIns="0" anchor="ctr">
            <a:spAutoFit/>
          </a:bodyPr>
          <a:lstStyle>
            <a:lvl1pPr marL="0" indent="0" algn="ctr">
              <a:buNone/>
              <a:defRPr sz="1200">
                <a:solidFill>
                  <a:schemeClr val="tx1"/>
                </a:solidFill>
                <a:latin typeface="+mn-lt"/>
              </a:defRPr>
            </a:lvl1pPr>
          </a:lstStyle>
          <a:p>
            <a:pPr lvl="0"/>
            <a:r>
              <a:rPr lang="en-US"/>
              <a:t>Icon</a:t>
            </a:r>
          </a:p>
        </p:txBody>
      </p:sp>
      <p:sp>
        <p:nvSpPr>
          <p:cNvPr id="32" name="Text Placeholder 5">
            <a:extLst>
              <a:ext uri="{FF2B5EF4-FFF2-40B4-BE49-F238E27FC236}">
                <a16:creationId xmlns:a16="http://schemas.microsoft.com/office/drawing/2014/main" id="{5CFD6443-4873-4FD2-A44B-75D2F65DFEBB}"/>
              </a:ext>
            </a:extLst>
          </p:cNvPr>
          <p:cNvSpPr>
            <a:spLocks noGrp="1"/>
          </p:cNvSpPr>
          <p:nvPr>
            <p:ph type="body" sz="quarter" idx="23" hasCustomPrompt="1"/>
          </p:nvPr>
        </p:nvSpPr>
        <p:spPr bwMode="invGray">
          <a:xfrm>
            <a:off x="1380392" y="1080468"/>
            <a:ext cx="3108960" cy="457200"/>
          </a:xfrm>
        </p:spPr>
        <p:txBody>
          <a:bodyPr lIns="0" tIns="0" rIns="0" bIns="0" anchor="t"/>
          <a:lstStyle>
            <a:lvl1pPr marL="0" indent="0" algn="l">
              <a:buNone/>
              <a:defRPr sz="1600">
                <a:solidFill>
                  <a:schemeClr val="accent1"/>
                </a:solidFill>
                <a:latin typeface="+mj-lt"/>
              </a:defRPr>
            </a:lvl1pPr>
          </a:lstStyle>
          <a:p>
            <a:pPr lvl="0"/>
            <a:r>
              <a:rPr lang="en-US"/>
              <a:t>Title</a:t>
            </a:r>
          </a:p>
        </p:txBody>
      </p:sp>
      <p:sp>
        <p:nvSpPr>
          <p:cNvPr id="33" name="Text Placeholder 5">
            <a:extLst>
              <a:ext uri="{FF2B5EF4-FFF2-40B4-BE49-F238E27FC236}">
                <a16:creationId xmlns:a16="http://schemas.microsoft.com/office/drawing/2014/main" id="{6465BC5F-0FDA-4FAF-B829-BE36F8384D4F}"/>
              </a:ext>
            </a:extLst>
          </p:cNvPr>
          <p:cNvSpPr>
            <a:spLocks noGrp="1"/>
          </p:cNvSpPr>
          <p:nvPr>
            <p:ph type="body" sz="quarter" idx="13" hasCustomPrompt="1"/>
          </p:nvPr>
        </p:nvSpPr>
        <p:spPr bwMode="invGray">
          <a:xfrm>
            <a:off x="1377216" y="1617784"/>
            <a:ext cx="3108960" cy="91440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34" name="Text Placeholder 5">
            <a:extLst>
              <a:ext uri="{FF2B5EF4-FFF2-40B4-BE49-F238E27FC236}">
                <a16:creationId xmlns:a16="http://schemas.microsoft.com/office/drawing/2014/main" id="{72B57244-34E1-4D4E-BC3F-DA97EE6A0C7A}"/>
              </a:ext>
            </a:extLst>
          </p:cNvPr>
          <p:cNvSpPr>
            <a:spLocks noGrp="1"/>
          </p:cNvSpPr>
          <p:nvPr>
            <p:ph type="body" sz="quarter" idx="38" hasCustomPrompt="1"/>
          </p:nvPr>
        </p:nvSpPr>
        <p:spPr bwMode="invGray">
          <a:xfrm>
            <a:off x="1377216" y="2633297"/>
            <a:ext cx="3108960" cy="91440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35" name="Text Placeholder 5">
            <a:extLst>
              <a:ext uri="{FF2B5EF4-FFF2-40B4-BE49-F238E27FC236}">
                <a16:creationId xmlns:a16="http://schemas.microsoft.com/office/drawing/2014/main" id="{4A9BD519-8AC3-4B0A-A46D-CA604EED86F0}"/>
              </a:ext>
            </a:extLst>
          </p:cNvPr>
          <p:cNvSpPr>
            <a:spLocks noGrp="1"/>
          </p:cNvSpPr>
          <p:nvPr>
            <p:ph type="body" sz="quarter" idx="39" hasCustomPrompt="1"/>
          </p:nvPr>
        </p:nvSpPr>
        <p:spPr bwMode="invGray">
          <a:xfrm>
            <a:off x="1377216" y="3648810"/>
            <a:ext cx="3108960" cy="91440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36" name="Oval 35">
            <a:extLst>
              <a:ext uri="{FF2B5EF4-FFF2-40B4-BE49-F238E27FC236}">
                <a16:creationId xmlns:a16="http://schemas.microsoft.com/office/drawing/2014/main" id="{653C653F-6252-473E-B62E-C6A5150C1DFA}"/>
              </a:ext>
            </a:extLst>
          </p:cNvPr>
          <p:cNvSpPr/>
          <p:nvPr userDrawn="1"/>
        </p:nvSpPr>
        <p:spPr bwMode="invGray">
          <a:xfrm>
            <a:off x="4639506" y="1472667"/>
            <a:ext cx="914400" cy="914400"/>
          </a:xfrm>
          <a:prstGeom prst="ellipse">
            <a:avLst/>
          </a:prstGeom>
          <a:gradFill flip="none" rotWithShape="1">
            <a:gsLst>
              <a:gs pos="25000">
                <a:schemeClr val="accent1">
                  <a:alpha val="0"/>
                </a:schemeClr>
              </a:gs>
              <a:gs pos="100000">
                <a:schemeClr val="accent1"/>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7" name="Oval 36">
            <a:extLst>
              <a:ext uri="{FF2B5EF4-FFF2-40B4-BE49-F238E27FC236}">
                <a16:creationId xmlns:a16="http://schemas.microsoft.com/office/drawing/2014/main" id="{CD69C3EE-16E1-49C9-8B87-2E9502AEBCC8}"/>
              </a:ext>
            </a:extLst>
          </p:cNvPr>
          <p:cNvSpPr/>
          <p:nvPr userDrawn="1"/>
        </p:nvSpPr>
        <p:spPr bwMode="invGray">
          <a:xfrm>
            <a:off x="4639506" y="2565134"/>
            <a:ext cx="914400" cy="914400"/>
          </a:xfrm>
          <a:prstGeom prst="ellipse">
            <a:avLst/>
          </a:prstGeom>
          <a:gradFill flip="none" rotWithShape="1">
            <a:gsLst>
              <a:gs pos="25000">
                <a:schemeClr val="accent2">
                  <a:alpha val="0"/>
                </a:schemeClr>
              </a:gs>
              <a:gs pos="100000">
                <a:schemeClr val="accent2"/>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8" name="Oval 37">
            <a:extLst>
              <a:ext uri="{FF2B5EF4-FFF2-40B4-BE49-F238E27FC236}">
                <a16:creationId xmlns:a16="http://schemas.microsoft.com/office/drawing/2014/main" id="{D7241A9D-9908-43FA-8421-ED87D89C5FB8}"/>
              </a:ext>
            </a:extLst>
          </p:cNvPr>
          <p:cNvSpPr/>
          <p:nvPr userDrawn="1"/>
        </p:nvSpPr>
        <p:spPr bwMode="invGray">
          <a:xfrm>
            <a:off x="4639506" y="3657600"/>
            <a:ext cx="914400" cy="914400"/>
          </a:xfrm>
          <a:prstGeom prst="ellipse">
            <a:avLst/>
          </a:prstGeom>
          <a:gradFill flip="none" rotWithShape="1">
            <a:gsLst>
              <a:gs pos="25000">
                <a:schemeClr val="accent3">
                  <a:alpha val="0"/>
                </a:schemeClr>
              </a:gs>
              <a:gs pos="100000">
                <a:schemeClr val="accent3"/>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9" name="Text Placeholder 5">
            <a:extLst>
              <a:ext uri="{FF2B5EF4-FFF2-40B4-BE49-F238E27FC236}">
                <a16:creationId xmlns:a16="http://schemas.microsoft.com/office/drawing/2014/main" id="{097B0B3E-3C6C-4A63-86FE-2CD17083A07D}"/>
              </a:ext>
            </a:extLst>
          </p:cNvPr>
          <p:cNvSpPr>
            <a:spLocks noGrp="1"/>
          </p:cNvSpPr>
          <p:nvPr>
            <p:ph type="body" sz="quarter" idx="40" hasCustomPrompt="1"/>
          </p:nvPr>
        </p:nvSpPr>
        <p:spPr bwMode="invGray">
          <a:xfrm>
            <a:off x="4946825" y="1837534"/>
            <a:ext cx="299762" cy="184666"/>
          </a:xfrm>
        </p:spPr>
        <p:txBody>
          <a:bodyPr wrap="none" lIns="0" tIns="0" rIns="0" bIns="0" anchor="ctr">
            <a:spAutoFit/>
          </a:bodyPr>
          <a:lstStyle>
            <a:lvl1pPr marL="0" indent="0" algn="ctr">
              <a:buNone/>
              <a:defRPr sz="1200">
                <a:solidFill>
                  <a:schemeClr val="tx1"/>
                </a:solidFill>
                <a:latin typeface="+mn-lt"/>
              </a:defRPr>
            </a:lvl1pPr>
          </a:lstStyle>
          <a:p>
            <a:pPr lvl="0"/>
            <a:r>
              <a:rPr lang="en-US"/>
              <a:t>Icon</a:t>
            </a:r>
          </a:p>
        </p:txBody>
      </p:sp>
      <p:sp>
        <p:nvSpPr>
          <p:cNvPr id="40" name="Text Placeholder 5">
            <a:extLst>
              <a:ext uri="{FF2B5EF4-FFF2-40B4-BE49-F238E27FC236}">
                <a16:creationId xmlns:a16="http://schemas.microsoft.com/office/drawing/2014/main" id="{B401FB5F-38F7-49F3-9FC5-121C5D58D572}"/>
              </a:ext>
            </a:extLst>
          </p:cNvPr>
          <p:cNvSpPr>
            <a:spLocks noGrp="1"/>
          </p:cNvSpPr>
          <p:nvPr>
            <p:ph type="body" sz="quarter" idx="41" hasCustomPrompt="1"/>
          </p:nvPr>
        </p:nvSpPr>
        <p:spPr bwMode="invGray">
          <a:xfrm>
            <a:off x="4946825" y="2930001"/>
            <a:ext cx="299762" cy="184666"/>
          </a:xfrm>
        </p:spPr>
        <p:txBody>
          <a:bodyPr wrap="none" lIns="0" tIns="0" rIns="0" bIns="0" anchor="ctr">
            <a:spAutoFit/>
          </a:bodyPr>
          <a:lstStyle>
            <a:lvl1pPr marL="0" indent="0" algn="ctr">
              <a:buNone/>
              <a:defRPr sz="1200">
                <a:solidFill>
                  <a:schemeClr val="tx1"/>
                </a:solidFill>
                <a:latin typeface="+mn-lt"/>
              </a:defRPr>
            </a:lvl1pPr>
          </a:lstStyle>
          <a:p>
            <a:pPr lvl="0"/>
            <a:r>
              <a:rPr lang="en-US"/>
              <a:t>Icon</a:t>
            </a:r>
          </a:p>
        </p:txBody>
      </p:sp>
      <p:sp>
        <p:nvSpPr>
          <p:cNvPr id="41" name="Text Placeholder 5">
            <a:extLst>
              <a:ext uri="{FF2B5EF4-FFF2-40B4-BE49-F238E27FC236}">
                <a16:creationId xmlns:a16="http://schemas.microsoft.com/office/drawing/2014/main" id="{2A463556-916F-4946-B18E-76F98E8B7407}"/>
              </a:ext>
            </a:extLst>
          </p:cNvPr>
          <p:cNvSpPr>
            <a:spLocks noGrp="1"/>
          </p:cNvSpPr>
          <p:nvPr>
            <p:ph type="body" sz="quarter" idx="42" hasCustomPrompt="1"/>
          </p:nvPr>
        </p:nvSpPr>
        <p:spPr bwMode="invGray">
          <a:xfrm>
            <a:off x="4946825" y="4022467"/>
            <a:ext cx="299762" cy="184666"/>
          </a:xfrm>
        </p:spPr>
        <p:txBody>
          <a:bodyPr wrap="none" lIns="0" tIns="0" rIns="0" bIns="0" anchor="ctr">
            <a:spAutoFit/>
          </a:bodyPr>
          <a:lstStyle>
            <a:lvl1pPr marL="0" indent="0" algn="ctr">
              <a:buNone/>
              <a:defRPr sz="1200">
                <a:solidFill>
                  <a:schemeClr val="tx1"/>
                </a:solidFill>
                <a:latin typeface="+mn-lt"/>
              </a:defRPr>
            </a:lvl1pPr>
          </a:lstStyle>
          <a:p>
            <a:pPr lvl="0"/>
            <a:r>
              <a:rPr lang="en-US"/>
              <a:t>Icon</a:t>
            </a:r>
          </a:p>
        </p:txBody>
      </p:sp>
      <p:sp>
        <p:nvSpPr>
          <p:cNvPr id="42" name="Text Placeholder 5">
            <a:extLst>
              <a:ext uri="{FF2B5EF4-FFF2-40B4-BE49-F238E27FC236}">
                <a16:creationId xmlns:a16="http://schemas.microsoft.com/office/drawing/2014/main" id="{7550C26B-0501-4388-9887-63FDE0D22CF5}"/>
              </a:ext>
            </a:extLst>
          </p:cNvPr>
          <p:cNvSpPr>
            <a:spLocks noGrp="1"/>
          </p:cNvSpPr>
          <p:nvPr>
            <p:ph type="body" sz="quarter" idx="43" hasCustomPrompt="1"/>
          </p:nvPr>
        </p:nvSpPr>
        <p:spPr bwMode="invGray">
          <a:xfrm>
            <a:off x="5696048" y="1080468"/>
            <a:ext cx="3108960" cy="457200"/>
          </a:xfrm>
        </p:spPr>
        <p:txBody>
          <a:bodyPr lIns="0" tIns="0" rIns="0" bIns="0" anchor="t"/>
          <a:lstStyle>
            <a:lvl1pPr marL="0" indent="0" algn="l">
              <a:buNone/>
              <a:defRPr sz="1600">
                <a:solidFill>
                  <a:schemeClr val="accent4"/>
                </a:solidFill>
                <a:latin typeface="+mj-lt"/>
              </a:defRPr>
            </a:lvl1pPr>
          </a:lstStyle>
          <a:p>
            <a:pPr lvl="0"/>
            <a:r>
              <a:rPr lang="en-US"/>
              <a:t>Title</a:t>
            </a:r>
          </a:p>
        </p:txBody>
      </p:sp>
      <p:sp>
        <p:nvSpPr>
          <p:cNvPr id="43" name="Text Placeholder 5">
            <a:extLst>
              <a:ext uri="{FF2B5EF4-FFF2-40B4-BE49-F238E27FC236}">
                <a16:creationId xmlns:a16="http://schemas.microsoft.com/office/drawing/2014/main" id="{0521E56C-E85D-4D25-AEEA-02E586184A73}"/>
              </a:ext>
            </a:extLst>
          </p:cNvPr>
          <p:cNvSpPr>
            <a:spLocks noGrp="1"/>
          </p:cNvSpPr>
          <p:nvPr>
            <p:ph type="body" sz="quarter" idx="44" hasCustomPrompt="1"/>
          </p:nvPr>
        </p:nvSpPr>
        <p:spPr bwMode="invGray">
          <a:xfrm>
            <a:off x="5692872" y="1617784"/>
            <a:ext cx="3108960" cy="91440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44" name="Text Placeholder 5">
            <a:extLst>
              <a:ext uri="{FF2B5EF4-FFF2-40B4-BE49-F238E27FC236}">
                <a16:creationId xmlns:a16="http://schemas.microsoft.com/office/drawing/2014/main" id="{C955E9A9-80A2-4F02-B594-AADA02FE063E}"/>
              </a:ext>
            </a:extLst>
          </p:cNvPr>
          <p:cNvSpPr>
            <a:spLocks noGrp="1"/>
          </p:cNvSpPr>
          <p:nvPr>
            <p:ph type="body" sz="quarter" idx="45" hasCustomPrompt="1"/>
          </p:nvPr>
        </p:nvSpPr>
        <p:spPr bwMode="invGray">
          <a:xfrm>
            <a:off x="5692872" y="2633297"/>
            <a:ext cx="3108960" cy="91440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45" name="Text Placeholder 5">
            <a:extLst>
              <a:ext uri="{FF2B5EF4-FFF2-40B4-BE49-F238E27FC236}">
                <a16:creationId xmlns:a16="http://schemas.microsoft.com/office/drawing/2014/main" id="{C1F76ED5-4BF3-46CC-A650-BC77DB17084A}"/>
              </a:ext>
            </a:extLst>
          </p:cNvPr>
          <p:cNvSpPr>
            <a:spLocks noGrp="1"/>
          </p:cNvSpPr>
          <p:nvPr>
            <p:ph type="body" sz="quarter" idx="46" hasCustomPrompt="1"/>
          </p:nvPr>
        </p:nvSpPr>
        <p:spPr bwMode="invGray">
          <a:xfrm>
            <a:off x="5692872" y="3648810"/>
            <a:ext cx="3108960" cy="91440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24" name="Slide Number Placeholder 5">
            <a:extLst>
              <a:ext uri="{FF2B5EF4-FFF2-40B4-BE49-F238E27FC236}">
                <a16:creationId xmlns:a16="http://schemas.microsoft.com/office/drawing/2014/main" id="{A01D282D-1B73-4B14-B913-A2738CCE9C2F}"/>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272899887"/>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our titles with numbers">
    <p:spTree>
      <p:nvGrpSpPr>
        <p:cNvPr id="1" name=""/>
        <p:cNvGrpSpPr/>
        <p:nvPr/>
      </p:nvGrpSpPr>
      <p:grpSpPr>
        <a:xfrm>
          <a:off x="0" y="0"/>
          <a:ext cx="0" cy="0"/>
          <a:chOff x="0" y="0"/>
          <a:chExt cx="0" cy="0"/>
        </a:xfrm>
      </p:grpSpPr>
      <p:sp>
        <p:nvSpPr>
          <p:cNvPr id="28" name="Diamond 27">
            <a:extLst>
              <a:ext uri="{FF2B5EF4-FFF2-40B4-BE49-F238E27FC236}">
                <a16:creationId xmlns:a16="http://schemas.microsoft.com/office/drawing/2014/main" id="{D647EE49-82E3-4DA9-BA5D-DF952F6318D3}"/>
              </a:ext>
            </a:extLst>
          </p:cNvPr>
          <p:cNvSpPr/>
          <p:nvPr userDrawn="1"/>
        </p:nvSpPr>
        <p:spPr bwMode="invGray">
          <a:xfrm>
            <a:off x="3717528" y="1986368"/>
            <a:ext cx="1686758" cy="1686758"/>
          </a:xfrm>
          <a:prstGeom prst="diamond">
            <a:avLst/>
          </a:prstGeom>
          <a:noFill/>
          <a:ln w="19050">
            <a:solidFill>
              <a:schemeClr val="accent6">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2" name="Oval 21">
            <a:extLst>
              <a:ext uri="{FF2B5EF4-FFF2-40B4-BE49-F238E27FC236}">
                <a16:creationId xmlns:a16="http://schemas.microsoft.com/office/drawing/2014/main" id="{2F259ADB-D31C-4678-B56E-8C1A040D3936}"/>
              </a:ext>
            </a:extLst>
          </p:cNvPr>
          <p:cNvSpPr/>
          <p:nvPr userDrawn="1"/>
        </p:nvSpPr>
        <p:spPr bwMode="invGray">
          <a:xfrm rot="5400000">
            <a:off x="4544847" y="2807727"/>
            <a:ext cx="1068720" cy="1068720"/>
          </a:xfrm>
          <a:prstGeom prst="ellipse">
            <a:avLst/>
          </a:prstGeom>
          <a:gradFill>
            <a:gsLst>
              <a:gs pos="0">
                <a:schemeClr val="accent2"/>
              </a:gs>
              <a:gs pos="58000">
                <a:schemeClr val="bg1"/>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78ED4925-A51C-41FB-B448-144821E0E698}"/>
              </a:ext>
            </a:extLst>
          </p:cNvPr>
          <p:cNvSpPr/>
          <p:nvPr userDrawn="1"/>
        </p:nvSpPr>
        <p:spPr bwMode="invGray">
          <a:xfrm>
            <a:off x="4540083" y="1781965"/>
            <a:ext cx="1068720" cy="1068720"/>
          </a:xfrm>
          <a:prstGeom prst="ellipse">
            <a:avLst/>
          </a:prstGeom>
          <a:gradFill>
            <a:gsLst>
              <a:gs pos="0">
                <a:schemeClr val="accent1"/>
              </a:gs>
              <a:gs pos="58000">
                <a:schemeClr val="bg1"/>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CE02FE3-DCC2-4DAB-BB88-F5E7B81E86EF}"/>
              </a:ext>
            </a:extLst>
          </p:cNvPr>
          <p:cNvSpPr/>
          <p:nvPr userDrawn="1"/>
        </p:nvSpPr>
        <p:spPr bwMode="invGray">
          <a:xfrm rot="16200000" flipH="1">
            <a:off x="3518529" y="2802965"/>
            <a:ext cx="1068720" cy="1068720"/>
          </a:xfrm>
          <a:prstGeom prst="ellipse">
            <a:avLst/>
          </a:prstGeom>
          <a:gradFill>
            <a:gsLst>
              <a:gs pos="0">
                <a:schemeClr val="accent3"/>
              </a:gs>
              <a:gs pos="58000">
                <a:schemeClr val="bg1"/>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708E8DB-73F0-4E36-BB08-D76CD25BDE19}"/>
              </a:ext>
            </a:extLst>
          </p:cNvPr>
          <p:cNvSpPr/>
          <p:nvPr userDrawn="1"/>
        </p:nvSpPr>
        <p:spPr bwMode="invGray">
          <a:xfrm flipH="1">
            <a:off x="3530436" y="1789108"/>
            <a:ext cx="1068720" cy="1068720"/>
          </a:xfrm>
          <a:prstGeom prst="ellipse">
            <a:avLst/>
          </a:prstGeom>
          <a:gradFill>
            <a:gsLst>
              <a:gs pos="0">
                <a:schemeClr val="accent4"/>
              </a:gs>
              <a:gs pos="58000">
                <a:schemeClr val="bg1"/>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5">
            <a:extLst>
              <a:ext uri="{FF2B5EF4-FFF2-40B4-BE49-F238E27FC236}">
                <a16:creationId xmlns:a16="http://schemas.microsoft.com/office/drawing/2014/main" id="{D686D3A1-D555-4836-BDB4-AA547069B54A}"/>
              </a:ext>
            </a:extLst>
          </p:cNvPr>
          <p:cNvSpPr>
            <a:spLocks noGrp="1"/>
          </p:cNvSpPr>
          <p:nvPr>
            <p:ph type="body" sz="quarter" idx="35" hasCustomPrompt="1"/>
          </p:nvPr>
        </p:nvSpPr>
        <p:spPr bwMode="invGray">
          <a:xfrm>
            <a:off x="3833428" y="1953945"/>
            <a:ext cx="173124" cy="369332"/>
          </a:xfrm>
        </p:spPr>
        <p:txBody>
          <a:bodyPr wrap="none" lIns="0" tIns="0" rIns="0" bIns="0" anchor="ctr">
            <a:spAutoFit/>
          </a:bodyPr>
          <a:lstStyle>
            <a:lvl1pPr marL="0" indent="0" algn="ctr">
              <a:buNone/>
              <a:defRPr sz="2400">
                <a:solidFill>
                  <a:schemeClr val="tx1"/>
                </a:solidFill>
                <a:latin typeface="+mj-lt"/>
              </a:defRPr>
            </a:lvl1pPr>
          </a:lstStyle>
          <a:p>
            <a:pPr lvl="0"/>
            <a:r>
              <a:rPr lang="en-US"/>
              <a:t>4</a:t>
            </a:r>
          </a:p>
        </p:txBody>
      </p:sp>
      <p:sp>
        <p:nvSpPr>
          <p:cNvPr id="32" name="Text Placeholder 5">
            <a:extLst>
              <a:ext uri="{FF2B5EF4-FFF2-40B4-BE49-F238E27FC236}">
                <a16:creationId xmlns:a16="http://schemas.microsoft.com/office/drawing/2014/main" id="{DE9DF25D-2CC5-43CE-8BB0-FF8BA97B2636}"/>
              </a:ext>
            </a:extLst>
          </p:cNvPr>
          <p:cNvSpPr>
            <a:spLocks noGrp="1"/>
          </p:cNvSpPr>
          <p:nvPr>
            <p:ph type="body" sz="quarter" idx="36" hasCustomPrompt="1"/>
          </p:nvPr>
        </p:nvSpPr>
        <p:spPr bwMode="invGray">
          <a:xfrm>
            <a:off x="3973750" y="2473366"/>
            <a:ext cx="1174314" cy="660010"/>
          </a:xfrm>
        </p:spPr>
        <p:txBody>
          <a:bodyPr wrap="none" lIns="0" tIns="0" rIns="0" bIns="0" anchor="ctr">
            <a:noAutofit/>
          </a:bodyPr>
          <a:lstStyle>
            <a:lvl1pPr marL="0" indent="0" algn="ctr">
              <a:buNone/>
              <a:defRPr sz="1800">
                <a:solidFill>
                  <a:schemeClr val="tx1"/>
                </a:solidFill>
                <a:latin typeface="+mj-lt"/>
              </a:defRPr>
            </a:lvl1pPr>
          </a:lstStyle>
          <a:p>
            <a:pPr lvl="0"/>
            <a:r>
              <a:rPr lang="en-US"/>
              <a:t>Text</a:t>
            </a:r>
          </a:p>
        </p:txBody>
      </p:sp>
      <p:sp>
        <p:nvSpPr>
          <p:cNvPr id="33" name="Text Placeholder 5">
            <a:extLst>
              <a:ext uri="{FF2B5EF4-FFF2-40B4-BE49-F238E27FC236}">
                <a16:creationId xmlns:a16="http://schemas.microsoft.com/office/drawing/2014/main" id="{B04C66A7-2AC5-4BB4-AA67-9FEE4F390519}"/>
              </a:ext>
            </a:extLst>
          </p:cNvPr>
          <p:cNvSpPr>
            <a:spLocks noGrp="1"/>
          </p:cNvSpPr>
          <p:nvPr>
            <p:ph type="body" sz="quarter" idx="37" hasCustomPrompt="1"/>
          </p:nvPr>
        </p:nvSpPr>
        <p:spPr bwMode="invGray">
          <a:xfrm>
            <a:off x="3835833" y="3256804"/>
            <a:ext cx="168315" cy="369332"/>
          </a:xfrm>
        </p:spPr>
        <p:txBody>
          <a:bodyPr wrap="none" lIns="0" tIns="0" rIns="0" bIns="0" anchor="ctr">
            <a:spAutoFit/>
          </a:bodyPr>
          <a:lstStyle>
            <a:lvl1pPr marL="0" indent="0" algn="ctr">
              <a:buNone/>
              <a:defRPr sz="2400">
                <a:solidFill>
                  <a:schemeClr val="tx1"/>
                </a:solidFill>
                <a:latin typeface="+mj-lt"/>
              </a:defRPr>
            </a:lvl1pPr>
          </a:lstStyle>
          <a:p>
            <a:pPr lvl="0"/>
            <a:r>
              <a:rPr lang="en-US"/>
              <a:t>3</a:t>
            </a:r>
          </a:p>
        </p:txBody>
      </p:sp>
      <p:sp>
        <p:nvSpPr>
          <p:cNvPr id="34" name="Text Placeholder 5">
            <a:extLst>
              <a:ext uri="{FF2B5EF4-FFF2-40B4-BE49-F238E27FC236}">
                <a16:creationId xmlns:a16="http://schemas.microsoft.com/office/drawing/2014/main" id="{2ADA71F5-7129-400C-B0DF-AC357FF32F31}"/>
              </a:ext>
            </a:extLst>
          </p:cNvPr>
          <p:cNvSpPr>
            <a:spLocks noGrp="1"/>
          </p:cNvSpPr>
          <p:nvPr>
            <p:ph type="body" sz="quarter" idx="38" hasCustomPrompt="1"/>
          </p:nvPr>
        </p:nvSpPr>
        <p:spPr bwMode="invGray">
          <a:xfrm>
            <a:off x="5188282" y="1953945"/>
            <a:ext cx="144270" cy="369332"/>
          </a:xfrm>
        </p:spPr>
        <p:txBody>
          <a:bodyPr wrap="none" lIns="0" tIns="0" rIns="0" bIns="0" anchor="ctr">
            <a:spAutoFit/>
          </a:bodyPr>
          <a:lstStyle>
            <a:lvl1pPr marL="0" indent="0" algn="ctr">
              <a:buNone/>
              <a:defRPr sz="2400">
                <a:solidFill>
                  <a:schemeClr val="tx1"/>
                </a:solidFill>
                <a:latin typeface="+mj-lt"/>
              </a:defRPr>
            </a:lvl1pPr>
          </a:lstStyle>
          <a:p>
            <a:pPr lvl="0"/>
            <a:r>
              <a:rPr lang="en-US"/>
              <a:t>1</a:t>
            </a:r>
          </a:p>
        </p:txBody>
      </p:sp>
      <p:sp>
        <p:nvSpPr>
          <p:cNvPr id="35" name="Text Placeholder 5">
            <a:extLst>
              <a:ext uri="{FF2B5EF4-FFF2-40B4-BE49-F238E27FC236}">
                <a16:creationId xmlns:a16="http://schemas.microsoft.com/office/drawing/2014/main" id="{9728EC26-22D9-446A-858E-1380646BEC8D}"/>
              </a:ext>
            </a:extLst>
          </p:cNvPr>
          <p:cNvSpPr>
            <a:spLocks noGrp="1"/>
          </p:cNvSpPr>
          <p:nvPr>
            <p:ph type="body" sz="quarter" idx="39" hasCustomPrompt="1"/>
          </p:nvPr>
        </p:nvSpPr>
        <p:spPr bwMode="invGray">
          <a:xfrm>
            <a:off x="5176260" y="3256804"/>
            <a:ext cx="168315" cy="369332"/>
          </a:xfrm>
        </p:spPr>
        <p:txBody>
          <a:bodyPr wrap="none" lIns="0" tIns="0" rIns="0" bIns="0" anchor="ctr">
            <a:spAutoFit/>
          </a:bodyPr>
          <a:lstStyle>
            <a:lvl1pPr marL="0" indent="0" algn="ctr">
              <a:buNone/>
              <a:defRPr sz="2400">
                <a:solidFill>
                  <a:schemeClr val="tx1"/>
                </a:solidFill>
                <a:latin typeface="+mj-lt"/>
              </a:defRPr>
            </a:lvl1pPr>
          </a:lstStyle>
          <a:p>
            <a:pPr lvl="0"/>
            <a:r>
              <a:rPr lang="en-US"/>
              <a:t>2</a:t>
            </a:r>
          </a:p>
        </p:txBody>
      </p:sp>
      <p:sp>
        <p:nvSpPr>
          <p:cNvPr id="44" name="Text Placeholder 5">
            <a:extLst>
              <a:ext uri="{FF2B5EF4-FFF2-40B4-BE49-F238E27FC236}">
                <a16:creationId xmlns:a16="http://schemas.microsoft.com/office/drawing/2014/main" id="{B228C6B8-C454-4F13-B085-2826A647087E}"/>
              </a:ext>
            </a:extLst>
          </p:cNvPr>
          <p:cNvSpPr>
            <a:spLocks noGrp="1"/>
          </p:cNvSpPr>
          <p:nvPr>
            <p:ph type="body" sz="quarter" idx="13" hasCustomPrompt="1"/>
          </p:nvPr>
        </p:nvSpPr>
        <p:spPr bwMode="invGray">
          <a:xfrm>
            <a:off x="320675" y="1441938"/>
            <a:ext cx="3017520" cy="1318847"/>
          </a:xfrm>
        </p:spPr>
        <p:txBody>
          <a:bodyPr lIns="0" tIns="0" rIns="0" bIns="0" anchor="t"/>
          <a:lstStyle>
            <a:lvl1pPr marL="0" indent="0" algn="l">
              <a:buFont typeface="Arial" panose="020B0604020202020204" pitchFamily="34" charset="0"/>
              <a:buNone/>
              <a:defRPr sz="1200">
                <a:latin typeface="+mn-lt"/>
              </a:defRPr>
            </a:lvl1pPr>
          </a:lstStyle>
          <a:p>
            <a:pPr lvl="0"/>
            <a:r>
              <a:rPr lang="en-US"/>
              <a:t>Text</a:t>
            </a:r>
          </a:p>
        </p:txBody>
      </p:sp>
      <p:sp>
        <p:nvSpPr>
          <p:cNvPr id="45" name="Text Placeholder 5">
            <a:extLst>
              <a:ext uri="{FF2B5EF4-FFF2-40B4-BE49-F238E27FC236}">
                <a16:creationId xmlns:a16="http://schemas.microsoft.com/office/drawing/2014/main" id="{59DE835B-E0E7-4904-B71F-7A45A531F3E4}"/>
              </a:ext>
            </a:extLst>
          </p:cNvPr>
          <p:cNvSpPr>
            <a:spLocks noGrp="1"/>
          </p:cNvSpPr>
          <p:nvPr>
            <p:ph type="body" sz="quarter" idx="49" hasCustomPrompt="1"/>
          </p:nvPr>
        </p:nvSpPr>
        <p:spPr bwMode="invGray">
          <a:xfrm>
            <a:off x="320675" y="1074738"/>
            <a:ext cx="3017520" cy="349616"/>
          </a:xfrm>
        </p:spPr>
        <p:txBody>
          <a:bodyPr lIns="0" tIns="0" rIns="0" bIns="0" anchor="ctr"/>
          <a:lstStyle>
            <a:lvl1pPr marL="0" indent="0" algn="l">
              <a:buFont typeface="Arial" panose="020B0604020202020204" pitchFamily="34" charset="0"/>
              <a:buNone/>
              <a:defRPr sz="1400">
                <a:solidFill>
                  <a:schemeClr val="accent4"/>
                </a:solidFill>
                <a:latin typeface="+mj-lt"/>
              </a:defRPr>
            </a:lvl1pPr>
          </a:lstStyle>
          <a:p>
            <a:pPr lvl="0"/>
            <a:r>
              <a:rPr lang="en-US"/>
              <a:t>Title</a:t>
            </a:r>
          </a:p>
        </p:txBody>
      </p:sp>
      <p:sp>
        <p:nvSpPr>
          <p:cNvPr id="46" name="Text Placeholder 5">
            <a:extLst>
              <a:ext uri="{FF2B5EF4-FFF2-40B4-BE49-F238E27FC236}">
                <a16:creationId xmlns:a16="http://schemas.microsoft.com/office/drawing/2014/main" id="{FFE36F5A-6540-404B-BAC3-45490143A4BB}"/>
              </a:ext>
            </a:extLst>
          </p:cNvPr>
          <p:cNvSpPr>
            <a:spLocks noGrp="1"/>
          </p:cNvSpPr>
          <p:nvPr>
            <p:ph type="body" sz="quarter" idx="50" hasCustomPrompt="1"/>
          </p:nvPr>
        </p:nvSpPr>
        <p:spPr bwMode="invGray">
          <a:xfrm>
            <a:off x="320675" y="3253153"/>
            <a:ext cx="3017520" cy="1318847"/>
          </a:xfrm>
        </p:spPr>
        <p:txBody>
          <a:bodyPr lIns="0" tIns="0" rIns="0" bIns="0" anchor="t"/>
          <a:lstStyle>
            <a:lvl1pPr marL="0" indent="0" algn="l">
              <a:buFont typeface="Arial" panose="020B0604020202020204" pitchFamily="34" charset="0"/>
              <a:buNone/>
              <a:defRPr sz="1200">
                <a:latin typeface="+mn-lt"/>
              </a:defRPr>
            </a:lvl1pPr>
          </a:lstStyle>
          <a:p>
            <a:pPr lvl="0"/>
            <a:r>
              <a:rPr lang="en-US"/>
              <a:t>Text</a:t>
            </a:r>
          </a:p>
        </p:txBody>
      </p:sp>
      <p:sp>
        <p:nvSpPr>
          <p:cNvPr id="49" name="Text Placeholder 5">
            <a:extLst>
              <a:ext uri="{FF2B5EF4-FFF2-40B4-BE49-F238E27FC236}">
                <a16:creationId xmlns:a16="http://schemas.microsoft.com/office/drawing/2014/main" id="{37E674A5-D356-4589-8349-70F08635D01D}"/>
              </a:ext>
            </a:extLst>
          </p:cNvPr>
          <p:cNvSpPr>
            <a:spLocks noGrp="1"/>
          </p:cNvSpPr>
          <p:nvPr>
            <p:ph type="body" sz="quarter" idx="51" hasCustomPrompt="1"/>
          </p:nvPr>
        </p:nvSpPr>
        <p:spPr bwMode="invGray">
          <a:xfrm>
            <a:off x="320675" y="2885953"/>
            <a:ext cx="3017520" cy="349616"/>
          </a:xfrm>
        </p:spPr>
        <p:txBody>
          <a:bodyPr lIns="0" tIns="0" rIns="0" bIns="0" anchor="ctr"/>
          <a:lstStyle>
            <a:lvl1pPr marL="0" marR="0" indent="0" algn="l" defTabSz="914400" rtl="0" eaLnBrk="1" fontAlgn="auto" latinLnBrk="0" hangingPunct="1">
              <a:lnSpc>
                <a:spcPct val="100000"/>
              </a:lnSpc>
              <a:spcBef>
                <a:spcPts val="0"/>
              </a:spcBef>
              <a:spcAft>
                <a:spcPts val="400"/>
              </a:spcAft>
              <a:buClr>
                <a:srgbClr val="FFFFFF"/>
              </a:buClr>
              <a:buSzPct val="100000"/>
              <a:buFont typeface="Arial" panose="020B0604020202020204" pitchFamily="34" charset="0"/>
              <a:buNone/>
              <a:tabLst/>
              <a:defRPr sz="1400">
                <a:solidFill>
                  <a:schemeClr val="accent3"/>
                </a:solidFill>
                <a:latin typeface="+mj-lt"/>
              </a:defRPr>
            </a:lvl1pPr>
          </a:lstStyle>
          <a:p>
            <a:pPr lvl="0"/>
            <a:r>
              <a:rPr lang="en-US"/>
              <a:t>Title</a:t>
            </a:r>
          </a:p>
        </p:txBody>
      </p:sp>
      <p:sp>
        <p:nvSpPr>
          <p:cNvPr id="50" name="Text Placeholder 5">
            <a:extLst>
              <a:ext uri="{FF2B5EF4-FFF2-40B4-BE49-F238E27FC236}">
                <a16:creationId xmlns:a16="http://schemas.microsoft.com/office/drawing/2014/main" id="{C34FA53B-F531-4886-B345-0ECF29DACF5A}"/>
              </a:ext>
            </a:extLst>
          </p:cNvPr>
          <p:cNvSpPr>
            <a:spLocks noGrp="1"/>
          </p:cNvSpPr>
          <p:nvPr>
            <p:ph type="body" sz="quarter" idx="52" hasCustomPrompt="1"/>
          </p:nvPr>
        </p:nvSpPr>
        <p:spPr bwMode="invGray">
          <a:xfrm>
            <a:off x="5787488" y="1441938"/>
            <a:ext cx="3017520" cy="1318847"/>
          </a:xfrm>
        </p:spPr>
        <p:txBody>
          <a:bodyPr lIns="0" tIns="0" rIns="0" bIns="0" anchor="t"/>
          <a:lstStyle>
            <a:lvl1pPr marL="0" indent="0" algn="r">
              <a:buFont typeface="Arial" panose="020B0604020202020204" pitchFamily="34" charset="0"/>
              <a:buNone/>
              <a:defRPr sz="1200">
                <a:latin typeface="+mn-lt"/>
              </a:defRPr>
            </a:lvl1pPr>
          </a:lstStyle>
          <a:p>
            <a:pPr lvl="0"/>
            <a:r>
              <a:rPr lang="en-US"/>
              <a:t>Text</a:t>
            </a:r>
          </a:p>
        </p:txBody>
      </p:sp>
      <p:sp>
        <p:nvSpPr>
          <p:cNvPr id="54" name="Text Placeholder 5">
            <a:extLst>
              <a:ext uri="{FF2B5EF4-FFF2-40B4-BE49-F238E27FC236}">
                <a16:creationId xmlns:a16="http://schemas.microsoft.com/office/drawing/2014/main" id="{94B3C364-5411-4916-A935-D899A61821A4}"/>
              </a:ext>
            </a:extLst>
          </p:cNvPr>
          <p:cNvSpPr>
            <a:spLocks noGrp="1"/>
          </p:cNvSpPr>
          <p:nvPr>
            <p:ph type="body" sz="quarter" idx="53" hasCustomPrompt="1"/>
          </p:nvPr>
        </p:nvSpPr>
        <p:spPr bwMode="invGray">
          <a:xfrm>
            <a:off x="5787488" y="1074738"/>
            <a:ext cx="3017520" cy="349616"/>
          </a:xfrm>
        </p:spPr>
        <p:txBody>
          <a:bodyPr lIns="0" tIns="0" rIns="0" bIns="0" anchor="ctr"/>
          <a:lstStyle>
            <a:lvl1pPr marL="0" indent="0" algn="r">
              <a:buFont typeface="Arial" panose="020B0604020202020204" pitchFamily="34" charset="0"/>
              <a:buNone/>
              <a:defRPr sz="1400">
                <a:solidFill>
                  <a:schemeClr val="accent1"/>
                </a:solidFill>
                <a:latin typeface="+mj-lt"/>
              </a:defRPr>
            </a:lvl1pPr>
          </a:lstStyle>
          <a:p>
            <a:pPr lvl="0"/>
            <a:r>
              <a:rPr lang="en-US"/>
              <a:t>Title</a:t>
            </a:r>
          </a:p>
        </p:txBody>
      </p:sp>
      <p:sp>
        <p:nvSpPr>
          <p:cNvPr id="55" name="Text Placeholder 5">
            <a:extLst>
              <a:ext uri="{FF2B5EF4-FFF2-40B4-BE49-F238E27FC236}">
                <a16:creationId xmlns:a16="http://schemas.microsoft.com/office/drawing/2014/main" id="{6704B853-92BC-4755-8429-4E8BF0F67255}"/>
              </a:ext>
            </a:extLst>
          </p:cNvPr>
          <p:cNvSpPr>
            <a:spLocks noGrp="1"/>
          </p:cNvSpPr>
          <p:nvPr>
            <p:ph type="body" sz="quarter" idx="54" hasCustomPrompt="1"/>
          </p:nvPr>
        </p:nvSpPr>
        <p:spPr bwMode="invGray">
          <a:xfrm>
            <a:off x="5787488" y="3253153"/>
            <a:ext cx="3017520" cy="1318847"/>
          </a:xfrm>
        </p:spPr>
        <p:txBody>
          <a:bodyPr lIns="0" tIns="0" rIns="0" bIns="0" anchor="t"/>
          <a:lstStyle>
            <a:lvl1pPr marL="0" indent="0" algn="r">
              <a:buFont typeface="Arial" panose="020B0604020202020204" pitchFamily="34" charset="0"/>
              <a:buNone/>
              <a:defRPr sz="1200">
                <a:latin typeface="+mn-lt"/>
              </a:defRPr>
            </a:lvl1pPr>
          </a:lstStyle>
          <a:p>
            <a:pPr lvl="0"/>
            <a:r>
              <a:rPr lang="en-US"/>
              <a:t>Text</a:t>
            </a:r>
          </a:p>
        </p:txBody>
      </p:sp>
      <p:sp>
        <p:nvSpPr>
          <p:cNvPr id="56" name="Text Placeholder 5">
            <a:extLst>
              <a:ext uri="{FF2B5EF4-FFF2-40B4-BE49-F238E27FC236}">
                <a16:creationId xmlns:a16="http://schemas.microsoft.com/office/drawing/2014/main" id="{10F7BB3B-070D-44D0-8532-22A766ECACC4}"/>
              </a:ext>
            </a:extLst>
          </p:cNvPr>
          <p:cNvSpPr>
            <a:spLocks noGrp="1"/>
          </p:cNvSpPr>
          <p:nvPr>
            <p:ph type="body" sz="quarter" idx="55" hasCustomPrompt="1"/>
          </p:nvPr>
        </p:nvSpPr>
        <p:spPr bwMode="invGray">
          <a:xfrm>
            <a:off x="5787488" y="2885953"/>
            <a:ext cx="3017520" cy="349616"/>
          </a:xfrm>
        </p:spPr>
        <p:txBody>
          <a:bodyPr lIns="0" tIns="0" rIns="0" bIns="0" anchor="ctr"/>
          <a:lstStyle>
            <a:lvl1pPr marL="0" indent="0" algn="r">
              <a:buFont typeface="Arial" panose="020B0604020202020204" pitchFamily="34" charset="0"/>
              <a:buNone/>
              <a:defRPr sz="1400">
                <a:solidFill>
                  <a:schemeClr val="accent2"/>
                </a:solidFill>
                <a:latin typeface="+mj-lt"/>
              </a:defRPr>
            </a:lvl1pPr>
          </a:lstStyle>
          <a:p>
            <a:pPr lvl="0"/>
            <a:r>
              <a:rPr lang="en-US"/>
              <a:t>Title</a:t>
            </a:r>
          </a:p>
        </p:txBody>
      </p:sp>
      <p:sp>
        <p:nvSpPr>
          <p:cNvPr id="24" name="Slide Number Placeholder 5">
            <a:extLst>
              <a:ext uri="{FF2B5EF4-FFF2-40B4-BE49-F238E27FC236}">
                <a16:creationId xmlns:a16="http://schemas.microsoft.com/office/drawing/2014/main" id="{46F0B77D-73F4-4212-9FED-B7200E122021}"/>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026408026"/>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ight titles">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360A106C-7E83-4E97-8AE0-90E2885456BF}"/>
              </a:ext>
            </a:extLst>
          </p:cNvPr>
          <p:cNvCxnSpPr>
            <a:cxnSpLocks/>
          </p:cNvCxnSpPr>
          <p:nvPr userDrawn="1"/>
        </p:nvCxnSpPr>
        <p:spPr bwMode="invGray">
          <a:xfrm flipV="1">
            <a:off x="320675" y="2824162"/>
            <a:ext cx="8493125" cy="1"/>
          </a:xfrm>
          <a:prstGeom prst="line">
            <a:avLst/>
          </a:prstGeom>
          <a:ln>
            <a:gradFill flip="none" rotWithShape="1">
              <a:gsLst>
                <a:gs pos="0">
                  <a:schemeClr val="accent1">
                    <a:alpha val="0"/>
                  </a:schemeClr>
                </a:gs>
                <a:gs pos="50000">
                  <a:schemeClr val="accent1"/>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B0A45B7-0313-483B-AE78-7E39674CD89A}"/>
              </a:ext>
            </a:extLst>
          </p:cNvPr>
          <p:cNvCxnSpPr/>
          <p:nvPr userDrawn="1"/>
        </p:nvCxnSpPr>
        <p:spPr bwMode="invGray">
          <a:xfrm>
            <a:off x="2399194" y="1076325"/>
            <a:ext cx="0" cy="3495675"/>
          </a:xfrm>
          <a:prstGeom prst="line">
            <a:avLst/>
          </a:prstGeom>
          <a:ln>
            <a:gradFill flip="none" rotWithShape="1">
              <a:gsLst>
                <a:gs pos="0">
                  <a:schemeClr val="accent1">
                    <a:alpha val="0"/>
                  </a:schemeClr>
                </a:gs>
                <a:gs pos="50000">
                  <a:schemeClr val="accent1"/>
                </a:gs>
                <a:gs pos="100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7F9E84B-B0C7-4FEB-B8C8-B5137DF9BA2F}"/>
              </a:ext>
            </a:extLst>
          </p:cNvPr>
          <p:cNvCxnSpPr/>
          <p:nvPr userDrawn="1"/>
        </p:nvCxnSpPr>
        <p:spPr bwMode="invGray">
          <a:xfrm>
            <a:off x="4562840" y="1076325"/>
            <a:ext cx="0" cy="3495675"/>
          </a:xfrm>
          <a:prstGeom prst="line">
            <a:avLst/>
          </a:prstGeom>
          <a:ln>
            <a:gradFill flip="none" rotWithShape="1">
              <a:gsLst>
                <a:gs pos="0">
                  <a:schemeClr val="accent1">
                    <a:alpha val="0"/>
                  </a:schemeClr>
                </a:gs>
                <a:gs pos="50000">
                  <a:schemeClr val="accent1"/>
                </a:gs>
                <a:gs pos="100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6746778-1213-402F-A56D-B7A31D93C456}"/>
              </a:ext>
            </a:extLst>
          </p:cNvPr>
          <p:cNvCxnSpPr/>
          <p:nvPr userDrawn="1"/>
        </p:nvCxnSpPr>
        <p:spPr bwMode="invGray">
          <a:xfrm>
            <a:off x="6726487" y="1076325"/>
            <a:ext cx="0" cy="3495675"/>
          </a:xfrm>
          <a:prstGeom prst="line">
            <a:avLst/>
          </a:prstGeom>
          <a:ln>
            <a:gradFill flip="none" rotWithShape="1">
              <a:gsLst>
                <a:gs pos="0">
                  <a:schemeClr val="accent1">
                    <a:alpha val="0"/>
                  </a:schemeClr>
                </a:gs>
                <a:gs pos="50000">
                  <a:schemeClr val="accent1"/>
                </a:gs>
                <a:gs pos="100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inv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inv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invGray">
          <a:xfrm>
            <a:off x="320675" y="1074738"/>
            <a:ext cx="1993392" cy="1645920"/>
          </a:xfrm>
        </p:spPr>
        <p:txBody>
          <a:bodyPr lIns="0" tIns="0" rIns="0" bIns="0" anchor="t"/>
          <a:lstStyle>
            <a:lvl1pPr marL="0" indent="0" algn="l">
              <a:buFont typeface="Arial" panose="020B0604020202020204" pitchFamily="34" charset="0"/>
              <a:buNone/>
              <a:defRPr sz="1100">
                <a:latin typeface="+mn-lt"/>
              </a:defRPr>
            </a:lvl1pPr>
          </a:lstStyle>
          <a:p>
            <a:pPr lvl="0"/>
            <a:r>
              <a:rPr lang="en-US"/>
              <a:t>Text</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invGray">
          <a:xfrm>
            <a:off x="2484321" y="1074738"/>
            <a:ext cx="1993392" cy="1645920"/>
          </a:xfrm>
        </p:spPr>
        <p:txBody>
          <a:bodyPr lIns="0" tIns="0" rIns="0" bIns="0" anchor="t"/>
          <a:lstStyle>
            <a:lvl1pPr marL="0" indent="0" algn="l">
              <a:buFont typeface="Arial" panose="020B0604020202020204" pitchFamily="34" charset="0"/>
              <a:buNone/>
              <a:defRPr sz="1100">
                <a:latin typeface="+mn-lt"/>
              </a:defRPr>
            </a:lvl1pPr>
          </a:lstStyle>
          <a:p>
            <a:pPr lvl="0"/>
            <a:r>
              <a:rPr lang="en-US"/>
              <a:t>Text</a:t>
            </a:r>
          </a:p>
        </p:txBody>
      </p:sp>
      <p:sp>
        <p:nvSpPr>
          <p:cNvPr id="53" name="Text Placeholder 5">
            <a:extLst>
              <a:ext uri="{FF2B5EF4-FFF2-40B4-BE49-F238E27FC236}">
                <a16:creationId xmlns:a16="http://schemas.microsoft.com/office/drawing/2014/main" id="{51A44452-CBAC-4F3B-A256-C86AB53549C3}"/>
              </a:ext>
            </a:extLst>
          </p:cNvPr>
          <p:cNvSpPr>
            <a:spLocks noGrp="1"/>
          </p:cNvSpPr>
          <p:nvPr>
            <p:ph type="body" sz="quarter" idx="28" hasCustomPrompt="1"/>
          </p:nvPr>
        </p:nvSpPr>
        <p:spPr bwMode="invGray">
          <a:xfrm>
            <a:off x="4647967" y="1074738"/>
            <a:ext cx="1993392" cy="1645920"/>
          </a:xfrm>
        </p:spPr>
        <p:txBody>
          <a:bodyPr lIns="0" tIns="0" rIns="0" bIns="0" anchor="t"/>
          <a:lstStyle>
            <a:lvl1pPr marL="0" indent="0" algn="l">
              <a:buFont typeface="Arial" panose="020B0604020202020204" pitchFamily="34" charset="0"/>
              <a:buNone/>
              <a:defRPr sz="1100">
                <a:latin typeface="+mn-lt"/>
              </a:defRPr>
            </a:lvl1pPr>
          </a:lstStyle>
          <a:p>
            <a:pPr lvl="0"/>
            <a:r>
              <a:rPr lang="en-US"/>
              <a:t>Text</a:t>
            </a:r>
          </a:p>
        </p:txBody>
      </p:sp>
      <p:sp>
        <p:nvSpPr>
          <p:cNvPr id="63" name="Text Placeholder 5">
            <a:extLst>
              <a:ext uri="{FF2B5EF4-FFF2-40B4-BE49-F238E27FC236}">
                <a16:creationId xmlns:a16="http://schemas.microsoft.com/office/drawing/2014/main" id="{25151AA9-F1AE-42EA-81BD-CE6A771801E4}"/>
              </a:ext>
            </a:extLst>
          </p:cNvPr>
          <p:cNvSpPr>
            <a:spLocks noGrp="1"/>
          </p:cNvSpPr>
          <p:nvPr>
            <p:ph type="body" sz="quarter" idx="32" hasCustomPrompt="1"/>
          </p:nvPr>
        </p:nvSpPr>
        <p:spPr bwMode="invGray">
          <a:xfrm>
            <a:off x="320675" y="2926080"/>
            <a:ext cx="1993392" cy="1645920"/>
          </a:xfrm>
        </p:spPr>
        <p:txBody>
          <a:bodyPr lIns="0" tIns="0" rIns="0" bIns="0" anchor="t"/>
          <a:lstStyle>
            <a:lvl1pPr marL="0" indent="0" algn="l">
              <a:buFont typeface="Arial" panose="020B0604020202020204" pitchFamily="34" charset="0"/>
              <a:buNone/>
              <a:defRPr sz="1100">
                <a:latin typeface="+mn-lt"/>
              </a:defRPr>
            </a:lvl1pPr>
          </a:lstStyle>
          <a:p>
            <a:pPr lvl="0"/>
            <a:r>
              <a:rPr lang="en-US"/>
              <a:t>Text</a:t>
            </a:r>
          </a:p>
        </p:txBody>
      </p:sp>
      <p:sp>
        <p:nvSpPr>
          <p:cNvPr id="64" name="Text Placeholder 5">
            <a:extLst>
              <a:ext uri="{FF2B5EF4-FFF2-40B4-BE49-F238E27FC236}">
                <a16:creationId xmlns:a16="http://schemas.microsoft.com/office/drawing/2014/main" id="{84591BF7-D684-400E-ADB3-8BA8566583A4}"/>
              </a:ext>
            </a:extLst>
          </p:cNvPr>
          <p:cNvSpPr>
            <a:spLocks noGrp="1"/>
          </p:cNvSpPr>
          <p:nvPr>
            <p:ph type="body" sz="quarter" idx="33" hasCustomPrompt="1"/>
          </p:nvPr>
        </p:nvSpPr>
        <p:spPr bwMode="invGray">
          <a:xfrm>
            <a:off x="2484322" y="2926080"/>
            <a:ext cx="1993392" cy="1645920"/>
          </a:xfrm>
        </p:spPr>
        <p:txBody>
          <a:bodyPr lIns="0" tIns="0" rIns="0" bIns="0" anchor="t"/>
          <a:lstStyle>
            <a:lvl1pPr marL="0" indent="0" algn="l">
              <a:buFont typeface="Arial" panose="020B0604020202020204" pitchFamily="34" charset="0"/>
              <a:buNone/>
              <a:defRPr sz="1100">
                <a:latin typeface="+mn-lt"/>
              </a:defRPr>
            </a:lvl1pPr>
          </a:lstStyle>
          <a:p>
            <a:pPr lvl="0"/>
            <a:r>
              <a:rPr lang="en-US"/>
              <a:t>Text</a:t>
            </a:r>
          </a:p>
        </p:txBody>
      </p:sp>
      <p:sp>
        <p:nvSpPr>
          <p:cNvPr id="65" name="Text Placeholder 5">
            <a:extLst>
              <a:ext uri="{FF2B5EF4-FFF2-40B4-BE49-F238E27FC236}">
                <a16:creationId xmlns:a16="http://schemas.microsoft.com/office/drawing/2014/main" id="{0621D659-92B1-4C6E-BA9E-340B7DE5A15D}"/>
              </a:ext>
            </a:extLst>
          </p:cNvPr>
          <p:cNvSpPr>
            <a:spLocks noGrp="1"/>
          </p:cNvSpPr>
          <p:nvPr>
            <p:ph type="body" sz="quarter" idx="34" hasCustomPrompt="1"/>
          </p:nvPr>
        </p:nvSpPr>
        <p:spPr bwMode="invGray">
          <a:xfrm>
            <a:off x="4647969" y="2926080"/>
            <a:ext cx="1993392" cy="1645920"/>
          </a:xfrm>
        </p:spPr>
        <p:txBody>
          <a:bodyPr lIns="0" tIns="0" rIns="0" bIns="0" anchor="t"/>
          <a:lstStyle>
            <a:lvl1pPr marL="0" indent="0" algn="l">
              <a:buFont typeface="Arial" panose="020B0604020202020204" pitchFamily="34" charset="0"/>
              <a:buNone/>
              <a:defRPr sz="1100">
                <a:latin typeface="+mn-lt"/>
              </a:defRPr>
            </a:lvl1pPr>
          </a:lstStyle>
          <a:p>
            <a:pPr lvl="0"/>
            <a:r>
              <a:rPr lang="en-US"/>
              <a:t>Text</a:t>
            </a:r>
          </a:p>
        </p:txBody>
      </p:sp>
      <p:sp>
        <p:nvSpPr>
          <p:cNvPr id="28" name="Text Placeholder 5">
            <a:extLst>
              <a:ext uri="{FF2B5EF4-FFF2-40B4-BE49-F238E27FC236}">
                <a16:creationId xmlns:a16="http://schemas.microsoft.com/office/drawing/2014/main" id="{04D45D0F-ACD9-4F42-B26B-D669974F0A30}"/>
              </a:ext>
            </a:extLst>
          </p:cNvPr>
          <p:cNvSpPr>
            <a:spLocks noGrp="1"/>
          </p:cNvSpPr>
          <p:nvPr>
            <p:ph type="body" sz="quarter" idx="35" hasCustomPrompt="1"/>
          </p:nvPr>
        </p:nvSpPr>
        <p:spPr bwMode="invGray">
          <a:xfrm>
            <a:off x="6811616" y="1074738"/>
            <a:ext cx="1993392" cy="1645920"/>
          </a:xfrm>
        </p:spPr>
        <p:txBody>
          <a:bodyPr lIns="0" tIns="0" rIns="0" bIns="0" anchor="t"/>
          <a:lstStyle>
            <a:lvl1pPr marL="0" indent="0" algn="l">
              <a:buFont typeface="Arial" panose="020B0604020202020204" pitchFamily="34" charset="0"/>
              <a:buNone/>
              <a:defRPr sz="1100">
                <a:latin typeface="+mn-lt"/>
              </a:defRPr>
            </a:lvl1pPr>
          </a:lstStyle>
          <a:p>
            <a:pPr lvl="0"/>
            <a:r>
              <a:rPr lang="en-US"/>
              <a:t>Text</a:t>
            </a:r>
          </a:p>
        </p:txBody>
      </p:sp>
      <p:sp>
        <p:nvSpPr>
          <p:cNvPr id="31" name="Text Placeholder 5">
            <a:extLst>
              <a:ext uri="{FF2B5EF4-FFF2-40B4-BE49-F238E27FC236}">
                <a16:creationId xmlns:a16="http://schemas.microsoft.com/office/drawing/2014/main" id="{EC0D2291-4990-48EB-AB3C-41113664CF1A}"/>
              </a:ext>
            </a:extLst>
          </p:cNvPr>
          <p:cNvSpPr>
            <a:spLocks noGrp="1"/>
          </p:cNvSpPr>
          <p:nvPr>
            <p:ph type="body" sz="quarter" idx="36" hasCustomPrompt="1"/>
          </p:nvPr>
        </p:nvSpPr>
        <p:spPr bwMode="invGray">
          <a:xfrm>
            <a:off x="6811616" y="2926080"/>
            <a:ext cx="1993392" cy="1645920"/>
          </a:xfrm>
        </p:spPr>
        <p:txBody>
          <a:bodyPr lIns="0" tIns="0" rIns="0" bIns="0" anchor="t"/>
          <a:lstStyle>
            <a:lvl1pPr marL="0" indent="0" algn="l">
              <a:buFont typeface="Arial" panose="020B0604020202020204" pitchFamily="34" charset="0"/>
              <a:buNone/>
              <a:defRPr sz="1100">
                <a:latin typeface="+mn-lt"/>
              </a:defRPr>
            </a:lvl1pPr>
          </a:lstStyle>
          <a:p>
            <a:pPr lvl="0"/>
            <a:r>
              <a:rPr lang="en-US"/>
              <a:t>Text</a:t>
            </a:r>
          </a:p>
        </p:txBody>
      </p:sp>
      <p:sp>
        <p:nvSpPr>
          <p:cNvPr id="16" name="Slide Number Placeholder 5">
            <a:extLst>
              <a:ext uri="{FF2B5EF4-FFF2-40B4-BE49-F238E27FC236}">
                <a16:creationId xmlns:a16="http://schemas.microsoft.com/office/drawing/2014/main" id="{9F0BDF4D-B31D-40E0-B8F8-A6ACCD40B224}"/>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051594504"/>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C3DED43-0142-4050-A466-2CBA34767972}"/>
              </a:ext>
            </a:extLst>
          </p:cNvPr>
          <p:cNvGrpSpPr/>
          <p:nvPr userDrawn="1"/>
        </p:nvGrpSpPr>
        <p:grpSpPr bwMode="invGray">
          <a:xfrm>
            <a:off x="4648200" y="699958"/>
            <a:ext cx="4007391" cy="3442714"/>
            <a:chOff x="6531873" y="1076325"/>
            <a:chExt cx="2283515" cy="1961747"/>
          </a:xfrm>
        </p:grpSpPr>
        <p:sp>
          <p:nvSpPr>
            <p:cNvPr id="9" name="Oval 8">
              <a:extLst>
                <a:ext uri="{FF2B5EF4-FFF2-40B4-BE49-F238E27FC236}">
                  <a16:creationId xmlns:a16="http://schemas.microsoft.com/office/drawing/2014/main" id="{5F76AA89-46A0-4F89-9889-A7EC03C7017E}"/>
                </a:ext>
              </a:extLst>
            </p:cNvPr>
            <p:cNvSpPr/>
            <p:nvPr/>
          </p:nvSpPr>
          <p:spPr bwMode="invGray">
            <a:xfrm>
              <a:off x="7320724" y="1076325"/>
              <a:ext cx="1494664" cy="1494664"/>
            </a:xfrm>
            <a:prstGeom prst="ellipse">
              <a:avLst/>
            </a:prstGeom>
            <a:gradFill flip="none" rotWithShape="1">
              <a:gsLst>
                <a:gs pos="0">
                  <a:schemeClr val="accent4"/>
                </a:gs>
                <a:gs pos="100000">
                  <a:schemeClr val="accent4">
                    <a:alpha val="7000"/>
                  </a:schemeClr>
                </a:gs>
              </a:gsLst>
              <a:lin ang="108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3144C66-4A5F-4742-9750-9354819ED9D7}"/>
                </a:ext>
              </a:extLst>
            </p:cNvPr>
            <p:cNvSpPr/>
            <p:nvPr/>
          </p:nvSpPr>
          <p:spPr bwMode="invGray">
            <a:xfrm>
              <a:off x="6531873" y="1543408"/>
              <a:ext cx="1494664" cy="1494664"/>
            </a:xfrm>
            <a:prstGeom prst="ellipse">
              <a:avLst/>
            </a:prstGeom>
            <a:gradFill flip="none" rotWithShape="1">
              <a:gsLst>
                <a:gs pos="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invGray">
          <a:xfrm>
            <a:off x="990599" y="1903268"/>
            <a:ext cx="3721101" cy="1075906"/>
          </a:xfrm>
        </p:spPr>
        <p:txBody>
          <a:bodyPr lIns="0" tIns="0" rIns="0" bIns="0"/>
          <a:lstStyle>
            <a:lvl1pPr marL="0" indent="0">
              <a:buNone/>
              <a:defRPr sz="2800"/>
            </a:lvl1pPr>
          </a:lstStyle>
          <a:p>
            <a:pPr lvl="0"/>
            <a:r>
              <a:rPr lang="en-US"/>
              <a:t>Chapter Title</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invGray">
          <a:xfrm>
            <a:off x="326682" y="1903268"/>
            <a:ext cx="468077" cy="430887"/>
          </a:xfrm>
        </p:spPr>
        <p:txBody>
          <a:bodyPr wrap="none" lIns="0" tIns="0" rIns="0" bIns="0">
            <a:spAutoFit/>
          </a:bodyPr>
          <a:lstStyle>
            <a:lvl1pPr marL="0" indent="0">
              <a:buNone/>
              <a:defRPr sz="2800">
                <a:solidFill>
                  <a:schemeClr val="accent1"/>
                </a:solidFill>
                <a:latin typeface="+mj-lt"/>
              </a:defRPr>
            </a:lvl1pPr>
          </a:lstStyle>
          <a:p>
            <a:pPr lvl="0"/>
            <a:r>
              <a:rPr lang="en-US"/>
              <a:t>01.</a:t>
            </a:r>
          </a:p>
        </p:txBody>
      </p:sp>
      <p:pic>
        <p:nvPicPr>
          <p:cNvPr id="11" name="Picture 10">
            <a:extLst>
              <a:ext uri="{FF2B5EF4-FFF2-40B4-BE49-F238E27FC236}">
                <a16:creationId xmlns:a16="http://schemas.microsoft.com/office/drawing/2014/main" id="{882437D3-80A3-4FDE-B55F-75100383D8F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8170069" y="4695644"/>
            <a:ext cx="647704" cy="212229"/>
          </a:xfrm>
          <a:prstGeom prst="rect">
            <a:avLst/>
          </a:prstGeom>
        </p:spPr>
      </p:pic>
    </p:spTree>
    <p:extLst>
      <p:ext uri="{BB962C8B-B14F-4D97-AF65-F5344CB8AC3E}">
        <p14:creationId xmlns:p14="http://schemas.microsoft.com/office/powerpoint/2010/main" val="12709040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14A9F92-D9DF-4CE5-A18E-35E04160C3DB}"/>
              </a:ext>
            </a:extLst>
          </p:cNvPr>
          <p:cNvGrpSpPr/>
          <p:nvPr userDrawn="1"/>
        </p:nvGrpSpPr>
        <p:grpSpPr bwMode="invGray">
          <a:xfrm>
            <a:off x="4800600" y="666750"/>
            <a:ext cx="3576641" cy="3615332"/>
            <a:chOff x="-2814641" y="-2652717"/>
            <a:chExt cx="3962974" cy="4005844"/>
          </a:xfrm>
        </p:grpSpPr>
        <p:sp>
          <p:nvSpPr>
            <p:cNvPr id="16" name="Oval 15">
              <a:extLst>
                <a:ext uri="{FF2B5EF4-FFF2-40B4-BE49-F238E27FC236}">
                  <a16:creationId xmlns:a16="http://schemas.microsoft.com/office/drawing/2014/main" id="{F9212EB8-01E2-45D1-A076-5EC4E0E62422}"/>
                </a:ext>
              </a:extLst>
            </p:cNvPr>
            <p:cNvSpPr>
              <a:spLocks noChangeAspect="1"/>
            </p:cNvSpPr>
            <p:nvPr userDrawn="1"/>
          </p:nvSpPr>
          <p:spPr bwMode="invGray">
            <a:xfrm>
              <a:off x="-2814641" y="-2097727"/>
              <a:ext cx="2386583" cy="2386584"/>
            </a:xfrm>
            <a:prstGeom prst="ellipse">
              <a:avLst/>
            </a:prstGeom>
            <a:gradFill flip="none" rotWithShape="1">
              <a:gsLst>
                <a:gs pos="57000">
                  <a:srgbClr val="A375FF">
                    <a:alpha val="11000"/>
                  </a:srgbClr>
                </a:gs>
                <a:gs pos="10000">
                  <a:schemeClr val="accent2"/>
                </a:gs>
                <a:gs pos="100000">
                  <a:schemeClr val="accent2">
                    <a:alpha val="0"/>
                  </a:schemeClr>
                </a:gs>
              </a:gsLst>
              <a:lin ang="48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D03B5A8-41C6-40C8-914E-B7EF43319FC5}"/>
                </a:ext>
              </a:extLst>
            </p:cNvPr>
            <p:cNvSpPr>
              <a:spLocks noChangeAspect="1"/>
            </p:cNvSpPr>
            <p:nvPr userDrawn="1"/>
          </p:nvSpPr>
          <p:spPr bwMode="invGray">
            <a:xfrm>
              <a:off x="-1238250" y="-1592466"/>
              <a:ext cx="2386583" cy="2386584"/>
            </a:xfrm>
            <a:prstGeom prst="ellipse">
              <a:avLst/>
            </a:prstGeom>
            <a:gradFill flip="none" rotWithShape="1">
              <a:gsLst>
                <a:gs pos="61000">
                  <a:schemeClr val="accent5">
                    <a:alpha val="13000"/>
                  </a:schemeClr>
                </a:gs>
                <a:gs pos="8000">
                  <a:schemeClr val="accent5"/>
                </a:gs>
                <a:gs pos="77000">
                  <a:schemeClr val="accent5">
                    <a:alpha val="0"/>
                  </a:schemeClr>
                </a:gs>
              </a:gsLst>
              <a:lin ang="14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7BEB064-93E3-4EEA-8A4F-4D873C12F783}"/>
                </a:ext>
              </a:extLst>
            </p:cNvPr>
            <p:cNvSpPr>
              <a:spLocks noChangeAspect="1"/>
            </p:cNvSpPr>
            <p:nvPr userDrawn="1"/>
          </p:nvSpPr>
          <p:spPr bwMode="invGray">
            <a:xfrm>
              <a:off x="-1776415" y="-2652717"/>
              <a:ext cx="2386583" cy="2386584"/>
            </a:xfrm>
            <a:prstGeom prst="ellipse">
              <a:avLst/>
            </a:prstGeom>
            <a:gradFill flip="none" rotWithShape="1">
              <a:gsLst>
                <a:gs pos="68000">
                  <a:srgbClr val="039BDA">
                    <a:alpha val="13000"/>
                  </a:srgbClr>
                </a:gs>
                <a:gs pos="0">
                  <a:schemeClr val="accent1"/>
                </a:gs>
                <a:gs pos="100000">
                  <a:schemeClr val="accent4">
                    <a:alpha val="0"/>
                  </a:schemeClr>
                </a:gs>
              </a:gsLst>
              <a:lin ang="96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BEAC7BB-7D36-461F-BC8C-942A7D0B56E7}"/>
                </a:ext>
              </a:extLst>
            </p:cNvPr>
            <p:cNvSpPr>
              <a:spLocks noChangeAspect="1"/>
            </p:cNvSpPr>
            <p:nvPr userDrawn="1"/>
          </p:nvSpPr>
          <p:spPr bwMode="invGray">
            <a:xfrm>
              <a:off x="-2276474" y="-1033457"/>
              <a:ext cx="2386583" cy="2386584"/>
            </a:xfrm>
            <a:prstGeom prst="ellipse">
              <a:avLst/>
            </a:prstGeom>
            <a:gradFill flip="none" rotWithShape="1">
              <a:gsLst>
                <a:gs pos="71000">
                  <a:srgbClr val="039BDA">
                    <a:alpha val="0"/>
                  </a:srgbClr>
                </a:gs>
                <a:gs pos="9000">
                  <a:schemeClr val="accent1"/>
                </a:gs>
                <a:gs pos="100000">
                  <a:schemeClr val="accent4">
                    <a:alpha val="0"/>
                  </a:schemeClr>
                </a:gs>
              </a:gsLst>
              <a:lin ang="198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invGray">
          <a:xfrm>
            <a:off x="990599" y="1903268"/>
            <a:ext cx="3721101" cy="1075906"/>
          </a:xfrm>
        </p:spPr>
        <p:txBody>
          <a:bodyPr lIns="0" tIns="0" rIns="0" bIns="0"/>
          <a:lstStyle>
            <a:lvl1pPr marL="0" indent="0">
              <a:buNone/>
              <a:defRPr sz="2800"/>
            </a:lvl1pPr>
          </a:lstStyle>
          <a:p>
            <a:pPr lvl="0"/>
            <a:r>
              <a:rPr lang="en-US"/>
              <a:t>Chapter Title</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invGray">
          <a:xfrm>
            <a:off x="326682" y="1903268"/>
            <a:ext cx="495328" cy="430887"/>
          </a:xfrm>
        </p:spPr>
        <p:txBody>
          <a:bodyPr wrap="none" lIns="0" tIns="0" rIns="0" bIns="0">
            <a:spAutoFit/>
          </a:bodyPr>
          <a:lstStyle>
            <a:lvl1pPr marL="0" indent="0">
              <a:buNone/>
              <a:defRPr sz="2800">
                <a:solidFill>
                  <a:schemeClr val="accent1"/>
                </a:solidFill>
                <a:latin typeface="+mj-lt"/>
              </a:defRPr>
            </a:lvl1pPr>
          </a:lstStyle>
          <a:p>
            <a:pPr lvl="0"/>
            <a:r>
              <a:rPr lang="en-US"/>
              <a:t>02.</a:t>
            </a:r>
          </a:p>
        </p:txBody>
      </p:sp>
      <p:pic>
        <p:nvPicPr>
          <p:cNvPr id="10" name="Picture 9">
            <a:extLst>
              <a:ext uri="{FF2B5EF4-FFF2-40B4-BE49-F238E27FC236}">
                <a16:creationId xmlns:a16="http://schemas.microsoft.com/office/drawing/2014/main" id="{8DFBE6DC-205C-4668-8E23-82F76312E8B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8170069" y="4695644"/>
            <a:ext cx="647704" cy="212229"/>
          </a:xfrm>
          <a:prstGeom prst="rect">
            <a:avLst/>
          </a:prstGeom>
        </p:spPr>
      </p:pic>
    </p:spTree>
    <p:extLst>
      <p:ext uri="{BB962C8B-B14F-4D97-AF65-F5344CB8AC3E}">
        <p14:creationId xmlns:p14="http://schemas.microsoft.com/office/powerpoint/2010/main" val="40665409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3">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DADC50D-91E2-4FD8-9A14-FC4AC1263DB5}"/>
              </a:ext>
            </a:extLst>
          </p:cNvPr>
          <p:cNvGrpSpPr/>
          <p:nvPr userDrawn="1"/>
        </p:nvGrpSpPr>
        <p:grpSpPr bwMode="invGray">
          <a:xfrm>
            <a:off x="4952999" y="895350"/>
            <a:ext cx="3438937" cy="3438939"/>
            <a:chOff x="-5257800" y="-4102097"/>
            <a:chExt cx="4014214" cy="4014216"/>
          </a:xfrm>
        </p:grpSpPr>
        <p:sp>
          <p:nvSpPr>
            <p:cNvPr id="12" name="Oval 11">
              <a:extLst>
                <a:ext uri="{FF2B5EF4-FFF2-40B4-BE49-F238E27FC236}">
                  <a16:creationId xmlns:a16="http://schemas.microsoft.com/office/drawing/2014/main" id="{BD63C50E-9BCB-4010-8379-234C476DDF34}"/>
                </a:ext>
              </a:extLst>
            </p:cNvPr>
            <p:cNvSpPr>
              <a:spLocks noChangeAspect="1"/>
            </p:cNvSpPr>
            <p:nvPr userDrawn="1"/>
          </p:nvSpPr>
          <p:spPr bwMode="invGray">
            <a:xfrm>
              <a:off x="-5257800" y="-4102097"/>
              <a:ext cx="4014214" cy="4014216"/>
            </a:xfrm>
            <a:prstGeom prst="ellipse">
              <a:avLst/>
            </a:prstGeom>
            <a:gradFill flip="none" rotWithShape="1">
              <a:gsLst>
                <a:gs pos="68000">
                  <a:srgbClr val="039BDA">
                    <a:alpha val="13000"/>
                  </a:srgbClr>
                </a:gs>
                <a:gs pos="4000">
                  <a:schemeClr val="accent1"/>
                </a:gs>
                <a:gs pos="100000">
                  <a:schemeClr val="accent4">
                    <a:alpha val="0"/>
                  </a:schemeClr>
                </a:gs>
              </a:gsLst>
              <a:lin ang="108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24B6634-5322-4F33-A7EF-1B78850DA2B9}"/>
                </a:ext>
              </a:extLst>
            </p:cNvPr>
            <p:cNvSpPr>
              <a:spLocks noChangeAspect="1"/>
            </p:cNvSpPr>
            <p:nvPr userDrawn="1"/>
          </p:nvSpPr>
          <p:spPr bwMode="invGray">
            <a:xfrm>
              <a:off x="-4194009" y="-1974515"/>
              <a:ext cx="1883663" cy="1883664"/>
            </a:xfrm>
            <a:prstGeom prst="ellipse">
              <a:avLst/>
            </a:prstGeom>
            <a:gradFill flip="none" rotWithShape="1">
              <a:gsLst>
                <a:gs pos="68000">
                  <a:schemeClr val="accent3">
                    <a:alpha val="13000"/>
                  </a:schemeClr>
                </a:gs>
                <a:gs pos="8000">
                  <a:schemeClr val="accent3"/>
                </a:gs>
                <a:gs pos="100000">
                  <a:schemeClr val="accent4">
                    <a:alpha val="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invGray">
          <a:xfrm>
            <a:off x="990599" y="1903268"/>
            <a:ext cx="3721101" cy="1075906"/>
          </a:xfrm>
        </p:spPr>
        <p:txBody>
          <a:bodyPr lIns="0" tIns="0" rIns="0" bIns="0"/>
          <a:lstStyle>
            <a:lvl1pPr marL="0" indent="0">
              <a:buNone/>
              <a:defRPr sz="2800"/>
            </a:lvl1pPr>
          </a:lstStyle>
          <a:p>
            <a:pPr lvl="0"/>
            <a:r>
              <a:rPr lang="en-US"/>
              <a:t>Chapter Title</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invGray">
          <a:xfrm>
            <a:off x="326682" y="1903268"/>
            <a:ext cx="495328" cy="430887"/>
          </a:xfrm>
        </p:spPr>
        <p:txBody>
          <a:bodyPr wrap="none" lIns="0" tIns="0" rIns="0" bIns="0">
            <a:spAutoFit/>
          </a:bodyPr>
          <a:lstStyle>
            <a:lvl1pPr marL="0" indent="0">
              <a:buNone/>
              <a:defRPr sz="2800">
                <a:solidFill>
                  <a:schemeClr val="accent1"/>
                </a:solidFill>
                <a:latin typeface="+mj-lt"/>
              </a:defRPr>
            </a:lvl1pPr>
          </a:lstStyle>
          <a:p>
            <a:pPr lvl="0"/>
            <a:r>
              <a:rPr lang="en-US"/>
              <a:t>03.</a:t>
            </a:r>
          </a:p>
        </p:txBody>
      </p:sp>
      <p:pic>
        <p:nvPicPr>
          <p:cNvPr id="8" name="Picture 7">
            <a:extLst>
              <a:ext uri="{FF2B5EF4-FFF2-40B4-BE49-F238E27FC236}">
                <a16:creationId xmlns:a16="http://schemas.microsoft.com/office/drawing/2014/main" id="{243C3FDF-E641-4B0D-9266-CF68BC0A24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8170069" y="4695644"/>
            <a:ext cx="647704" cy="212229"/>
          </a:xfrm>
          <a:prstGeom prst="rect">
            <a:avLst/>
          </a:prstGeom>
        </p:spPr>
      </p:pic>
    </p:spTree>
    <p:extLst>
      <p:ext uri="{BB962C8B-B14F-4D97-AF65-F5344CB8AC3E}">
        <p14:creationId xmlns:p14="http://schemas.microsoft.com/office/powerpoint/2010/main" val="73732766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ivider 4">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B1F05F11-C684-4C97-850E-ACA71FED03DC}"/>
              </a:ext>
            </a:extLst>
          </p:cNvPr>
          <p:cNvGrpSpPr/>
          <p:nvPr userDrawn="1"/>
        </p:nvGrpSpPr>
        <p:grpSpPr bwMode="invGray">
          <a:xfrm>
            <a:off x="5140043" y="742950"/>
            <a:ext cx="3396321" cy="3435209"/>
            <a:chOff x="-2781243" y="-2005012"/>
            <a:chExt cx="3959798" cy="4005137"/>
          </a:xfrm>
        </p:grpSpPr>
        <p:sp>
          <p:nvSpPr>
            <p:cNvPr id="18" name="Oval 17">
              <a:extLst>
                <a:ext uri="{FF2B5EF4-FFF2-40B4-BE49-F238E27FC236}">
                  <a16:creationId xmlns:a16="http://schemas.microsoft.com/office/drawing/2014/main" id="{64D80E5F-B4A0-40FE-996D-13981286AF23}"/>
                </a:ext>
              </a:extLst>
            </p:cNvPr>
            <p:cNvSpPr>
              <a:spLocks noChangeAspect="1"/>
            </p:cNvSpPr>
            <p:nvPr userDrawn="1"/>
          </p:nvSpPr>
          <p:spPr bwMode="invGray">
            <a:xfrm>
              <a:off x="-1457326" y="-2000251"/>
              <a:ext cx="2624327" cy="2624328"/>
            </a:xfrm>
            <a:prstGeom prst="ellipse">
              <a:avLst/>
            </a:prstGeom>
            <a:gradFill flip="none" rotWithShape="1">
              <a:gsLst>
                <a:gs pos="58000">
                  <a:srgbClr val="039BDA">
                    <a:alpha val="23000"/>
                  </a:srgbClr>
                </a:gs>
                <a:gs pos="9000">
                  <a:schemeClr val="accent1"/>
                </a:gs>
                <a:gs pos="83000">
                  <a:schemeClr val="accent4">
                    <a:alpha val="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44E1A18-C577-4864-88F9-DB012B9BEB2F}"/>
                </a:ext>
              </a:extLst>
            </p:cNvPr>
            <p:cNvSpPr>
              <a:spLocks noChangeAspect="1"/>
            </p:cNvSpPr>
            <p:nvPr userDrawn="1"/>
          </p:nvSpPr>
          <p:spPr bwMode="invGray">
            <a:xfrm>
              <a:off x="-1491492" y="-669923"/>
              <a:ext cx="2670047" cy="2670048"/>
            </a:xfrm>
            <a:prstGeom prst="ellipse">
              <a:avLst/>
            </a:prstGeom>
            <a:gradFill flip="none" rotWithShape="1">
              <a:gsLst>
                <a:gs pos="60000">
                  <a:srgbClr val="A375FF">
                    <a:alpha val="17000"/>
                  </a:srgbClr>
                </a:gs>
                <a:gs pos="0">
                  <a:schemeClr val="accent2"/>
                </a:gs>
                <a:gs pos="100000">
                  <a:schemeClr val="accent2">
                    <a:alpha val="0"/>
                  </a:schemeClr>
                </a:gs>
              </a:gsLst>
              <a:lin ang="108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31CC741-04C9-4BD8-88D4-B7C645460B52}"/>
                </a:ext>
              </a:extLst>
            </p:cNvPr>
            <p:cNvSpPr>
              <a:spLocks noChangeAspect="1"/>
            </p:cNvSpPr>
            <p:nvPr userDrawn="1"/>
          </p:nvSpPr>
          <p:spPr bwMode="invGray">
            <a:xfrm>
              <a:off x="-2781243" y="-2005012"/>
              <a:ext cx="2670047" cy="2670048"/>
            </a:xfrm>
            <a:prstGeom prst="ellipse">
              <a:avLst/>
            </a:prstGeom>
            <a:gradFill flip="none" rotWithShape="1">
              <a:gsLst>
                <a:gs pos="60000">
                  <a:srgbClr val="A375FF">
                    <a:alpha val="11000"/>
                  </a:srgbClr>
                </a:gs>
                <a:gs pos="6000">
                  <a:schemeClr val="accent2"/>
                </a:gs>
                <a:gs pos="100000">
                  <a:schemeClr val="accent2">
                    <a:alpha val="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8DF7185-7367-4349-B619-626F72A3122C}"/>
                </a:ext>
              </a:extLst>
            </p:cNvPr>
            <p:cNvSpPr>
              <a:spLocks noChangeAspect="1"/>
            </p:cNvSpPr>
            <p:nvPr userDrawn="1"/>
          </p:nvSpPr>
          <p:spPr bwMode="invGray">
            <a:xfrm>
              <a:off x="-2781243" y="-644520"/>
              <a:ext cx="2624327" cy="2624328"/>
            </a:xfrm>
            <a:prstGeom prst="ellipse">
              <a:avLst/>
            </a:prstGeom>
            <a:gradFill flip="none" rotWithShape="1">
              <a:gsLst>
                <a:gs pos="58000">
                  <a:schemeClr val="accent4">
                    <a:alpha val="13000"/>
                  </a:schemeClr>
                </a:gs>
                <a:gs pos="0">
                  <a:schemeClr val="accent4"/>
                </a:gs>
                <a:gs pos="100000">
                  <a:schemeClr val="accent4">
                    <a:alpha val="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82A702E-D967-417E-BEB3-257C9935AFEA}"/>
                </a:ext>
              </a:extLst>
            </p:cNvPr>
            <p:cNvSpPr/>
            <p:nvPr userDrawn="1"/>
          </p:nvSpPr>
          <p:spPr bwMode="invGray">
            <a:xfrm>
              <a:off x="-1459706" y="-669132"/>
              <a:ext cx="1316831" cy="1335881"/>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invGray">
          <a:xfrm>
            <a:off x="990599" y="1903268"/>
            <a:ext cx="3721101" cy="1075906"/>
          </a:xfrm>
        </p:spPr>
        <p:txBody>
          <a:bodyPr lIns="0" tIns="0" rIns="0" bIns="0"/>
          <a:lstStyle>
            <a:lvl1pPr marL="0" indent="0">
              <a:buNone/>
              <a:defRPr sz="2800"/>
            </a:lvl1pPr>
          </a:lstStyle>
          <a:p>
            <a:pPr lvl="0"/>
            <a:r>
              <a:rPr lang="en-US"/>
              <a:t>Chapter Title</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invGray">
          <a:xfrm>
            <a:off x="326682" y="1903268"/>
            <a:ext cx="500137" cy="430887"/>
          </a:xfrm>
        </p:spPr>
        <p:txBody>
          <a:bodyPr wrap="none" lIns="0" tIns="0" rIns="0" bIns="0">
            <a:spAutoFit/>
          </a:bodyPr>
          <a:lstStyle>
            <a:lvl1pPr marL="0" indent="0">
              <a:buNone/>
              <a:defRPr sz="2800">
                <a:solidFill>
                  <a:schemeClr val="accent1"/>
                </a:solidFill>
                <a:latin typeface="+mj-lt"/>
              </a:defRPr>
            </a:lvl1pPr>
          </a:lstStyle>
          <a:p>
            <a:pPr lvl="0"/>
            <a:r>
              <a:rPr lang="en-US"/>
              <a:t>04.</a:t>
            </a:r>
          </a:p>
        </p:txBody>
      </p:sp>
      <p:pic>
        <p:nvPicPr>
          <p:cNvPr id="11" name="Picture 10">
            <a:extLst>
              <a:ext uri="{FF2B5EF4-FFF2-40B4-BE49-F238E27FC236}">
                <a16:creationId xmlns:a16="http://schemas.microsoft.com/office/drawing/2014/main" id="{F6EA1AF8-7794-4F58-AD7F-3070AFD6FBF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8170069" y="4695644"/>
            <a:ext cx="647704" cy="212229"/>
          </a:xfrm>
          <a:prstGeom prst="rect">
            <a:avLst/>
          </a:prstGeom>
        </p:spPr>
      </p:pic>
    </p:spTree>
    <p:extLst>
      <p:ext uri="{BB962C8B-B14F-4D97-AF65-F5344CB8AC3E}">
        <p14:creationId xmlns:p14="http://schemas.microsoft.com/office/powerpoint/2010/main" val="441176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ivider 5">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C7AAAA6-8CE5-4681-B758-7CE056D9C6BB}"/>
              </a:ext>
            </a:extLst>
          </p:cNvPr>
          <p:cNvGrpSpPr/>
          <p:nvPr userDrawn="1"/>
        </p:nvGrpSpPr>
        <p:grpSpPr bwMode="invGray">
          <a:xfrm>
            <a:off x="5477608" y="764290"/>
            <a:ext cx="2987219" cy="3281240"/>
            <a:chOff x="-4073526" y="-2951353"/>
            <a:chExt cx="3639311" cy="3997516"/>
          </a:xfrm>
        </p:grpSpPr>
        <p:sp>
          <p:nvSpPr>
            <p:cNvPr id="12" name="Oval 11">
              <a:extLst>
                <a:ext uri="{FF2B5EF4-FFF2-40B4-BE49-F238E27FC236}">
                  <a16:creationId xmlns:a16="http://schemas.microsoft.com/office/drawing/2014/main" id="{47450891-B485-4516-95C8-730D0A5940DD}"/>
                </a:ext>
              </a:extLst>
            </p:cNvPr>
            <p:cNvSpPr>
              <a:spLocks noChangeAspect="1"/>
            </p:cNvSpPr>
            <p:nvPr userDrawn="1"/>
          </p:nvSpPr>
          <p:spPr bwMode="invGray">
            <a:xfrm>
              <a:off x="-4073526" y="-2951353"/>
              <a:ext cx="3639311" cy="3639312"/>
            </a:xfrm>
            <a:prstGeom prst="ellipse">
              <a:avLst/>
            </a:prstGeom>
            <a:gradFill flip="none" rotWithShape="1">
              <a:gsLst>
                <a:gs pos="58000">
                  <a:schemeClr val="accent3">
                    <a:alpha val="24000"/>
                  </a:schemeClr>
                </a:gs>
                <a:gs pos="9000">
                  <a:schemeClr val="accent3">
                    <a:alpha val="85000"/>
                  </a:schemeClr>
                </a:gs>
                <a:gs pos="100000">
                  <a:schemeClr val="accent3">
                    <a:alpha val="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A55C2B0-A996-4126-A27E-C127A668AF9D}"/>
                </a:ext>
              </a:extLst>
            </p:cNvPr>
            <p:cNvSpPr/>
            <p:nvPr userDrawn="1"/>
          </p:nvSpPr>
          <p:spPr bwMode="invGray">
            <a:xfrm>
              <a:off x="-2069935" y="-1023938"/>
              <a:ext cx="1630599" cy="2070101"/>
            </a:xfrm>
            <a:prstGeom prst="rect">
              <a:avLst/>
            </a:prstGeom>
            <a:gradFill flip="none" rotWithShape="1">
              <a:gsLst>
                <a:gs pos="0">
                  <a:schemeClr val="accent1"/>
                </a:gs>
                <a:gs pos="39000">
                  <a:schemeClr val="accent1">
                    <a:alpha val="48000"/>
                  </a:schemeClr>
                </a:gs>
                <a:gs pos="100000">
                  <a:schemeClr val="accent1">
                    <a:alpha val="0"/>
                  </a:schemeClr>
                </a:gs>
              </a:gsLst>
              <a:lin ang="162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4" name="Rectangle 13">
              <a:extLst>
                <a:ext uri="{FF2B5EF4-FFF2-40B4-BE49-F238E27FC236}">
                  <a16:creationId xmlns:a16="http://schemas.microsoft.com/office/drawing/2014/main" id="{632C3547-D1D4-4287-8965-DF55C627FE6C}"/>
                </a:ext>
              </a:extLst>
            </p:cNvPr>
            <p:cNvSpPr/>
            <p:nvPr userDrawn="1"/>
          </p:nvSpPr>
          <p:spPr bwMode="invGray">
            <a:xfrm>
              <a:off x="-3702050" y="-47625"/>
              <a:ext cx="1630599" cy="1093788"/>
            </a:xfrm>
            <a:prstGeom prst="rect">
              <a:avLst/>
            </a:prstGeom>
            <a:gradFill flip="none" rotWithShape="1">
              <a:gsLst>
                <a:gs pos="0">
                  <a:schemeClr val="accent2"/>
                </a:gs>
                <a:gs pos="44200">
                  <a:srgbClr val="A375FF">
                    <a:alpha val="42000"/>
                  </a:srgbClr>
                </a:gs>
                <a:gs pos="100000">
                  <a:schemeClr val="accent2">
                    <a:alpha val="0"/>
                  </a:schemeClr>
                </a:gs>
              </a:gsLst>
              <a:lin ang="54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invGray">
          <a:xfrm>
            <a:off x="990599" y="1903268"/>
            <a:ext cx="3721101" cy="1075906"/>
          </a:xfrm>
        </p:spPr>
        <p:txBody>
          <a:bodyPr lIns="0" tIns="0" rIns="0" bIns="0"/>
          <a:lstStyle>
            <a:lvl1pPr marL="0" indent="0">
              <a:buNone/>
              <a:defRPr sz="2800"/>
            </a:lvl1pPr>
          </a:lstStyle>
          <a:p>
            <a:pPr lvl="0"/>
            <a:r>
              <a:rPr lang="en-US"/>
              <a:t>Chapter Title</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invGray">
          <a:xfrm>
            <a:off x="326682" y="1903268"/>
            <a:ext cx="495328" cy="430887"/>
          </a:xfrm>
        </p:spPr>
        <p:txBody>
          <a:bodyPr wrap="none" lIns="0" tIns="0" rIns="0" bIns="0">
            <a:spAutoFit/>
          </a:bodyPr>
          <a:lstStyle>
            <a:lvl1pPr marL="0" indent="0">
              <a:buNone/>
              <a:defRPr sz="2800">
                <a:solidFill>
                  <a:schemeClr val="accent1"/>
                </a:solidFill>
                <a:latin typeface="+mj-lt"/>
              </a:defRPr>
            </a:lvl1pPr>
          </a:lstStyle>
          <a:p>
            <a:pPr lvl="0"/>
            <a:r>
              <a:rPr lang="en-US"/>
              <a:t>05.</a:t>
            </a:r>
          </a:p>
        </p:txBody>
      </p:sp>
      <p:pic>
        <p:nvPicPr>
          <p:cNvPr id="10" name="Picture 9">
            <a:extLst>
              <a:ext uri="{FF2B5EF4-FFF2-40B4-BE49-F238E27FC236}">
                <a16:creationId xmlns:a16="http://schemas.microsoft.com/office/drawing/2014/main" id="{846FE349-F0F3-46B4-B5BD-9EE202D908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8170069" y="4695644"/>
            <a:ext cx="647704" cy="212229"/>
          </a:xfrm>
          <a:prstGeom prst="rect">
            <a:avLst/>
          </a:prstGeom>
        </p:spPr>
      </p:pic>
    </p:spTree>
    <p:extLst>
      <p:ext uri="{BB962C8B-B14F-4D97-AF65-F5344CB8AC3E}">
        <p14:creationId xmlns:p14="http://schemas.microsoft.com/office/powerpoint/2010/main" val="22738658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ivider 6">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invGray">
          <a:xfrm>
            <a:off x="990599" y="1903268"/>
            <a:ext cx="3721101" cy="1075906"/>
          </a:xfrm>
        </p:spPr>
        <p:txBody>
          <a:bodyPr lIns="0" tIns="0" rIns="0" bIns="0"/>
          <a:lstStyle>
            <a:lvl1pPr marL="0" indent="0">
              <a:buNone/>
              <a:defRPr sz="2800"/>
            </a:lvl1pPr>
          </a:lstStyle>
          <a:p>
            <a:pPr lvl="0"/>
            <a:r>
              <a:rPr lang="en-US"/>
              <a:t>Chapter Title</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invGray">
          <a:xfrm>
            <a:off x="326682" y="1903268"/>
            <a:ext cx="516167" cy="430887"/>
          </a:xfrm>
        </p:spPr>
        <p:txBody>
          <a:bodyPr wrap="none" lIns="0" tIns="0" rIns="0" bIns="0">
            <a:spAutoFit/>
          </a:bodyPr>
          <a:lstStyle>
            <a:lvl1pPr marL="0" indent="0">
              <a:buNone/>
              <a:defRPr sz="2800">
                <a:solidFill>
                  <a:schemeClr val="accent1"/>
                </a:solidFill>
                <a:latin typeface="+mj-lt"/>
              </a:defRPr>
            </a:lvl1pPr>
          </a:lstStyle>
          <a:p>
            <a:pPr lvl="0"/>
            <a:r>
              <a:rPr lang="en-US"/>
              <a:t>06.</a:t>
            </a:r>
          </a:p>
        </p:txBody>
      </p:sp>
      <p:grpSp>
        <p:nvGrpSpPr>
          <p:cNvPr id="16" name="Group 15">
            <a:extLst>
              <a:ext uri="{FF2B5EF4-FFF2-40B4-BE49-F238E27FC236}">
                <a16:creationId xmlns:a16="http://schemas.microsoft.com/office/drawing/2014/main" id="{84ABE7CC-CFB2-4FAD-9D21-E6658EDC9828}"/>
              </a:ext>
            </a:extLst>
          </p:cNvPr>
          <p:cNvGrpSpPr/>
          <p:nvPr userDrawn="1"/>
        </p:nvGrpSpPr>
        <p:grpSpPr bwMode="invGray">
          <a:xfrm>
            <a:off x="5181600" y="722577"/>
            <a:ext cx="3273419" cy="3551249"/>
            <a:chOff x="1423648" y="-3821905"/>
            <a:chExt cx="4008014" cy="4348193"/>
          </a:xfrm>
        </p:grpSpPr>
        <p:sp>
          <p:nvSpPr>
            <p:cNvPr id="17" name="Oval 16">
              <a:extLst>
                <a:ext uri="{FF2B5EF4-FFF2-40B4-BE49-F238E27FC236}">
                  <a16:creationId xmlns:a16="http://schemas.microsoft.com/office/drawing/2014/main" id="{C598D923-5708-4B33-AD76-C12D767990F9}"/>
                </a:ext>
              </a:extLst>
            </p:cNvPr>
            <p:cNvSpPr>
              <a:spLocks noChangeAspect="1"/>
            </p:cNvSpPr>
            <p:nvPr userDrawn="1"/>
          </p:nvSpPr>
          <p:spPr bwMode="invGray">
            <a:xfrm>
              <a:off x="2505075" y="-3821905"/>
              <a:ext cx="1847087" cy="1847088"/>
            </a:xfrm>
            <a:prstGeom prst="ellipse">
              <a:avLst/>
            </a:prstGeom>
            <a:gradFill flip="none" rotWithShape="1">
              <a:gsLst>
                <a:gs pos="45000">
                  <a:srgbClr val="039BDA">
                    <a:alpha val="32000"/>
                  </a:srgbClr>
                </a:gs>
                <a:gs pos="0">
                  <a:schemeClr val="accent1"/>
                </a:gs>
                <a:gs pos="97000">
                  <a:schemeClr val="accent1">
                    <a:alpha val="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BA51C5D-34F0-4E4D-9086-A004645C91C5}"/>
                </a:ext>
              </a:extLst>
            </p:cNvPr>
            <p:cNvSpPr>
              <a:spLocks noChangeAspect="1"/>
            </p:cNvSpPr>
            <p:nvPr userDrawn="1"/>
          </p:nvSpPr>
          <p:spPr bwMode="invGray">
            <a:xfrm>
              <a:off x="3584575" y="-3195637"/>
              <a:ext cx="1847087" cy="1847088"/>
            </a:xfrm>
            <a:prstGeom prst="ellipse">
              <a:avLst/>
            </a:prstGeom>
            <a:gradFill flip="none" rotWithShape="1">
              <a:gsLst>
                <a:gs pos="45000">
                  <a:schemeClr val="accent5">
                    <a:alpha val="39000"/>
                  </a:schemeClr>
                </a:gs>
                <a:gs pos="0">
                  <a:schemeClr val="accent5"/>
                </a:gs>
                <a:gs pos="92000">
                  <a:schemeClr val="accent5">
                    <a:alpha val="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6F1FC35-380A-438D-BAEA-131C2BF096E9}"/>
                </a:ext>
              </a:extLst>
            </p:cNvPr>
            <p:cNvSpPr>
              <a:spLocks noChangeAspect="1"/>
            </p:cNvSpPr>
            <p:nvPr userDrawn="1"/>
          </p:nvSpPr>
          <p:spPr bwMode="invGray">
            <a:xfrm>
              <a:off x="3584575" y="-1951037"/>
              <a:ext cx="1847087" cy="1847088"/>
            </a:xfrm>
            <a:prstGeom prst="ellipse">
              <a:avLst/>
            </a:prstGeom>
            <a:gradFill flip="none" rotWithShape="1">
              <a:gsLst>
                <a:gs pos="56000">
                  <a:srgbClr val="039BDA">
                    <a:alpha val="32000"/>
                  </a:srgbClr>
                </a:gs>
                <a:gs pos="0">
                  <a:schemeClr val="accent1"/>
                </a:gs>
                <a:gs pos="85000">
                  <a:schemeClr val="accent1">
                    <a:alpha val="0"/>
                  </a:schemeClr>
                </a:gs>
              </a:gsLst>
              <a:lin ang="13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7C9F8B7-B8BD-4B42-9CF2-CC0D4B2A0036}"/>
                </a:ext>
              </a:extLst>
            </p:cNvPr>
            <p:cNvSpPr>
              <a:spLocks noChangeAspect="1"/>
            </p:cNvSpPr>
            <p:nvPr userDrawn="1"/>
          </p:nvSpPr>
          <p:spPr bwMode="invGray">
            <a:xfrm>
              <a:off x="2505075" y="-1320800"/>
              <a:ext cx="1847087" cy="1847088"/>
            </a:xfrm>
            <a:prstGeom prst="ellipse">
              <a:avLst/>
            </a:prstGeom>
            <a:gradFill flip="none" rotWithShape="1">
              <a:gsLst>
                <a:gs pos="56000">
                  <a:schemeClr val="accent3">
                    <a:alpha val="23000"/>
                  </a:schemeClr>
                </a:gs>
                <a:gs pos="0">
                  <a:schemeClr val="accent3"/>
                </a:gs>
                <a:gs pos="92000">
                  <a:schemeClr val="accent3">
                    <a:alpha val="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78B7F1A-7106-4BAB-BEF2-A2E20744F170}"/>
                </a:ext>
              </a:extLst>
            </p:cNvPr>
            <p:cNvSpPr>
              <a:spLocks noChangeAspect="1"/>
            </p:cNvSpPr>
            <p:nvPr userDrawn="1"/>
          </p:nvSpPr>
          <p:spPr bwMode="invGray">
            <a:xfrm>
              <a:off x="1423648" y="-1951037"/>
              <a:ext cx="1847087" cy="1847088"/>
            </a:xfrm>
            <a:prstGeom prst="ellipse">
              <a:avLst/>
            </a:prstGeom>
            <a:gradFill flip="none" rotWithShape="1">
              <a:gsLst>
                <a:gs pos="56000">
                  <a:srgbClr val="039BDA">
                    <a:alpha val="32000"/>
                  </a:srgbClr>
                </a:gs>
                <a:gs pos="0">
                  <a:schemeClr val="accent1"/>
                </a:gs>
                <a:gs pos="86000">
                  <a:schemeClr val="accent1">
                    <a:alpha val="0"/>
                  </a:schemeClr>
                </a:gs>
              </a:gsLst>
              <a:lin ang="198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351C2E01-BEED-48DF-ABDB-1C3328D85B47}"/>
                </a:ext>
              </a:extLst>
            </p:cNvPr>
            <p:cNvSpPr>
              <a:spLocks noChangeAspect="1"/>
            </p:cNvSpPr>
            <p:nvPr userDrawn="1"/>
          </p:nvSpPr>
          <p:spPr bwMode="invGray">
            <a:xfrm>
              <a:off x="1423648" y="-3195637"/>
              <a:ext cx="1847087" cy="1847088"/>
            </a:xfrm>
            <a:prstGeom prst="ellipse">
              <a:avLst/>
            </a:prstGeom>
            <a:gradFill flip="none" rotWithShape="1">
              <a:gsLst>
                <a:gs pos="56000">
                  <a:schemeClr val="accent3">
                    <a:alpha val="23000"/>
                  </a:schemeClr>
                </a:gs>
                <a:gs pos="0">
                  <a:schemeClr val="accent3"/>
                </a:gs>
                <a:gs pos="92000">
                  <a:schemeClr val="accent3">
                    <a:alpha val="0"/>
                  </a:schemeClr>
                </a:gs>
              </a:gsLst>
              <a:lin ang="18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Picture 11">
            <a:extLst>
              <a:ext uri="{FF2B5EF4-FFF2-40B4-BE49-F238E27FC236}">
                <a16:creationId xmlns:a16="http://schemas.microsoft.com/office/drawing/2014/main" id="{B5BFCFD3-673F-463D-8C5E-D1915CDF24F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8170069" y="4695644"/>
            <a:ext cx="647704" cy="212229"/>
          </a:xfrm>
          <a:prstGeom prst="rect">
            <a:avLst/>
          </a:prstGeom>
        </p:spPr>
      </p:pic>
    </p:spTree>
    <p:extLst>
      <p:ext uri="{BB962C8B-B14F-4D97-AF65-F5344CB8AC3E}">
        <p14:creationId xmlns:p14="http://schemas.microsoft.com/office/powerpoint/2010/main" val="1022420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0C4FFE-CBEE-4906-9823-4164ADEA4911}"/>
              </a:ext>
            </a:extLst>
          </p:cNvPr>
          <p:cNvSpPr/>
          <p:nvPr userDrawn="1"/>
        </p:nvSpPr>
        <p:spPr bwMode="invGray">
          <a:xfrm>
            <a:off x="0" y="0"/>
            <a:ext cx="9144000" cy="5143500"/>
          </a:xfrm>
          <a:prstGeom prst="rect">
            <a:avLst/>
          </a:prstGeom>
          <a:gradFill flip="none" rotWithShape="1">
            <a:gsLst>
              <a:gs pos="53000">
                <a:schemeClr val="bg1">
                  <a:alpha val="0"/>
                </a:schemeClr>
              </a:gs>
              <a:gs pos="100000">
                <a:schemeClr val="accent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invGray">
          <a:xfrm>
            <a:off x="2209801" y="1885951"/>
            <a:ext cx="4724400" cy="905740"/>
          </a:xfrm>
        </p:spPr>
        <p:txBody>
          <a:bodyPr lIns="0" tIns="0" rIns="0" bIns="0" anchor="ctr">
            <a:noAutofit/>
          </a:bodyPr>
          <a:lstStyle>
            <a:lvl1pPr marL="0" indent="0" algn="ctr">
              <a:buNone/>
              <a:defRPr sz="2800">
                <a:latin typeface="+mj-lt"/>
              </a:defRPr>
            </a:lvl1pPr>
          </a:lstStyle>
          <a:p>
            <a:pPr lvl="0"/>
            <a:r>
              <a:rPr lang="en-US"/>
              <a:t>Questions</a:t>
            </a:r>
          </a:p>
        </p:txBody>
      </p:sp>
      <p:sp>
        <p:nvSpPr>
          <p:cNvPr id="4" name="Slide Number Placeholder 5">
            <a:extLst>
              <a:ext uri="{FF2B5EF4-FFF2-40B4-BE49-F238E27FC236}">
                <a16:creationId xmlns:a16="http://schemas.microsoft.com/office/drawing/2014/main" id="{BBB6B6EA-9D5E-448E-ACCF-4BD6C98D9DAC}"/>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83823657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pic>
        <p:nvPicPr>
          <p:cNvPr id="12" name="Picture 11" descr="Logo, company name&#10;&#10;Description automatically generated">
            <a:extLst>
              <a:ext uri="{FF2B5EF4-FFF2-40B4-BE49-F238E27FC236}">
                <a16:creationId xmlns:a16="http://schemas.microsoft.com/office/drawing/2014/main" id="{56565743-BD48-4237-B250-C41593D7BEA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4724400" y="386861"/>
            <a:ext cx="4072196" cy="4071101"/>
          </a:xfrm>
          <a:prstGeom prst="rect">
            <a:avLst/>
          </a:prstGeom>
        </p:spPr>
      </p:pic>
      <p:sp>
        <p:nvSpPr>
          <p:cNvPr id="7" name="AddNotifier#1"/>
          <p:cNvSpPr txBox="1">
            <a:spLocks noChangeArrowheads="1"/>
          </p:cNvSpPr>
          <p:nvPr userDrawn="1"/>
        </p:nvSpPr>
        <p:spPr bwMode="invGray">
          <a:xfrm>
            <a:off x="234016" y="3867150"/>
            <a:ext cx="3029884" cy="45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no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600" kern="1200" baseline="0">
                <a:solidFill>
                  <a:schemeClr val="tx1"/>
                </a:solidFill>
                <a:latin typeface="Raleway Light" pitchFamily="2" charset="0"/>
                <a:ea typeface="Verdana" pitchFamily="34" charset="0"/>
                <a:cs typeface="Verdana" pitchFamily="34" charset="0"/>
              </a:rPr>
              <a:t>Atos is a registered trademark of Atos SE.</a:t>
            </a:r>
            <a:r>
              <a:rPr lang="en-NL" sz="600" kern="1200" baseline="0">
                <a:solidFill>
                  <a:schemeClr val="tx1"/>
                </a:solidFill>
                <a:latin typeface="Raleway Light" pitchFamily="2" charset="0"/>
                <a:ea typeface="Verdana" pitchFamily="34" charset="0"/>
                <a:cs typeface="Verdana" pitchFamily="34" charset="0"/>
              </a:rPr>
              <a:t> February</a:t>
            </a:r>
            <a:r>
              <a:rPr lang="en-US" sz="600" kern="1200" baseline="0">
                <a:solidFill>
                  <a:schemeClr val="tx1"/>
                </a:solidFill>
                <a:latin typeface="Raleway Light" pitchFamily="2" charset="0"/>
                <a:ea typeface="Verdana" pitchFamily="34" charset="0"/>
                <a:cs typeface="Verdana" pitchFamily="34" charset="0"/>
              </a:rPr>
              <a:t> 202</a:t>
            </a:r>
            <a:r>
              <a:rPr lang="en-NL" sz="600" kern="1200" baseline="0">
                <a:solidFill>
                  <a:schemeClr val="tx1"/>
                </a:solidFill>
                <a:latin typeface="Raleway Light" pitchFamily="2" charset="0"/>
                <a:ea typeface="Verdana" pitchFamily="34" charset="0"/>
                <a:cs typeface="Verdana" pitchFamily="34" charset="0"/>
              </a:rPr>
              <a:t>2</a:t>
            </a:r>
            <a:r>
              <a:rPr lang="en-US" sz="600" kern="1200" baseline="0">
                <a:solidFill>
                  <a:schemeClr val="tx1"/>
                </a:solidFill>
                <a:latin typeface="Raleway Light" pitchFamily="2" charset="0"/>
                <a:ea typeface="Verdana" pitchFamily="34" charset="0"/>
                <a:cs typeface="Verdana" pitchFamily="34" charset="0"/>
              </a:rPr>
              <a:t>.</a:t>
            </a:r>
            <a:r>
              <a:rPr lang="en-NL" sz="600" kern="1200" baseline="0">
                <a:solidFill>
                  <a:schemeClr val="tx1"/>
                </a:solidFill>
                <a:latin typeface="Raleway Light" pitchFamily="2" charset="0"/>
                <a:ea typeface="Verdana" pitchFamily="34" charset="0"/>
                <a:cs typeface="Verdana" pitchFamily="34" charset="0"/>
              </a:rPr>
              <a:t> </a:t>
            </a:r>
            <a:r>
              <a:rPr lang="en-US" sz="600" kern="1200" baseline="0">
                <a:solidFill>
                  <a:schemeClr val="tx1"/>
                </a:solidFill>
                <a:latin typeface="Raleway Light" pitchFamily="2" charset="0"/>
                <a:ea typeface="Verdana" pitchFamily="34" charset="0"/>
                <a:cs typeface="Verdana" pitchFamily="34" charset="0"/>
              </a:rPr>
              <a:t>© 202</a:t>
            </a:r>
            <a:r>
              <a:rPr lang="en-NL" sz="600" kern="1200" baseline="0">
                <a:solidFill>
                  <a:schemeClr val="tx1"/>
                </a:solidFill>
                <a:latin typeface="Raleway Light" pitchFamily="2" charset="0"/>
                <a:ea typeface="Verdana" pitchFamily="34" charset="0"/>
                <a:cs typeface="Verdana" pitchFamily="34" charset="0"/>
              </a:rPr>
              <a:t>2</a:t>
            </a:r>
            <a:r>
              <a:rPr lang="en-US" sz="600" kern="1200" baseline="0">
                <a:solidFill>
                  <a:schemeClr val="tx1"/>
                </a:solidFill>
                <a:latin typeface="Raleway Light" pitchFamily="2" charset="0"/>
                <a:ea typeface="Verdana" pitchFamily="34" charset="0"/>
                <a:cs typeface="Verdana" pitchFamily="34" charset="0"/>
              </a:rPr>
              <a:t> Atos. Confidential information owned by Atos, to be used by the recipient only. This document, or any part of it, may not be reproduced, copied, circulated and/or distributed nor quoted without prior written approval from Atos.</a:t>
            </a:r>
            <a:endParaRPr lang="en-US" sz="600" baseline="0">
              <a:solidFill>
                <a:schemeClr val="tx1"/>
              </a:solidFill>
              <a:latin typeface="Raleway Light" pitchFamily="2" charset="0"/>
              <a:ea typeface="Verdana" pitchFamily="34" charset="0"/>
              <a:cs typeface="Verdana" pitchFamily="34" charset="0"/>
            </a:endParaRPr>
          </a:p>
        </p:txBody>
      </p:sp>
      <p:sp>
        <p:nvSpPr>
          <p:cNvPr id="8" name="Title 1">
            <a:extLst>
              <a:ext uri="{FF2B5EF4-FFF2-40B4-BE49-F238E27FC236}">
                <a16:creationId xmlns:a16="http://schemas.microsoft.com/office/drawing/2014/main" id="{5933833C-BE40-40EB-B9B8-B07DCCE93C81}"/>
              </a:ext>
            </a:extLst>
          </p:cNvPr>
          <p:cNvSpPr>
            <a:spLocks noGrp="1"/>
          </p:cNvSpPr>
          <p:nvPr>
            <p:ph type="ctrTitle" hasCustomPrompt="1"/>
          </p:nvPr>
        </p:nvSpPr>
        <p:spPr bwMode="invGray">
          <a:xfrm>
            <a:off x="327679" y="1657351"/>
            <a:ext cx="4114800" cy="763732"/>
          </a:xfrm>
          <a:prstGeom prst="rect">
            <a:avLst/>
          </a:prstGeom>
        </p:spPr>
        <p:txBody>
          <a:bodyPr wrap="none" lIns="0" tIns="0" rIns="0" bIns="0" anchor="ctr" anchorCtr="0">
            <a:noAutofit/>
          </a:bodyPr>
          <a:lstStyle>
            <a:lvl1pPr>
              <a:defRPr sz="4000" b="0" baseline="0">
                <a:solidFill>
                  <a:schemeClr val="tx1"/>
                </a:solidFill>
                <a:latin typeface="Raleway SemiBold" pitchFamily="2" charset="0"/>
                <a:ea typeface="Verdana" pitchFamily="34" charset="0"/>
                <a:cs typeface="Verdana" pitchFamily="34" charset="0"/>
              </a:defRPr>
            </a:lvl1pPr>
          </a:lstStyle>
          <a:p>
            <a:r>
              <a:rPr lang="en-NL"/>
              <a:t>Thank you</a:t>
            </a:r>
            <a:endParaRPr lang="nl-NL"/>
          </a:p>
        </p:txBody>
      </p:sp>
      <p:sp>
        <p:nvSpPr>
          <p:cNvPr id="10" name="Text Placeholder 2">
            <a:extLst>
              <a:ext uri="{FF2B5EF4-FFF2-40B4-BE49-F238E27FC236}">
                <a16:creationId xmlns:a16="http://schemas.microsoft.com/office/drawing/2014/main" id="{6160EC47-C4E5-4087-B956-F139EF0BE257}"/>
              </a:ext>
            </a:extLst>
          </p:cNvPr>
          <p:cNvSpPr>
            <a:spLocks noGrp="1"/>
          </p:cNvSpPr>
          <p:nvPr>
            <p:ph type="body" sz="quarter" idx="10"/>
          </p:nvPr>
        </p:nvSpPr>
        <p:spPr bwMode="invGray">
          <a:xfrm>
            <a:off x="327677" y="2540976"/>
            <a:ext cx="4114800" cy="1097280"/>
          </a:xfrm>
        </p:spPr>
        <p:txBody>
          <a:bodyPr wrap="none" lIns="0" tIns="0" rIns="0" bIns="0">
            <a:noAutofit/>
          </a:bodyPr>
          <a:lstStyle>
            <a:lvl1pPr marL="0" indent="0">
              <a:spcAft>
                <a:spcPts val="0"/>
              </a:spcAft>
              <a:buNone/>
              <a:defRPr sz="1200">
                <a:solidFill>
                  <a:schemeClr val="accent1"/>
                </a:solidFill>
                <a:latin typeface="Raleway Medium" pitchFamily="2" charset="0"/>
              </a:defRPr>
            </a:lvl1pPr>
            <a:lvl2pPr marL="164592" indent="0">
              <a:buNone/>
              <a:defRPr>
                <a:solidFill>
                  <a:schemeClr val="accent1"/>
                </a:solidFill>
                <a:latin typeface="Raleway Medium" pitchFamily="2" charset="0"/>
              </a:defRPr>
            </a:lvl2pPr>
            <a:lvl3pPr marL="329184" indent="0">
              <a:buNone/>
              <a:defRPr>
                <a:solidFill>
                  <a:schemeClr val="accent1"/>
                </a:solidFill>
                <a:latin typeface="Raleway Medium" pitchFamily="2" charset="0"/>
              </a:defRPr>
            </a:lvl3pPr>
            <a:lvl4pPr marL="493776" indent="0">
              <a:buNone/>
              <a:defRPr>
                <a:solidFill>
                  <a:schemeClr val="accent1"/>
                </a:solidFill>
                <a:latin typeface="Raleway Medium" pitchFamily="2" charset="0"/>
              </a:defRPr>
            </a:lvl4pPr>
            <a:lvl5pPr marL="1080000" indent="0">
              <a:buNone/>
              <a:defRPr>
                <a:solidFill>
                  <a:schemeClr val="accent1"/>
                </a:solidFill>
                <a:latin typeface="Raleway Medium" pitchFamily="2" charset="0"/>
              </a:defRPr>
            </a:lvl5pPr>
          </a:lstStyle>
          <a:p>
            <a:pPr lvl="0"/>
            <a:r>
              <a:rPr lang="en-US"/>
              <a:t>Click to edit Master text styles</a:t>
            </a:r>
          </a:p>
        </p:txBody>
      </p:sp>
      <p:sp>
        <p:nvSpPr>
          <p:cNvPr id="11" name="AddClassification">
            <a:extLst>
              <a:ext uri="{FF2B5EF4-FFF2-40B4-BE49-F238E27FC236}">
                <a16:creationId xmlns:a16="http://schemas.microsoft.com/office/drawing/2014/main" id="{F1491302-6D30-4397-AB4C-678BC1B9C679}"/>
              </a:ext>
            </a:extLst>
          </p:cNvPr>
          <p:cNvSpPr txBox="1">
            <a:spLocks noChangeArrowheads="1"/>
          </p:cNvSpPr>
          <p:nvPr userDrawn="1"/>
        </p:nvSpPr>
        <p:spPr bwMode="invGray">
          <a:xfrm>
            <a:off x="4059038" y="4803626"/>
            <a:ext cx="102592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00" b="0" baseline="0">
                <a:solidFill>
                  <a:schemeClr val="tx1"/>
                </a:solidFill>
                <a:latin typeface="Raleway Medium" pitchFamily="2" charset="0"/>
                <a:ea typeface="Verdana" pitchFamily="34" charset="0"/>
                <a:cs typeface="Verdana" pitchFamily="34" charset="0"/>
              </a:rPr>
              <a:t>© Atos - For internal use</a:t>
            </a:r>
          </a:p>
        </p:txBody>
      </p:sp>
      <p:pic>
        <p:nvPicPr>
          <p:cNvPr id="13" name="Picture 12">
            <a:extLst>
              <a:ext uri="{FF2B5EF4-FFF2-40B4-BE49-F238E27FC236}">
                <a16:creationId xmlns:a16="http://schemas.microsoft.com/office/drawing/2014/main" id="{00C10B0F-805C-4F21-AACF-354160C7082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invGray">
          <a:xfrm>
            <a:off x="7632551" y="4525287"/>
            <a:ext cx="1189068" cy="389615"/>
          </a:xfrm>
          <a:prstGeom prst="rect">
            <a:avLst/>
          </a:prstGeom>
        </p:spPr>
      </p:pic>
    </p:spTree>
    <p:extLst>
      <p:ext uri="{BB962C8B-B14F-4D97-AF65-F5344CB8AC3E}">
        <p14:creationId xmlns:p14="http://schemas.microsoft.com/office/powerpoint/2010/main" val="14365171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cxnSp>
        <p:nvCxnSpPr>
          <p:cNvPr id="5" name="Straight Connector 4"/>
          <p:cNvCxnSpPr>
            <a:cxnSpLocks/>
          </p:cNvCxnSpPr>
          <p:nvPr userDrawn="1"/>
        </p:nvCxnSpPr>
        <p:spPr>
          <a:xfrm>
            <a:off x="326875" y="4625878"/>
            <a:ext cx="8820472"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1" name="Straight Connector 10"/>
          <p:cNvCxnSpPr>
            <a:cxnSpLocks/>
          </p:cNvCxnSpPr>
          <p:nvPr userDrawn="1"/>
        </p:nvCxnSpPr>
        <p:spPr>
          <a:xfrm>
            <a:off x="329209" y="944932"/>
            <a:ext cx="8820472"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4" name="Text Placeholder 3"/>
          <p:cNvSpPr>
            <a:spLocks noGrp="1"/>
          </p:cNvSpPr>
          <p:nvPr>
            <p:ph type="body" sz="quarter" idx="10"/>
          </p:nvPr>
        </p:nvSpPr>
        <p:spPr>
          <a:xfrm>
            <a:off x="289248" y="123478"/>
            <a:ext cx="8677656" cy="720080"/>
          </a:xfrm>
        </p:spPr>
        <p:txBody>
          <a:bodyPr/>
          <a:lstStyle>
            <a:lvl1pPr marL="0" indent="0">
              <a:buNone/>
              <a:defRPr sz="1800" b="1" baseline="0"/>
            </a:lvl1pPr>
            <a:lvl2pPr marL="0" indent="0">
              <a:buNone/>
              <a:defRPr sz="1350"/>
            </a:lvl2pPr>
          </a:lstStyle>
          <a:p>
            <a:pPr lvl="0"/>
            <a:r>
              <a:rPr lang="en-US"/>
              <a:t>Edit Master text styles</a:t>
            </a:r>
          </a:p>
          <a:p>
            <a:pPr lvl="1"/>
            <a:r>
              <a:rPr lang="en-US"/>
              <a:t>Second level</a:t>
            </a:r>
          </a:p>
        </p:txBody>
      </p:sp>
      <p:sp>
        <p:nvSpPr>
          <p:cNvPr id="6" name="Text Placeholder 5"/>
          <p:cNvSpPr>
            <a:spLocks noGrp="1"/>
          </p:cNvSpPr>
          <p:nvPr>
            <p:ph type="body" sz="quarter" idx="11"/>
          </p:nvPr>
        </p:nvSpPr>
        <p:spPr>
          <a:xfrm>
            <a:off x="289249" y="1090801"/>
            <a:ext cx="8677656" cy="34034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53242562"/>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40300" y="987574"/>
            <a:ext cx="8573500" cy="3584426"/>
          </a:xfrm>
          <a:prstGeom prst="rect">
            <a:avLst/>
          </a:prstGeom>
        </p:spPr>
        <p:txBody>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6" name="Title 5"/>
          <p:cNvSpPr>
            <a:spLocks noGrp="1"/>
          </p:cNvSpPr>
          <p:nvPr>
            <p:ph type="title" hasCustomPrompt="1"/>
          </p:nvPr>
        </p:nvSpPr>
        <p:spPr>
          <a:xfrm>
            <a:off x="240300" y="123478"/>
            <a:ext cx="8573500" cy="720080"/>
          </a:xfrm>
        </p:spPr>
        <p:txBody>
          <a:bodyPr/>
          <a:lstStyle>
            <a:lvl1pPr>
              <a:defRPr>
                <a:solidFill>
                  <a:srgbClr val="0066A1"/>
                </a:solidFill>
              </a:defRPr>
            </a:lvl1pPr>
          </a:lstStyle>
          <a:p>
            <a:r>
              <a:rPr lang="en-US"/>
              <a:t>Click to edit the header</a:t>
            </a:r>
          </a:p>
        </p:txBody>
      </p:sp>
    </p:spTree>
    <p:extLst>
      <p:ext uri="{BB962C8B-B14F-4D97-AF65-F5344CB8AC3E}">
        <p14:creationId xmlns:p14="http://schemas.microsoft.com/office/powerpoint/2010/main" val="12932163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pic>
        <p:nvPicPr>
          <p:cNvPr id="3" name="Picture 2" descr="Logo, company name&#10;&#10;Description automatically generated">
            <a:extLst>
              <a:ext uri="{FF2B5EF4-FFF2-40B4-BE49-F238E27FC236}">
                <a16:creationId xmlns:a16="http://schemas.microsoft.com/office/drawing/2014/main" id="{E12B68CA-5535-49D1-8E3F-4B53EFEE148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4724400" y="386861"/>
            <a:ext cx="4072196" cy="4071101"/>
          </a:xfrm>
          <a:prstGeom prst="rect">
            <a:avLst/>
          </a:prstGeom>
        </p:spPr>
      </p:pic>
      <p:sp>
        <p:nvSpPr>
          <p:cNvPr id="4" name="Text Placeholder 3">
            <a:extLst>
              <a:ext uri="{FF2B5EF4-FFF2-40B4-BE49-F238E27FC236}">
                <a16:creationId xmlns:a16="http://schemas.microsoft.com/office/drawing/2014/main" id="{4C62829B-E2C5-44BC-B862-8528BA6E42EB}"/>
              </a:ext>
            </a:extLst>
          </p:cNvPr>
          <p:cNvSpPr>
            <a:spLocks noGrp="1"/>
          </p:cNvSpPr>
          <p:nvPr userDrawn="1">
            <p:ph type="body" sz="quarter" idx="11" hasCustomPrompt="1"/>
          </p:nvPr>
        </p:nvSpPr>
        <p:spPr bwMode="gray">
          <a:xfrm>
            <a:off x="318776" y="1276350"/>
            <a:ext cx="4685024" cy="1704242"/>
          </a:xfrm>
        </p:spPr>
        <p:txBody>
          <a:bodyPr lIns="0" tIns="0" rIns="0" bIns="0" anchor="ctr">
            <a:noAutofit/>
          </a:bodyPr>
          <a:lstStyle>
            <a:lvl1pPr marL="0" indent="0">
              <a:spcAft>
                <a:spcPts val="100"/>
              </a:spcAft>
              <a:buNone/>
              <a:defRPr sz="3200">
                <a:latin typeface="Raleway SemiBold" pitchFamily="2" charset="0"/>
              </a:defRPr>
            </a:lvl1pPr>
            <a:lvl2pPr marL="0" indent="0">
              <a:spcAft>
                <a:spcPts val="100"/>
              </a:spcAft>
              <a:buNone/>
              <a:defRPr sz="2400">
                <a:solidFill>
                  <a:schemeClr val="accent1"/>
                </a:solidFill>
                <a:latin typeface="Raleway SemiBold" pitchFamily="2" charset="0"/>
              </a:defRPr>
            </a:lvl2pPr>
          </a:lstStyle>
          <a:p>
            <a:pPr lvl="0"/>
            <a:r>
              <a:rPr lang="en-US"/>
              <a:t>Title in </a:t>
            </a:r>
            <a:r>
              <a:rPr lang="en-US" err="1"/>
              <a:t>Raleway</a:t>
            </a:r>
            <a:br>
              <a:rPr lang="en-US"/>
            </a:br>
            <a:r>
              <a:rPr lang="en-US" err="1"/>
              <a:t>SemiBold</a:t>
            </a:r>
            <a:r>
              <a:rPr lang="en-US"/>
              <a:t> 32pt</a:t>
            </a:r>
          </a:p>
          <a:p>
            <a:pPr lvl="1"/>
            <a:r>
              <a:rPr lang="en-US"/>
              <a:t>Subtitle in </a:t>
            </a:r>
            <a:r>
              <a:rPr lang="en-US" err="1"/>
              <a:t>Raleway</a:t>
            </a:r>
            <a:r>
              <a:rPr lang="en-US"/>
              <a:t> </a:t>
            </a:r>
            <a:br>
              <a:rPr lang="en-US"/>
            </a:br>
            <a:r>
              <a:rPr lang="en-US" err="1"/>
              <a:t>SemiBold</a:t>
            </a:r>
            <a:r>
              <a:rPr lang="en-US"/>
              <a:t> 24pt</a:t>
            </a:r>
          </a:p>
        </p:txBody>
      </p:sp>
      <p:sp>
        <p:nvSpPr>
          <p:cNvPr id="17" name="Text Placeholder 16">
            <a:extLst>
              <a:ext uri="{FF2B5EF4-FFF2-40B4-BE49-F238E27FC236}">
                <a16:creationId xmlns:a16="http://schemas.microsoft.com/office/drawing/2014/main" id="{B8AE34A7-F4A5-49F5-86B2-EC41ED39E6FE}"/>
              </a:ext>
            </a:extLst>
          </p:cNvPr>
          <p:cNvSpPr>
            <a:spLocks noGrp="1"/>
          </p:cNvSpPr>
          <p:nvPr userDrawn="1">
            <p:ph type="body" sz="quarter" idx="12" hasCustomPrompt="1"/>
          </p:nvPr>
        </p:nvSpPr>
        <p:spPr bwMode="gray">
          <a:xfrm>
            <a:off x="318776" y="3683977"/>
            <a:ext cx="3201843" cy="553998"/>
          </a:xfrm>
        </p:spPr>
        <p:txBody>
          <a:bodyPr wrap="none" lIns="0" tIns="0" rIns="0" bIns="0">
            <a:noAutofit/>
          </a:bodyPr>
          <a:lstStyle>
            <a:lvl1pPr marL="0" indent="0" algn="l" defTabSz="914400" rtl="0" eaLnBrk="1" latinLnBrk="0" hangingPunct="1">
              <a:spcBef>
                <a:spcPts val="0"/>
              </a:spcBef>
              <a:spcAft>
                <a:spcPts val="0"/>
              </a:spcAft>
              <a:buClr>
                <a:srgbClr val="0588E8"/>
              </a:buClr>
              <a:buSzPct val="85000"/>
              <a:buFont typeface="Lucida Sans Unicode" pitchFamily="34" charset="0"/>
              <a:buNone/>
              <a:defRPr lang="en-US" sz="1200" kern="1200" baseline="0" dirty="0" smtClean="0">
                <a:solidFill>
                  <a:schemeClr val="tx1"/>
                </a:solidFill>
                <a:latin typeface="Raleway Medium" pitchFamily="2" charset="0"/>
                <a:ea typeface="Verdana" pitchFamily="34" charset="0"/>
                <a:cs typeface="Raleway Medium" pitchFamily="2" charset="0"/>
              </a:defRPr>
            </a:lvl1pPr>
            <a:lvl2pPr marL="0" indent="0" algn="l" defTabSz="914400" rtl="0" eaLnBrk="1" latinLnBrk="0" hangingPunct="1">
              <a:spcBef>
                <a:spcPts val="0"/>
              </a:spcBef>
              <a:spcAft>
                <a:spcPts val="0"/>
              </a:spcAft>
              <a:buClr>
                <a:srgbClr val="0588E8"/>
              </a:buClr>
              <a:buSzPct val="85000"/>
              <a:buFont typeface="Lucida Sans Unicode" pitchFamily="34" charset="0"/>
              <a:buNone/>
              <a:defRPr lang="en-US" sz="1200" kern="1200" baseline="0" dirty="0" smtClean="0">
                <a:solidFill>
                  <a:schemeClr val="tx1"/>
                </a:solidFill>
                <a:latin typeface="Raleway Medium" pitchFamily="2" charset="0"/>
                <a:ea typeface="Verdana" pitchFamily="34" charset="0"/>
                <a:cs typeface="Raleway Medium" pitchFamily="2" charset="0"/>
              </a:defRPr>
            </a:lvl2pPr>
            <a:lvl3pPr marL="0" indent="0" algn="l" defTabSz="914400" rtl="0" eaLnBrk="1" latinLnBrk="0" hangingPunct="1">
              <a:spcBef>
                <a:spcPts val="0"/>
              </a:spcBef>
              <a:spcAft>
                <a:spcPts val="0"/>
              </a:spcAft>
              <a:buClr>
                <a:srgbClr val="0588E8"/>
              </a:buClr>
              <a:buSzPct val="85000"/>
              <a:buFont typeface="Lucida Sans Unicode" pitchFamily="34" charset="0"/>
              <a:buNone/>
              <a:defRPr lang="en-US" sz="1200" kern="1200" baseline="0" dirty="0" smtClean="0">
                <a:solidFill>
                  <a:srgbClr val="808080"/>
                </a:solidFill>
                <a:latin typeface="Raleway Light" pitchFamily="2" charset="0"/>
                <a:ea typeface="Verdana" pitchFamily="34" charset="0"/>
                <a:cs typeface="Verdana" pitchFamily="34" charset="0"/>
              </a:defRPr>
            </a:lvl3pPr>
          </a:lstStyle>
          <a:p>
            <a:pPr lvl="0"/>
            <a:r>
              <a:rPr lang="en-US"/>
              <a:t>Presenter Name</a:t>
            </a:r>
          </a:p>
          <a:p>
            <a:pPr lvl="1"/>
            <a:r>
              <a:rPr lang="en-US"/>
              <a:t>Job Title</a:t>
            </a:r>
          </a:p>
          <a:p>
            <a:pPr lvl="1"/>
            <a:r>
              <a:rPr lang="en-US"/>
              <a:t>dd/mm/</a:t>
            </a:r>
            <a:r>
              <a:rPr lang="en-US" err="1"/>
              <a:t>yyyy</a:t>
            </a:r>
            <a:endParaRPr lang="en-US"/>
          </a:p>
        </p:txBody>
      </p:sp>
      <p:sp>
        <p:nvSpPr>
          <p:cNvPr id="10" name="AddClassification">
            <a:extLst>
              <a:ext uri="{FF2B5EF4-FFF2-40B4-BE49-F238E27FC236}">
                <a16:creationId xmlns:a16="http://schemas.microsoft.com/office/drawing/2014/main" id="{1C5ED923-D00B-4B32-A761-EACBE27AA8F2}"/>
              </a:ext>
            </a:extLst>
          </p:cNvPr>
          <p:cNvSpPr txBox="1">
            <a:spLocks noChangeArrowheads="1"/>
          </p:cNvSpPr>
          <p:nvPr userDrawn="1"/>
        </p:nvSpPr>
        <p:spPr bwMode="gray">
          <a:xfrm>
            <a:off x="4059038" y="4802144"/>
            <a:ext cx="102592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00" b="0" baseline="0">
                <a:solidFill>
                  <a:schemeClr val="tx1"/>
                </a:solidFill>
                <a:latin typeface="Raleway Medium" pitchFamily="2" charset="0"/>
                <a:ea typeface="Verdana" pitchFamily="34" charset="0"/>
                <a:cs typeface="Verdana" pitchFamily="34" charset="0"/>
              </a:rPr>
              <a:t>© Atos - For internal use</a:t>
            </a:r>
          </a:p>
        </p:txBody>
      </p:sp>
      <p:pic>
        <p:nvPicPr>
          <p:cNvPr id="7" name="Picture 6">
            <a:extLst>
              <a:ext uri="{FF2B5EF4-FFF2-40B4-BE49-F238E27FC236}">
                <a16:creationId xmlns:a16="http://schemas.microsoft.com/office/drawing/2014/main" id="{AA2F9011-CB78-4B44-9181-AD7ECBE4002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invGray">
          <a:xfrm>
            <a:off x="7632551" y="4525287"/>
            <a:ext cx="1189068" cy="389615"/>
          </a:xfrm>
          <a:prstGeom prst="rect">
            <a:avLst/>
          </a:prstGeom>
        </p:spPr>
      </p:pic>
    </p:spTree>
    <p:extLst>
      <p:ext uri="{BB962C8B-B14F-4D97-AF65-F5344CB8AC3E}">
        <p14:creationId xmlns:p14="http://schemas.microsoft.com/office/powerpoint/2010/main" val="1532221943"/>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58500-CE5F-4F59-96C2-296CFAC09E48}"/>
              </a:ext>
            </a:extLst>
          </p:cNvPr>
          <p:cNvSpPr>
            <a:spLocks noGrp="1"/>
          </p:cNvSpPr>
          <p:nvPr>
            <p:ph type="title" hasCustomPrompt="1"/>
          </p:nvPr>
        </p:nvSpPr>
        <p:spPr bwMode="gray">
          <a:xfrm>
            <a:off x="227661" y="123478"/>
            <a:ext cx="8577072" cy="567000"/>
          </a:xfrm>
        </p:spPr>
        <p:txBody>
          <a:bodyPr/>
          <a:lstStyle>
            <a:lvl1pPr>
              <a:defRPr/>
            </a:lvl1pPr>
          </a:lstStyle>
          <a:p>
            <a:r>
              <a:rPr lang="en-US"/>
              <a:t>Content Overview</a:t>
            </a:r>
          </a:p>
        </p:txBody>
      </p:sp>
      <p:sp>
        <p:nvSpPr>
          <p:cNvPr id="7" name="Text Placeholder 6">
            <a:extLst>
              <a:ext uri="{FF2B5EF4-FFF2-40B4-BE49-F238E27FC236}">
                <a16:creationId xmlns:a16="http://schemas.microsoft.com/office/drawing/2014/main" id="{C942F813-D13D-4898-A2BE-1B872D7D58BC}"/>
              </a:ext>
            </a:extLst>
          </p:cNvPr>
          <p:cNvSpPr>
            <a:spLocks noGrp="1"/>
          </p:cNvSpPr>
          <p:nvPr>
            <p:ph type="body" sz="quarter" idx="10" hasCustomPrompt="1"/>
          </p:nvPr>
        </p:nvSpPr>
        <p:spPr bwMode="gray">
          <a:xfrm>
            <a:off x="990599" y="1082386"/>
            <a:ext cx="3383280" cy="550431"/>
          </a:xfrm>
        </p:spPr>
        <p:txBody>
          <a:bodyPr lIns="0" tIns="0" rIns="0" bIns="0"/>
          <a:lstStyle>
            <a:lvl1pPr marL="0" indent="0">
              <a:buNone/>
              <a:defRPr sz="2000">
                <a:latin typeface="+mn-lt"/>
              </a:defRPr>
            </a:lvl1pPr>
          </a:lstStyle>
          <a:p>
            <a:pPr lvl="0"/>
            <a:r>
              <a:rPr lang="en-US"/>
              <a:t>Chapter Title</a:t>
            </a:r>
          </a:p>
        </p:txBody>
      </p:sp>
      <p:sp>
        <p:nvSpPr>
          <p:cNvPr id="8" name="Text Placeholder 6">
            <a:extLst>
              <a:ext uri="{FF2B5EF4-FFF2-40B4-BE49-F238E27FC236}">
                <a16:creationId xmlns:a16="http://schemas.microsoft.com/office/drawing/2014/main" id="{347FEC1B-68F0-49E3-8BE9-A03AAC0A6241}"/>
              </a:ext>
            </a:extLst>
          </p:cNvPr>
          <p:cNvSpPr>
            <a:spLocks noGrp="1"/>
          </p:cNvSpPr>
          <p:nvPr>
            <p:ph type="body" sz="quarter" idx="11" hasCustomPrompt="1"/>
          </p:nvPr>
        </p:nvSpPr>
        <p:spPr bwMode="gray">
          <a:xfrm>
            <a:off x="990599" y="2055668"/>
            <a:ext cx="3383280" cy="550431"/>
          </a:xfrm>
        </p:spPr>
        <p:txBody>
          <a:bodyPr lIns="0" tIns="0" rIns="0" bIns="0"/>
          <a:lstStyle>
            <a:lvl1pPr marL="0" indent="0">
              <a:buNone/>
              <a:defRPr sz="2000">
                <a:latin typeface="+mn-lt"/>
              </a:defRPr>
            </a:lvl1pPr>
          </a:lstStyle>
          <a:p>
            <a:pPr lvl="0"/>
            <a:r>
              <a:rPr lang="en-US"/>
              <a:t>Chapter Title</a:t>
            </a:r>
          </a:p>
        </p:txBody>
      </p:sp>
      <p:sp>
        <p:nvSpPr>
          <p:cNvPr id="9" name="Text Placeholder 6">
            <a:extLst>
              <a:ext uri="{FF2B5EF4-FFF2-40B4-BE49-F238E27FC236}">
                <a16:creationId xmlns:a16="http://schemas.microsoft.com/office/drawing/2014/main" id="{3549CB22-2806-43E4-9527-5624BCB6EC71}"/>
              </a:ext>
            </a:extLst>
          </p:cNvPr>
          <p:cNvSpPr>
            <a:spLocks noGrp="1"/>
          </p:cNvSpPr>
          <p:nvPr>
            <p:ph type="body" sz="quarter" idx="12" hasCustomPrompt="1"/>
          </p:nvPr>
        </p:nvSpPr>
        <p:spPr bwMode="gray">
          <a:xfrm>
            <a:off x="990599" y="3028950"/>
            <a:ext cx="3383280" cy="550431"/>
          </a:xfrm>
        </p:spPr>
        <p:txBody>
          <a:bodyPr lIns="0" tIns="0" rIns="0" bIns="0"/>
          <a:lstStyle>
            <a:lvl1pPr marL="0" indent="0">
              <a:buNone/>
              <a:defRPr sz="2000">
                <a:latin typeface="+mn-lt"/>
              </a:defRPr>
            </a:lvl1pPr>
          </a:lstStyle>
          <a:p>
            <a:pPr lvl="0"/>
            <a:r>
              <a:rPr lang="en-US"/>
              <a:t>Chapter Title</a:t>
            </a:r>
          </a:p>
        </p:txBody>
      </p:sp>
      <p:sp>
        <p:nvSpPr>
          <p:cNvPr id="10" name="Text Placeholder 6">
            <a:extLst>
              <a:ext uri="{FF2B5EF4-FFF2-40B4-BE49-F238E27FC236}">
                <a16:creationId xmlns:a16="http://schemas.microsoft.com/office/drawing/2014/main" id="{69F854CC-480E-4C43-A264-6534CA2A6540}"/>
              </a:ext>
            </a:extLst>
          </p:cNvPr>
          <p:cNvSpPr>
            <a:spLocks noGrp="1"/>
          </p:cNvSpPr>
          <p:nvPr>
            <p:ph type="body" sz="quarter" idx="13" hasCustomPrompt="1"/>
          </p:nvPr>
        </p:nvSpPr>
        <p:spPr bwMode="gray">
          <a:xfrm>
            <a:off x="5421453" y="1082386"/>
            <a:ext cx="3383280" cy="550431"/>
          </a:xfrm>
        </p:spPr>
        <p:txBody>
          <a:bodyPr lIns="0" tIns="0" rIns="0" bIns="0"/>
          <a:lstStyle>
            <a:lvl1pPr marL="0" indent="0">
              <a:buNone/>
              <a:defRPr sz="2000">
                <a:latin typeface="+mn-lt"/>
              </a:defRPr>
            </a:lvl1pPr>
          </a:lstStyle>
          <a:p>
            <a:pPr lvl="0"/>
            <a:r>
              <a:rPr lang="en-US"/>
              <a:t>Chapter Title</a:t>
            </a:r>
          </a:p>
        </p:txBody>
      </p:sp>
      <p:sp>
        <p:nvSpPr>
          <p:cNvPr id="11" name="Text Placeholder 6">
            <a:extLst>
              <a:ext uri="{FF2B5EF4-FFF2-40B4-BE49-F238E27FC236}">
                <a16:creationId xmlns:a16="http://schemas.microsoft.com/office/drawing/2014/main" id="{14CAF380-1CE0-47D8-BF63-BD2BE8A6EF7E}"/>
              </a:ext>
            </a:extLst>
          </p:cNvPr>
          <p:cNvSpPr>
            <a:spLocks noGrp="1"/>
          </p:cNvSpPr>
          <p:nvPr>
            <p:ph type="body" sz="quarter" idx="14" hasCustomPrompt="1"/>
          </p:nvPr>
        </p:nvSpPr>
        <p:spPr bwMode="gray">
          <a:xfrm>
            <a:off x="5421453" y="2055668"/>
            <a:ext cx="3383280" cy="550431"/>
          </a:xfrm>
        </p:spPr>
        <p:txBody>
          <a:bodyPr lIns="0" tIns="0" rIns="0" bIns="0"/>
          <a:lstStyle>
            <a:lvl1pPr marL="0" indent="0">
              <a:buNone/>
              <a:defRPr sz="2000">
                <a:latin typeface="+mn-lt"/>
              </a:defRPr>
            </a:lvl1pPr>
          </a:lstStyle>
          <a:p>
            <a:pPr lvl="0"/>
            <a:r>
              <a:rPr lang="en-US"/>
              <a:t>Chapter Title</a:t>
            </a:r>
          </a:p>
        </p:txBody>
      </p:sp>
      <p:sp>
        <p:nvSpPr>
          <p:cNvPr id="12" name="Text Placeholder 6">
            <a:extLst>
              <a:ext uri="{FF2B5EF4-FFF2-40B4-BE49-F238E27FC236}">
                <a16:creationId xmlns:a16="http://schemas.microsoft.com/office/drawing/2014/main" id="{3F07D1BF-42AE-4960-AA19-EA8FF7BF0DB6}"/>
              </a:ext>
            </a:extLst>
          </p:cNvPr>
          <p:cNvSpPr>
            <a:spLocks noGrp="1"/>
          </p:cNvSpPr>
          <p:nvPr>
            <p:ph type="body" sz="quarter" idx="15" hasCustomPrompt="1"/>
          </p:nvPr>
        </p:nvSpPr>
        <p:spPr bwMode="gray">
          <a:xfrm>
            <a:off x="5421453" y="3028950"/>
            <a:ext cx="3383280" cy="550431"/>
          </a:xfrm>
        </p:spPr>
        <p:txBody>
          <a:bodyPr lIns="0" tIns="0" rIns="0" bIns="0"/>
          <a:lstStyle>
            <a:lvl1pPr marL="0" indent="0">
              <a:buNone/>
              <a:defRPr sz="2000">
                <a:latin typeface="+mn-lt"/>
              </a:defRPr>
            </a:lvl1pPr>
          </a:lstStyle>
          <a:p>
            <a:pPr lvl="0"/>
            <a:r>
              <a:rPr lang="en-US"/>
              <a:t>Chapter Title</a:t>
            </a:r>
          </a:p>
        </p:txBody>
      </p:sp>
      <p:sp>
        <p:nvSpPr>
          <p:cNvPr id="13" name="Text Placeholder 6">
            <a:extLst>
              <a:ext uri="{FF2B5EF4-FFF2-40B4-BE49-F238E27FC236}">
                <a16:creationId xmlns:a16="http://schemas.microsoft.com/office/drawing/2014/main" id="{AD83F0B5-8532-42AC-9FDE-DA41889DF0A4}"/>
              </a:ext>
            </a:extLst>
          </p:cNvPr>
          <p:cNvSpPr>
            <a:spLocks noGrp="1"/>
          </p:cNvSpPr>
          <p:nvPr>
            <p:ph type="body" sz="quarter" idx="16" hasCustomPrompt="1"/>
          </p:nvPr>
        </p:nvSpPr>
        <p:spPr bwMode="gray">
          <a:xfrm>
            <a:off x="326682" y="1082386"/>
            <a:ext cx="331822" cy="307777"/>
          </a:xfrm>
        </p:spPr>
        <p:txBody>
          <a:bodyPr wrap="none" lIns="0" tIns="0" rIns="0" bIns="0">
            <a:spAutoFit/>
          </a:bodyPr>
          <a:lstStyle>
            <a:lvl1pPr marL="0" indent="0">
              <a:buNone/>
              <a:defRPr sz="2000">
                <a:solidFill>
                  <a:schemeClr val="accent1"/>
                </a:solidFill>
                <a:latin typeface="+mj-lt"/>
              </a:defRPr>
            </a:lvl1pPr>
          </a:lstStyle>
          <a:p>
            <a:pPr lvl="0"/>
            <a:r>
              <a:rPr lang="en-US"/>
              <a:t>01.</a:t>
            </a:r>
          </a:p>
        </p:txBody>
      </p:sp>
      <p:sp>
        <p:nvSpPr>
          <p:cNvPr id="14" name="Text Placeholder 6">
            <a:extLst>
              <a:ext uri="{FF2B5EF4-FFF2-40B4-BE49-F238E27FC236}">
                <a16:creationId xmlns:a16="http://schemas.microsoft.com/office/drawing/2014/main" id="{506973D8-023E-4304-AF2C-5E14B5E74DBC}"/>
              </a:ext>
            </a:extLst>
          </p:cNvPr>
          <p:cNvSpPr>
            <a:spLocks noGrp="1"/>
          </p:cNvSpPr>
          <p:nvPr>
            <p:ph type="body" sz="quarter" idx="17" hasCustomPrompt="1"/>
          </p:nvPr>
        </p:nvSpPr>
        <p:spPr bwMode="gray">
          <a:xfrm>
            <a:off x="326682" y="2055668"/>
            <a:ext cx="352661" cy="307777"/>
          </a:xfrm>
        </p:spPr>
        <p:txBody>
          <a:bodyPr wrap="none" lIns="0" tIns="0" rIns="0" bIns="0">
            <a:spAutoFit/>
          </a:bodyPr>
          <a:lstStyle>
            <a:lvl1pPr marL="0" indent="0">
              <a:buNone/>
              <a:defRPr sz="2000">
                <a:solidFill>
                  <a:schemeClr val="accent1"/>
                </a:solidFill>
                <a:latin typeface="+mj-lt"/>
              </a:defRPr>
            </a:lvl1pPr>
          </a:lstStyle>
          <a:p>
            <a:pPr lvl="0"/>
            <a:r>
              <a:rPr lang="en-US"/>
              <a:t>02.</a:t>
            </a:r>
          </a:p>
        </p:txBody>
      </p:sp>
      <p:sp>
        <p:nvSpPr>
          <p:cNvPr id="15" name="Text Placeholder 6">
            <a:extLst>
              <a:ext uri="{FF2B5EF4-FFF2-40B4-BE49-F238E27FC236}">
                <a16:creationId xmlns:a16="http://schemas.microsoft.com/office/drawing/2014/main" id="{4A27ABC0-C61F-4F54-B518-CCA6BBA22BB5}"/>
              </a:ext>
            </a:extLst>
          </p:cNvPr>
          <p:cNvSpPr>
            <a:spLocks noGrp="1"/>
          </p:cNvSpPr>
          <p:nvPr>
            <p:ph type="body" sz="quarter" idx="18" hasCustomPrompt="1"/>
          </p:nvPr>
        </p:nvSpPr>
        <p:spPr bwMode="gray">
          <a:xfrm>
            <a:off x="326682" y="3028950"/>
            <a:ext cx="352661" cy="307777"/>
          </a:xfrm>
        </p:spPr>
        <p:txBody>
          <a:bodyPr wrap="none" lIns="0" tIns="0" rIns="0" bIns="0">
            <a:spAutoFit/>
          </a:bodyPr>
          <a:lstStyle>
            <a:lvl1pPr marL="0" indent="0">
              <a:buNone/>
              <a:defRPr sz="2000">
                <a:solidFill>
                  <a:schemeClr val="accent1"/>
                </a:solidFill>
                <a:latin typeface="+mj-lt"/>
              </a:defRPr>
            </a:lvl1pPr>
          </a:lstStyle>
          <a:p>
            <a:pPr lvl="0"/>
            <a:r>
              <a:rPr lang="en-US"/>
              <a:t>03.</a:t>
            </a:r>
          </a:p>
        </p:txBody>
      </p:sp>
      <p:sp>
        <p:nvSpPr>
          <p:cNvPr id="16" name="Text Placeholder 6">
            <a:extLst>
              <a:ext uri="{FF2B5EF4-FFF2-40B4-BE49-F238E27FC236}">
                <a16:creationId xmlns:a16="http://schemas.microsoft.com/office/drawing/2014/main" id="{EF03094F-42FA-42F4-8825-CFEF822E272A}"/>
              </a:ext>
            </a:extLst>
          </p:cNvPr>
          <p:cNvSpPr>
            <a:spLocks noGrp="1"/>
          </p:cNvSpPr>
          <p:nvPr>
            <p:ph type="body" sz="quarter" idx="19" hasCustomPrompt="1"/>
          </p:nvPr>
        </p:nvSpPr>
        <p:spPr bwMode="gray">
          <a:xfrm>
            <a:off x="4779179" y="1082386"/>
            <a:ext cx="355867" cy="307777"/>
          </a:xfrm>
        </p:spPr>
        <p:txBody>
          <a:bodyPr wrap="none" lIns="0" tIns="0" rIns="0" bIns="0">
            <a:spAutoFit/>
          </a:bodyPr>
          <a:lstStyle>
            <a:lvl1pPr marL="0" indent="0">
              <a:buNone/>
              <a:defRPr sz="2000">
                <a:solidFill>
                  <a:schemeClr val="accent1"/>
                </a:solidFill>
                <a:latin typeface="+mj-lt"/>
              </a:defRPr>
            </a:lvl1pPr>
          </a:lstStyle>
          <a:p>
            <a:pPr lvl="0"/>
            <a:r>
              <a:rPr lang="en-US"/>
              <a:t>04.</a:t>
            </a:r>
          </a:p>
        </p:txBody>
      </p:sp>
      <p:sp>
        <p:nvSpPr>
          <p:cNvPr id="17" name="Text Placeholder 6">
            <a:extLst>
              <a:ext uri="{FF2B5EF4-FFF2-40B4-BE49-F238E27FC236}">
                <a16:creationId xmlns:a16="http://schemas.microsoft.com/office/drawing/2014/main" id="{2FBF07A3-F7C2-4BCF-827D-B6CB2A336230}"/>
              </a:ext>
            </a:extLst>
          </p:cNvPr>
          <p:cNvSpPr>
            <a:spLocks noGrp="1"/>
          </p:cNvSpPr>
          <p:nvPr>
            <p:ph type="body" sz="quarter" idx="20" hasCustomPrompt="1"/>
          </p:nvPr>
        </p:nvSpPr>
        <p:spPr bwMode="gray">
          <a:xfrm>
            <a:off x="4779179" y="2055668"/>
            <a:ext cx="352661" cy="307777"/>
          </a:xfrm>
        </p:spPr>
        <p:txBody>
          <a:bodyPr wrap="none" lIns="0" tIns="0" rIns="0" bIns="0">
            <a:spAutoFit/>
          </a:bodyPr>
          <a:lstStyle>
            <a:lvl1pPr marL="0" indent="0">
              <a:buNone/>
              <a:defRPr sz="2000">
                <a:solidFill>
                  <a:schemeClr val="accent1"/>
                </a:solidFill>
                <a:latin typeface="+mj-lt"/>
              </a:defRPr>
            </a:lvl1pPr>
          </a:lstStyle>
          <a:p>
            <a:pPr lvl="0"/>
            <a:r>
              <a:rPr lang="en-US"/>
              <a:t>05.</a:t>
            </a:r>
          </a:p>
        </p:txBody>
      </p:sp>
      <p:sp>
        <p:nvSpPr>
          <p:cNvPr id="18" name="Text Placeholder 6">
            <a:extLst>
              <a:ext uri="{FF2B5EF4-FFF2-40B4-BE49-F238E27FC236}">
                <a16:creationId xmlns:a16="http://schemas.microsoft.com/office/drawing/2014/main" id="{8AE22612-FC9E-4469-8E99-65F225DCC96C}"/>
              </a:ext>
            </a:extLst>
          </p:cNvPr>
          <p:cNvSpPr>
            <a:spLocks noGrp="1"/>
          </p:cNvSpPr>
          <p:nvPr>
            <p:ph type="body" sz="quarter" idx="21" hasCustomPrompt="1"/>
          </p:nvPr>
        </p:nvSpPr>
        <p:spPr bwMode="gray">
          <a:xfrm>
            <a:off x="4779179" y="3028950"/>
            <a:ext cx="367088" cy="307777"/>
          </a:xfrm>
        </p:spPr>
        <p:txBody>
          <a:bodyPr wrap="none" lIns="0" tIns="0" rIns="0" bIns="0">
            <a:spAutoFit/>
          </a:bodyPr>
          <a:lstStyle>
            <a:lvl1pPr marL="0" indent="0">
              <a:buNone/>
              <a:defRPr sz="2000">
                <a:solidFill>
                  <a:schemeClr val="accent1"/>
                </a:solidFill>
                <a:latin typeface="+mj-lt"/>
              </a:defRPr>
            </a:lvl1pPr>
          </a:lstStyle>
          <a:p>
            <a:pPr lvl="0"/>
            <a:r>
              <a:rPr lang="en-US"/>
              <a:t>06.</a:t>
            </a:r>
          </a:p>
        </p:txBody>
      </p:sp>
      <p:sp>
        <p:nvSpPr>
          <p:cNvPr id="19" name="Slide Number Placeholder 5">
            <a:extLst>
              <a:ext uri="{FF2B5EF4-FFF2-40B4-BE49-F238E27FC236}">
                <a16:creationId xmlns:a16="http://schemas.microsoft.com/office/drawing/2014/main" id="{9F92AC99-5BF1-49E5-B35F-AF3578852B27}"/>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27965911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231233" y="987574"/>
            <a:ext cx="8573500" cy="3584426"/>
          </a:xfrm>
          <a:prstGeom prst="rect">
            <a:avLst/>
          </a:prstGeom>
        </p:spPr>
        <p:txBody>
          <a:bodyPr/>
          <a:lstStyle>
            <a:lvl4pPr>
              <a:defRPr/>
            </a:lvl4pPr>
          </a:lstStyle>
          <a:p>
            <a:pPr lvl="0"/>
            <a:r>
              <a:rPr lang="nl-NL"/>
              <a:t>Paragraph 01 (Raleway Medium 14 pt)</a:t>
            </a:r>
          </a:p>
          <a:p>
            <a:pPr lvl="1"/>
            <a:r>
              <a:rPr lang="nl-NL"/>
              <a:t>Paragraph 02 (Raleway Light 12 pt)</a:t>
            </a:r>
          </a:p>
          <a:p>
            <a:pPr lvl="2"/>
            <a:r>
              <a:rPr lang="nl-NL"/>
              <a:t>Paragraph 03 (Raleway Light 11 pt)</a:t>
            </a:r>
          </a:p>
          <a:p>
            <a:pPr lvl="3"/>
            <a:r>
              <a:rPr lang="en-US"/>
              <a:t>Paragraph 04 (</a:t>
            </a:r>
            <a:r>
              <a:rPr lang="en-US" err="1"/>
              <a:t>Raleway</a:t>
            </a:r>
            <a:r>
              <a:rPr lang="en-US"/>
              <a:t> Light 10 </a:t>
            </a:r>
            <a:r>
              <a:rPr lang="en-US" err="1"/>
              <a:t>pt</a:t>
            </a:r>
            <a:r>
              <a:rPr lang="en-US"/>
              <a:t>)</a:t>
            </a:r>
            <a:endParaRPr lang="nl-NL"/>
          </a:p>
        </p:txBody>
      </p:sp>
      <p:sp>
        <p:nvSpPr>
          <p:cNvPr id="2" name="Title 1">
            <a:extLst>
              <a:ext uri="{FF2B5EF4-FFF2-40B4-BE49-F238E27FC236}">
                <a16:creationId xmlns:a16="http://schemas.microsoft.com/office/drawing/2014/main" id="{9BC570E9-2A2F-4939-B0C0-AB1431773FBA}"/>
              </a:ext>
            </a:extLst>
          </p:cNvPr>
          <p:cNvSpPr>
            <a:spLocks noGrp="1"/>
          </p:cNvSpPr>
          <p:nvPr>
            <p:ph type="title" hasCustomPrompt="1"/>
          </p:nvPr>
        </p:nvSpPr>
        <p:spPr bwMode="gray">
          <a:xfrm>
            <a:off x="227661" y="123478"/>
            <a:ext cx="8577072" cy="731520"/>
          </a:xfrm>
        </p:spPr>
        <p:txBody>
          <a:bodyPr/>
          <a:lstStyle/>
          <a:p>
            <a:pPr lvl="0"/>
            <a:r>
              <a:rPr lang="en-US"/>
              <a:t>Title in </a:t>
            </a:r>
            <a:r>
              <a:rPr lang="en-US" err="1"/>
              <a:t>Raleway</a:t>
            </a:r>
            <a:r>
              <a:rPr lang="en-US"/>
              <a:t> </a:t>
            </a:r>
            <a:r>
              <a:rPr lang="en-US" err="1"/>
              <a:t>SemiBold</a:t>
            </a:r>
            <a:r>
              <a:rPr lang="en-US"/>
              <a:t> 20pt</a:t>
            </a:r>
          </a:p>
        </p:txBody>
      </p:sp>
      <p:sp>
        <p:nvSpPr>
          <p:cNvPr id="4" name="Text Placeholder 4">
            <a:extLst>
              <a:ext uri="{FF2B5EF4-FFF2-40B4-BE49-F238E27FC236}">
                <a16:creationId xmlns:a16="http://schemas.microsoft.com/office/drawing/2014/main" id="{58DF64B4-820E-44CB-84F9-19FBC3D52E9A}"/>
              </a:ext>
            </a:extLst>
          </p:cNvPr>
          <p:cNvSpPr>
            <a:spLocks noGrp="1"/>
          </p:cNvSpPr>
          <p:nvPr>
            <p:ph type="body" sz="quarter" idx="10" hasCustomPrompt="1"/>
          </p:nvPr>
        </p:nvSpPr>
        <p:spPr>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 name="Slide Number Placeholder 5">
            <a:extLst>
              <a:ext uri="{FF2B5EF4-FFF2-40B4-BE49-F238E27FC236}">
                <a16:creationId xmlns:a16="http://schemas.microsoft.com/office/drawing/2014/main" id="{A4F472B5-763E-4FE8-A7E9-57C5450F6436}"/>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783442749"/>
      </p:ext>
    </p:extLst>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s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55AB8-B6EC-4304-ABBB-CA0A4399AC01}"/>
              </a:ext>
            </a:extLst>
          </p:cNvPr>
          <p:cNvSpPr>
            <a:spLocks noGrp="1"/>
          </p:cNvSpPr>
          <p:nvPr>
            <p:ph type="title" hasCustomPrompt="1"/>
          </p:nvPr>
        </p:nvSpPr>
        <p:spPr bwMode="gray">
          <a:xfrm>
            <a:off x="227661" y="123478"/>
            <a:ext cx="8577072" cy="731520"/>
          </a:xfrm>
        </p:spPr>
        <p:txBody>
          <a:bodyPr/>
          <a:lstStyle/>
          <a:p>
            <a:pPr lvl="0"/>
            <a:r>
              <a:rPr lang="en-US"/>
              <a:t>Title in </a:t>
            </a:r>
            <a:r>
              <a:rPr lang="en-US" err="1"/>
              <a:t>Raleway</a:t>
            </a:r>
            <a:r>
              <a:rPr lang="en-US"/>
              <a:t> </a:t>
            </a:r>
            <a:r>
              <a:rPr lang="en-US" err="1"/>
              <a:t>SemiBold</a:t>
            </a:r>
            <a:r>
              <a:rPr lang="en-US"/>
              <a:t> 20pt</a:t>
            </a:r>
          </a:p>
        </p:txBody>
      </p:sp>
      <p:sp>
        <p:nvSpPr>
          <p:cNvPr id="3" name="Text Placeholder 4">
            <a:extLst>
              <a:ext uri="{FF2B5EF4-FFF2-40B4-BE49-F238E27FC236}">
                <a16:creationId xmlns:a16="http://schemas.microsoft.com/office/drawing/2014/main" id="{4FC3B6DC-AAAC-4B11-9BD4-A2E99D2BCBE1}"/>
              </a:ext>
            </a:extLst>
          </p:cNvPr>
          <p:cNvSpPr>
            <a:spLocks noGrp="1"/>
          </p:cNvSpPr>
          <p:nvPr>
            <p:ph type="body" sz="quarter" idx="10" hasCustomPrompt="1"/>
          </p:nvPr>
        </p:nvSpPr>
        <p:spPr>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4" name="Slide Number Placeholder 5">
            <a:extLst>
              <a:ext uri="{FF2B5EF4-FFF2-40B4-BE49-F238E27FC236}">
                <a16:creationId xmlns:a16="http://schemas.microsoft.com/office/drawing/2014/main" id="{E91ACFA9-286E-4D18-8A01-5219BA79CA96}"/>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629543619"/>
      </p:ext>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231233" y="987574"/>
            <a:ext cx="4206240" cy="3584426"/>
          </a:xfrm>
          <a:prstGeom prst="rect">
            <a:avLst/>
          </a:prstGeom>
        </p:spPr>
        <p:txBody>
          <a:bodyPr/>
          <a:lstStyle>
            <a:lvl1pPr>
              <a:lnSpc>
                <a:spcPct val="100000"/>
              </a:lnSpc>
              <a:spcAft>
                <a:spcPts val="400"/>
              </a:spcAft>
              <a:defRPr/>
            </a:lvl1pPr>
            <a:lvl2pPr>
              <a:lnSpc>
                <a:spcPct val="100000"/>
              </a:lnSpc>
              <a:spcAft>
                <a:spcPts val="400"/>
              </a:spcAft>
              <a:defRPr/>
            </a:lvl2pPr>
            <a:lvl3pPr>
              <a:lnSpc>
                <a:spcPct val="100000"/>
              </a:lnSpc>
              <a:spcAft>
                <a:spcPts val="400"/>
              </a:spcAft>
              <a:defRPr/>
            </a:lvl3pPr>
            <a:lvl4pPr marL="658368" marR="0" indent="-164592"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Char char="•"/>
              <a:tabLst/>
              <a:defRPr/>
            </a:lvl4pPr>
          </a:lstStyle>
          <a:p>
            <a:pPr lvl="0"/>
            <a:r>
              <a:rPr lang="nl-NL"/>
              <a:t>Paragraph 01 (Raleway Medium 14 pt)</a:t>
            </a:r>
          </a:p>
          <a:p>
            <a:pPr lvl="1"/>
            <a:r>
              <a:rPr lang="nl-NL"/>
              <a:t>Paragraph 02 (Raleway Light 12 pt)</a:t>
            </a:r>
          </a:p>
          <a:p>
            <a:pPr lvl="2"/>
            <a:r>
              <a:rPr lang="nl-NL"/>
              <a:t>Paragraph 03 (Raleway Light 11 pt)</a:t>
            </a:r>
          </a:p>
          <a:p>
            <a:pPr marL="658368" marR="0" lvl="3" indent="-164592" algn="l" defTabSz="914400" rtl="0" eaLnBrk="1" fontAlgn="auto" latinLnBrk="0" hangingPunct="1">
              <a:lnSpc>
                <a:spcPct val="100000"/>
              </a:lnSpc>
              <a:spcBef>
                <a:spcPts val="0"/>
              </a:spcBef>
              <a:spcAft>
                <a:spcPts val="300"/>
              </a:spcAft>
              <a:buClr>
                <a:schemeClr val="tx1"/>
              </a:buClr>
              <a:buSzTx/>
              <a:buFont typeface="Arial" panose="020B0604020202020204" pitchFamily="34" charset="0"/>
              <a:buChar char="•"/>
              <a:tabLst/>
              <a:defRPr/>
            </a:pPr>
            <a:r>
              <a:rPr lang="en-US"/>
              <a:t>Paragraph 04 (</a:t>
            </a:r>
            <a:r>
              <a:rPr lang="en-US" err="1"/>
              <a:t>Raleway</a:t>
            </a:r>
            <a:r>
              <a:rPr lang="en-US"/>
              <a:t> Light 10 </a:t>
            </a:r>
            <a:r>
              <a:rPr lang="en-US" err="1"/>
              <a:t>pt</a:t>
            </a:r>
            <a:r>
              <a:rPr lang="en-US"/>
              <a:t>)</a:t>
            </a:r>
            <a:endParaRPr lang="nl-NL"/>
          </a:p>
        </p:txBody>
      </p:sp>
      <p:sp>
        <p:nvSpPr>
          <p:cNvPr id="6" name="Content Placeholder 2">
            <a:extLst>
              <a:ext uri="{FF2B5EF4-FFF2-40B4-BE49-F238E27FC236}">
                <a16:creationId xmlns:a16="http://schemas.microsoft.com/office/drawing/2014/main" id="{8F0C999C-E8DD-4EB6-823D-52177C9EEB31}"/>
              </a:ext>
            </a:extLst>
          </p:cNvPr>
          <p:cNvSpPr>
            <a:spLocks noGrp="1"/>
          </p:cNvSpPr>
          <p:nvPr>
            <p:ph idx="11" hasCustomPrompt="1"/>
          </p:nvPr>
        </p:nvSpPr>
        <p:spPr bwMode="gray">
          <a:xfrm>
            <a:off x="4598493" y="987574"/>
            <a:ext cx="4206240" cy="3584426"/>
          </a:xfrm>
          <a:prstGeom prst="rect">
            <a:avLst/>
          </a:prstGeom>
        </p:spPr>
        <p:txBody>
          <a:bodyPr/>
          <a:lstStyle>
            <a:lvl1pPr>
              <a:lnSpc>
                <a:spcPct val="100000"/>
              </a:lnSpc>
              <a:spcAft>
                <a:spcPts val="400"/>
              </a:spcAft>
              <a:defRPr/>
            </a:lvl1pPr>
            <a:lvl2pPr>
              <a:lnSpc>
                <a:spcPct val="100000"/>
              </a:lnSpc>
              <a:spcAft>
                <a:spcPts val="400"/>
              </a:spcAft>
              <a:defRPr/>
            </a:lvl2pPr>
            <a:lvl3pPr>
              <a:lnSpc>
                <a:spcPct val="100000"/>
              </a:lnSpc>
              <a:spcAft>
                <a:spcPts val="400"/>
              </a:spcAft>
              <a:defRPr/>
            </a:lvl3pPr>
            <a:lvl4pPr marL="658368" marR="0" indent="-164592"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Char char="•"/>
              <a:tabLst/>
              <a:defRPr/>
            </a:lvl4pPr>
          </a:lstStyle>
          <a:p>
            <a:pPr lvl="0"/>
            <a:r>
              <a:rPr lang="nl-NL"/>
              <a:t>Paragraph 01 (Raleway Medium 14 pt)</a:t>
            </a:r>
          </a:p>
          <a:p>
            <a:pPr lvl="1"/>
            <a:r>
              <a:rPr lang="nl-NL"/>
              <a:t>Paragraph 02 (Raleway Light 12 pt)</a:t>
            </a:r>
          </a:p>
          <a:p>
            <a:pPr lvl="2"/>
            <a:r>
              <a:rPr lang="nl-NL"/>
              <a:t>Paragraph 03 (Raleway Light 11 pt)</a:t>
            </a:r>
          </a:p>
          <a:p>
            <a:pPr marL="658368" marR="0" lvl="3" indent="-164592" algn="l" defTabSz="914400" rtl="0" eaLnBrk="1" fontAlgn="auto" latinLnBrk="0" hangingPunct="1">
              <a:lnSpc>
                <a:spcPct val="100000"/>
              </a:lnSpc>
              <a:spcBef>
                <a:spcPts val="0"/>
              </a:spcBef>
              <a:spcAft>
                <a:spcPts val="300"/>
              </a:spcAft>
              <a:buClr>
                <a:schemeClr val="tx1"/>
              </a:buClr>
              <a:buSzTx/>
              <a:buFont typeface="Arial" panose="020B0604020202020204" pitchFamily="34" charset="0"/>
              <a:buChar char="•"/>
              <a:tabLst/>
              <a:defRPr/>
            </a:pPr>
            <a:r>
              <a:rPr lang="en-US"/>
              <a:t>Paragraph 04 (</a:t>
            </a:r>
            <a:r>
              <a:rPr lang="en-US" err="1"/>
              <a:t>Raleway</a:t>
            </a:r>
            <a:r>
              <a:rPr lang="en-US"/>
              <a:t> Light 10 </a:t>
            </a:r>
            <a:r>
              <a:rPr lang="en-US" err="1"/>
              <a:t>pt</a:t>
            </a:r>
            <a:r>
              <a:rPr lang="en-US"/>
              <a:t>)</a:t>
            </a:r>
            <a:endParaRPr lang="nl-NL"/>
          </a:p>
        </p:txBody>
      </p:sp>
      <p:sp>
        <p:nvSpPr>
          <p:cNvPr id="2" name="Title 1">
            <a:extLst>
              <a:ext uri="{FF2B5EF4-FFF2-40B4-BE49-F238E27FC236}">
                <a16:creationId xmlns:a16="http://schemas.microsoft.com/office/drawing/2014/main" id="{C4BDEE2C-DCC8-4415-9CAB-605408617EBD}"/>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5" name="Text Placeholder 4">
            <a:extLst>
              <a:ext uri="{FF2B5EF4-FFF2-40B4-BE49-F238E27FC236}">
                <a16:creationId xmlns:a16="http://schemas.microsoft.com/office/drawing/2014/main" id="{1BBBDA73-A1CA-4046-A0D5-BDDA5C2E2A1F}"/>
              </a:ext>
            </a:extLst>
          </p:cNvPr>
          <p:cNvSpPr>
            <a:spLocks noGrp="1"/>
          </p:cNvSpPr>
          <p:nvPr>
            <p:ph type="body" sz="quarter" idx="10" hasCustomPrompt="1"/>
          </p:nvPr>
        </p:nvSpPr>
        <p:spPr>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7" name="Slide Number Placeholder 5">
            <a:extLst>
              <a:ext uri="{FF2B5EF4-FFF2-40B4-BE49-F238E27FC236}">
                <a16:creationId xmlns:a16="http://schemas.microsoft.com/office/drawing/2014/main" id="{19D39AFC-ED8E-47CB-AD21-A33C3CF5FE6C}"/>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467010900"/>
      </p:ext>
    </p:extLst>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231233" y="987574"/>
            <a:ext cx="2743200" cy="3584426"/>
          </a:xfrm>
          <a:prstGeom prst="rect">
            <a:avLst/>
          </a:prstGeom>
        </p:spPr>
        <p:txBody>
          <a:bodyPr/>
          <a:lstStyle>
            <a:lvl1pPr>
              <a:lnSpc>
                <a:spcPct val="100000"/>
              </a:lnSpc>
              <a:spcAft>
                <a:spcPts val="400"/>
              </a:spcAft>
              <a:defRPr/>
            </a:lvl1pPr>
            <a:lvl2pPr>
              <a:lnSpc>
                <a:spcPct val="100000"/>
              </a:lnSpc>
              <a:spcAft>
                <a:spcPts val="400"/>
              </a:spcAft>
              <a:defRPr/>
            </a:lvl2pPr>
            <a:lvl3pPr>
              <a:lnSpc>
                <a:spcPct val="100000"/>
              </a:lnSpc>
              <a:spcAft>
                <a:spcPts val="400"/>
              </a:spcAft>
              <a:defRPr/>
            </a:lvl3pPr>
            <a:lvl4pPr marL="658368" marR="0" indent="-164592"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Char char="•"/>
              <a:tabLst/>
              <a:defRPr/>
            </a:lvl4pPr>
          </a:lstStyle>
          <a:p>
            <a:pPr lvl="0"/>
            <a:r>
              <a:rPr lang="nl-NL"/>
              <a:t>Paragraph 01 </a:t>
            </a:r>
            <a:br>
              <a:rPr lang="nl-NL"/>
            </a:br>
            <a:r>
              <a:rPr lang="nl-NL"/>
              <a:t>(Raleway Medium 14 pt)</a:t>
            </a:r>
          </a:p>
          <a:p>
            <a:pPr lvl="1"/>
            <a:r>
              <a:rPr lang="nl-NL"/>
              <a:t>Paragraph 02 </a:t>
            </a:r>
            <a:br>
              <a:rPr lang="nl-NL"/>
            </a:br>
            <a:r>
              <a:rPr lang="nl-NL"/>
              <a:t>(Raleway Light 12 pt)</a:t>
            </a:r>
          </a:p>
          <a:p>
            <a:pPr lvl="2"/>
            <a:r>
              <a:rPr lang="nl-NL"/>
              <a:t>Paragraph 03 </a:t>
            </a:r>
            <a:br>
              <a:rPr lang="nl-NL"/>
            </a:br>
            <a:r>
              <a:rPr lang="nl-NL"/>
              <a:t>(Raleway Light 11 pt)</a:t>
            </a:r>
          </a:p>
          <a:p>
            <a:pPr marL="658368" marR="0" lvl="3" indent="-164592" algn="l" defTabSz="914400" rtl="0" eaLnBrk="1" fontAlgn="auto" latinLnBrk="0" hangingPunct="1">
              <a:lnSpc>
                <a:spcPct val="100000"/>
              </a:lnSpc>
              <a:spcBef>
                <a:spcPts val="0"/>
              </a:spcBef>
              <a:spcAft>
                <a:spcPts val="300"/>
              </a:spcAft>
              <a:buClr>
                <a:schemeClr val="tx1"/>
              </a:buClr>
              <a:buSzTx/>
              <a:buFont typeface="Arial" panose="020B0604020202020204" pitchFamily="34" charset="0"/>
              <a:buChar char="•"/>
              <a:tabLst/>
              <a:defRPr/>
            </a:pPr>
            <a:r>
              <a:rPr lang="en-US"/>
              <a:t>Paragraph 04 </a:t>
            </a:r>
            <a:br>
              <a:rPr lang="en-US"/>
            </a:br>
            <a:r>
              <a:rPr lang="en-US"/>
              <a:t>(</a:t>
            </a:r>
            <a:r>
              <a:rPr lang="en-US" err="1"/>
              <a:t>Raleway</a:t>
            </a:r>
            <a:r>
              <a:rPr lang="en-US"/>
              <a:t> Light 10 </a:t>
            </a:r>
            <a:r>
              <a:rPr lang="en-US" err="1"/>
              <a:t>pt</a:t>
            </a:r>
            <a:r>
              <a:rPr lang="en-US"/>
              <a:t>)</a:t>
            </a:r>
            <a:endParaRPr lang="nl-NL"/>
          </a:p>
        </p:txBody>
      </p:sp>
      <p:sp>
        <p:nvSpPr>
          <p:cNvPr id="6" name="Content Placeholder 2">
            <a:extLst>
              <a:ext uri="{FF2B5EF4-FFF2-40B4-BE49-F238E27FC236}">
                <a16:creationId xmlns:a16="http://schemas.microsoft.com/office/drawing/2014/main" id="{8F0C999C-E8DD-4EB6-823D-52177C9EEB31}"/>
              </a:ext>
            </a:extLst>
          </p:cNvPr>
          <p:cNvSpPr>
            <a:spLocks noGrp="1"/>
          </p:cNvSpPr>
          <p:nvPr>
            <p:ph idx="11" hasCustomPrompt="1"/>
          </p:nvPr>
        </p:nvSpPr>
        <p:spPr bwMode="gray">
          <a:xfrm>
            <a:off x="3155450" y="987574"/>
            <a:ext cx="2743200" cy="3584426"/>
          </a:xfrm>
          <a:prstGeom prst="rect">
            <a:avLst/>
          </a:prstGeom>
        </p:spPr>
        <p:txBody>
          <a:bodyPr/>
          <a:lstStyle>
            <a:lvl1pPr>
              <a:lnSpc>
                <a:spcPct val="100000"/>
              </a:lnSpc>
              <a:spcAft>
                <a:spcPts val="400"/>
              </a:spcAft>
              <a:defRPr/>
            </a:lvl1pPr>
            <a:lvl2pPr>
              <a:lnSpc>
                <a:spcPct val="100000"/>
              </a:lnSpc>
              <a:spcAft>
                <a:spcPts val="400"/>
              </a:spcAft>
              <a:defRPr/>
            </a:lvl2pPr>
            <a:lvl3pPr>
              <a:lnSpc>
                <a:spcPct val="100000"/>
              </a:lnSpc>
              <a:spcAft>
                <a:spcPts val="400"/>
              </a:spcAft>
              <a:defRPr/>
            </a:lvl3pPr>
            <a:lvl4pPr marL="658368" marR="0" indent="-164592" algn="l" defTabSz="914400" rtl="0" eaLnBrk="1" fontAlgn="auto" latinLnBrk="0" hangingPunct="1">
              <a:lnSpc>
                <a:spcPct val="100000"/>
              </a:lnSpc>
              <a:spcBef>
                <a:spcPts val="0"/>
              </a:spcBef>
              <a:spcAft>
                <a:spcPts val="300"/>
              </a:spcAft>
              <a:buClr>
                <a:schemeClr val="tx1"/>
              </a:buClr>
              <a:buSzTx/>
              <a:buFont typeface="Arial" panose="020B0604020202020204" pitchFamily="34" charset="0"/>
              <a:buChar char="•"/>
              <a:tabLst/>
              <a:defRPr/>
            </a:lvl4pPr>
          </a:lstStyle>
          <a:p>
            <a:pPr lvl="0"/>
            <a:r>
              <a:rPr lang="nl-NL"/>
              <a:t>Paragraph 01 </a:t>
            </a:r>
            <a:br>
              <a:rPr lang="nl-NL"/>
            </a:br>
            <a:r>
              <a:rPr lang="nl-NL"/>
              <a:t>(Raleway Medium 14 pt)</a:t>
            </a:r>
          </a:p>
          <a:p>
            <a:pPr lvl="1"/>
            <a:r>
              <a:rPr lang="nl-NL"/>
              <a:t>Paragraph 02 </a:t>
            </a:r>
            <a:br>
              <a:rPr lang="nl-NL"/>
            </a:br>
            <a:r>
              <a:rPr lang="nl-NL"/>
              <a:t>(Raleway Light 12 pt)</a:t>
            </a:r>
          </a:p>
          <a:p>
            <a:pPr lvl="2"/>
            <a:r>
              <a:rPr lang="nl-NL"/>
              <a:t>Paragraph 03 </a:t>
            </a:r>
            <a:br>
              <a:rPr lang="nl-NL"/>
            </a:br>
            <a:r>
              <a:rPr lang="nl-NL"/>
              <a:t>(Raleway Light 11 pt)</a:t>
            </a:r>
          </a:p>
          <a:p>
            <a:pPr marL="658368" marR="0" lvl="3" indent="-164592" algn="l" defTabSz="914400" rtl="0" eaLnBrk="1" fontAlgn="auto" latinLnBrk="0" hangingPunct="1">
              <a:lnSpc>
                <a:spcPct val="100000"/>
              </a:lnSpc>
              <a:spcBef>
                <a:spcPts val="0"/>
              </a:spcBef>
              <a:spcAft>
                <a:spcPts val="300"/>
              </a:spcAft>
              <a:buClr>
                <a:schemeClr val="tx1"/>
              </a:buClr>
              <a:buSzTx/>
              <a:buFont typeface="Arial" panose="020B0604020202020204" pitchFamily="34" charset="0"/>
              <a:buChar char="•"/>
              <a:tabLst/>
              <a:defRPr/>
            </a:pPr>
            <a:r>
              <a:rPr lang="en-US"/>
              <a:t>Paragraph 04 </a:t>
            </a:r>
            <a:br>
              <a:rPr lang="en-US"/>
            </a:br>
            <a:r>
              <a:rPr lang="en-US"/>
              <a:t>(</a:t>
            </a:r>
            <a:r>
              <a:rPr lang="en-US" err="1"/>
              <a:t>Raleway</a:t>
            </a:r>
            <a:r>
              <a:rPr lang="en-US"/>
              <a:t> Light 10 </a:t>
            </a:r>
            <a:r>
              <a:rPr lang="en-US" err="1"/>
              <a:t>pt</a:t>
            </a:r>
            <a:r>
              <a:rPr lang="en-US"/>
              <a:t>)</a:t>
            </a:r>
            <a:endParaRPr lang="nl-NL"/>
          </a:p>
        </p:txBody>
      </p:sp>
      <p:sp>
        <p:nvSpPr>
          <p:cNvPr id="8" name="Content Placeholder 2">
            <a:extLst>
              <a:ext uri="{FF2B5EF4-FFF2-40B4-BE49-F238E27FC236}">
                <a16:creationId xmlns:a16="http://schemas.microsoft.com/office/drawing/2014/main" id="{4B9EAFC4-2931-4078-BD56-0615F35AC039}"/>
              </a:ext>
            </a:extLst>
          </p:cNvPr>
          <p:cNvSpPr>
            <a:spLocks noGrp="1"/>
          </p:cNvSpPr>
          <p:nvPr>
            <p:ph idx="12" hasCustomPrompt="1"/>
          </p:nvPr>
        </p:nvSpPr>
        <p:spPr bwMode="gray">
          <a:xfrm>
            <a:off x="6061533" y="987574"/>
            <a:ext cx="2743200" cy="3584426"/>
          </a:xfrm>
          <a:prstGeom prst="rect">
            <a:avLst/>
          </a:prstGeom>
        </p:spPr>
        <p:txBody>
          <a:bodyPr/>
          <a:lstStyle>
            <a:lvl1pPr>
              <a:lnSpc>
                <a:spcPct val="100000"/>
              </a:lnSpc>
              <a:spcAft>
                <a:spcPts val="400"/>
              </a:spcAft>
              <a:defRPr/>
            </a:lvl1pPr>
            <a:lvl2pPr>
              <a:lnSpc>
                <a:spcPct val="100000"/>
              </a:lnSpc>
              <a:spcAft>
                <a:spcPts val="400"/>
              </a:spcAft>
              <a:defRPr/>
            </a:lvl2pPr>
            <a:lvl3pPr>
              <a:lnSpc>
                <a:spcPct val="100000"/>
              </a:lnSpc>
              <a:spcAft>
                <a:spcPts val="400"/>
              </a:spcAft>
              <a:defRPr/>
            </a:lvl3pPr>
            <a:lvl4pPr marL="658368" marR="0" indent="-164592" algn="l" defTabSz="914400" rtl="0" eaLnBrk="1" fontAlgn="auto" latinLnBrk="0" hangingPunct="1">
              <a:lnSpc>
                <a:spcPct val="100000"/>
              </a:lnSpc>
              <a:spcBef>
                <a:spcPts val="0"/>
              </a:spcBef>
              <a:spcAft>
                <a:spcPts val="300"/>
              </a:spcAft>
              <a:buClr>
                <a:schemeClr val="tx1"/>
              </a:buClr>
              <a:buSzTx/>
              <a:buFont typeface="Arial" panose="020B0604020202020204" pitchFamily="34" charset="0"/>
              <a:buChar char="•"/>
              <a:tabLst/>
              <a:defRPr/>
            </a:lvl4pPr>
          </a:lstStyle>
          <a:p>
            <a:pPr lvl="0"/>
            <a:r>
              <a:rPr lang="nl-NL"/>
              <a:t>Paragraph 01 </a:t>
            </a:r>
            <a:br>
              <a:rPr lang="nl-NL"/>
            </a:br>
            <a:r>
              <a:rPr lang="nl-NL"/>
              <a:t>(Raleway Medium 14 pt)</a:t>
            </a:r>
          </a:p>
          <a:p>
            <a:pPr lvl="1"/>
            <a:r>
              <a:rPr lang="nl-NL"/>
              <a:t>Paragraph 02 </a:t>
            </a:r>
            <a:br>
              <a:rPr lang="nl-NL"/>
            </a:br>
            <a:r>
              <a:rPr lang="nl-NL"/>
              <a:t>(Raleway Light 12 pt)</a:t>
            </a:r>
          </a:p>
          <a:p>
            <a:pPr lvl="2"/>
            <a:r>
              <a:rPr lang="nl-NL"/>
              <a:t>Paragraph 03 </a:t>
            </a:r>
            <a:br>
              <a:rPr lang="nl-NL"/>
            </a:br>
            <a:r>
              <a:rPr lang="nl-NL"/>
              <a:t>(Raleway Light 11 pt)</a:t>
            </a:r>
          </a:p>
          <a:p>
            <a:pPr marL="658368" marR="0" lvl="3" indent="-164592" algn="l" defTabSz="914400" rtl="0" eaLnBrk="1" fontAlgn="auto" latinLnBrk="0" hangingPunct="1">
              <a:lnSpc>
                <a:spcPct val="100000"/>
              </a:lnSpc>
              <a:spcBef>
                <a:spcPts val="0"/>
              </a:spcBef>
              <a:spcAft>
                <a:spcPts val="300"/>
              </a:spcAft>
              <a:buClr>
                <a:schemeClr val="tx1"/>
              </a:buClr>
              <a:buSzTx/>
              <a:buFont typeface="Arial" panose="020B0604020202020204" pitchFamily="34" charset="0"/>
              <a:buChar char="•"/>
              <a:tabLst/>
              <a:defRPr/>
            </a:pPr>
            <a:r>
              <a:rPr lang="en-US"/>
              <a:t>Paragraph 04 </a:t>
            </a:r>
            <a:br>
              <a:rPr lang="en-US"/>
            </a:br>
            <a:r>
              <a:rPr lang="en-US"/>
              <a:t>(</a:t>
            </a:r>
            <a:r>
              <a:rPr lang="en-US" err="1"/>
              <a:t>Raleway</a:t>
            </a:r>
            <a:r>
              <a:rPr lang="en-US"/>
              <a:t> Light 10 </a:t>
            </a:r>
            <a:r>
              <a:rPr lang="en-US" err="1"/>
              <a:t>pt</a:t>
            </a:r>
            <a:r>
              <a:rPr lang="en-US"/>
              <a:t>)</a:t>
            </a:r>
            <a:endParaRPr lang="nl-NL"/>
          </a:p>
        </p:txBody>
      </p:sp>
      <p:sp>
        <p:nvSpPr>
          <p:cNvPr id="2" name="Title 1">
            <a:extLst>
              <a:ext uri="{FF2B5EF4-FFF2-40B4-BE49-F238E27FC236}">
                <a16:creationId xmlns:a16="http://schemas.microsoft.com/office/drawing/2014/main" id="{48B33866-2876-4BF0-9DE2-747710DFDDCB}"/>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7" name="Text Placeholder 4">
            <a:extLst>
              <a:ext uri="{FF2B5EF4-FFF2-40B4-BE49-F238E27FC236}">
                <a16:creationId xmlns:a16="http://schemas.microsoft.com/office/drawing/2014/main" id="{01A60ECB-6EBC-4D73-80BF-8386A8B8CD15}"/>
              </a:ext>
            </a:extLst>
          </p:cNvPr>
          <p:cNvSpPr>
            <a:spLocks noGrp="1"/>
          </p:cNvSpPr>
          <p:nvPr>
            <p:ph type="body" sz="quarter" idx="10" hasCustomPrompt="1"/>
          </p:nvPr>
        </p:nvSpPr>
        <p:spPr>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9" name="Slide Number Placeholder 5">
            <a:extLst>
              <a:ext uri="{FF2B5EF4-FFF2-40B4-BE49-F238E27FC236}">
                <a16:creationId xmlns:a16="http://schemas.microsoft.com/office/drawing/2014/main" id="{380D1BCD-10A4-4EB4-91F4-36B58C6F997D}"/>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15407382"/>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wo column with design">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D485E858-7277-4523-AC6A-346226C6B618}"/>
              </a:ext>
            </a:extLst>
          </p:cNvPr>
          <p:cNvGrpSpPr/>
          <p:nvPr userDrawn="1"/>
        </p:nvGrpSpPr>
        <p:grpSpPr bwMode="gray">
          <a:xfrm>
            <a:off x="4942429" y="0"/>
            <a:ext cx="4201571" cy="4400550"/>
            <a:chOff x="1271192" y="805323"/>
            <a:chExt cx="4461628" cy="4672922"/>
          </a:xfrm>
        </p:grpSpPr>
        <p:sp>
          <p:nvSpPr>
            <p:cNvPr id="23" name="Freeform: Shape 22">
              <a:extLst>
                <a:ext uri="{FF2B5EF4-FFF2-40B4-BE49-F238E27FC236}">
                  <a16:creationId xmlns:a16="http://schemas.microsoft.com/office/drawing/2014/main" id="{0B2F2D73-3DD3-40BF-8096-F1D0AA2DBD43}"/>
                </a:ext>
              </a:extLst>
            </p:cNvPr>
            <p:cNvSpPr/>
            <p:nvPr userDrawn="1"/>
          </p:nvSpPr>
          <p:spPr bwMode="gray">
            <a:xfrm>
              <a:off x="1271192" y="805324"/>
              <a:ext cx="4461628" cy="4672921"/>
            </a:xfrm>
            <a:custGeom>
              <a:avLst/>
              <a:gdLst>
                <a:gd name="connsiteX0" fmla="*/ 738812 w 4461628"/>
                <a:gd name="connsiteY0" fmla="*/ 0 h 4672921"/>
                <a:gd name="connsiteX1" fmla="*/ 4461628 w 4461628"/>
                <a:gd name="connsiteY1" fmla="*/ 0 h 4672921"/>
                <a:gd name="connsiteX2" fmla="*/ 4461628 w 4461628"/>
                <a:gd name="connsiteY2" fmla="*/ 4110245 h 4672921"/>
                <a:gd name="connsiteX3" fmla="*/ 4345762 w 4461628"/>
                <a:gd name="connsiteY3" fmla="*/ 4196888 h 4672921"/>
                <a:gd name="connsiteX4" fmla="*/ 2787336 w 4461628"/>
                <a:gd name="connsiteY4" fmla="*/ 4672921 h 4672921"/>
                <a:gd name="connsiteX5" fmla="*/ 0 w 4461628"/>
                <a:gd name="connsiteY5" fmla="*/ 1885585 h 4672921"/>
                <a:gd name="connsiteX6" fmla="*/ 636492 w 4461628"/>
                <a:gd name="connsiteY6" fmla="*/ 112581 h 467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61628" h="4672921">
                  <a:moveTo>
                    <a:pt x="738812" y="0"/>
                  </a:moveTo>
                  <a:lnTo>
                    <a:pt x="4461628" y="0"/>
                  </a:lnTo>
                  <a:lnTo>
                    <a:pt x="4461628" y="4110245"/>
                  </a:lnTo>
                  <a:lnTo>
                    <a:pt x="4345762" y="4196888"/>
                  </a:lnTo>
                  <a:cubicBezTo>
                    <a:pt x="3900900" y="4497431"/>
                    <a:pt x="3364612" y="4672921"/>
                    <a:pt x="2787336" y="4672921"/>
                  </a:cubicBezTo>
                  <a:cubicBezTo>
                    <a:pt x="1247933" y="4672921"/>
                    <a:pt x="0" y="3424988"/>
                    <a:pt x="0" y="1885585"/>
                  </a:cubicBezTo>
                  <a:cubicBezTo>
                    <a:pt x="0" y="1212096"/>
                    <a:pt x="238862" y="594397"/>
                    <a:pt x="636492" y="112581"/>
                  </a:cubicBezTo>
                  <a:close/>
                </a:path>
              </a:pathLst>
            </a:custGeom>
            <a:gradFill flip="none" rotWithShape="1">
              <a:gsLst>
                <a:gs pos="46000">
                  <a:srgbClr val="039BDA">
                    <a:alpha val="38000"/>
                  </a:srgbClr>
                </a:gs>
                <a:gs pos="0">
                  <a:schemeClr val="accent1"/>
                </a:gs>
                <a:gs pos="100000">
                  <a:schemeClr val="accent1">
                    <a:alpha val="0"/>
                  </a:schemeClr>
                </a:gs>
              </a:gsLst>
              <a:lin ang="16800000" scaled="0"/>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C464B45B-BE47-4C67-90A6-19379D104E55}"/>
                </a:ext>
              </a:extLst>
            </p:cNvPr>
            <p:cNvSpPr/>
            <p:nvPr userDrawn="1"/>
          </p:nvSpPr>
          <p:spPr bwMode="gray">
            <a:xfrm>
              <a:off x="2875525" y="805323"/>
              <a:ext cx="2857295" cy="2998788"/>
            </a:xfrm>
            <a:custGeom>
              <a:avLst/>
              <a:gdLst>
                <a:gd name="connsiteX0" fmla="*/ 43110 w 2857295"/>
                <a:gd name="connsiteY0" fmla="*/ 0 h 2998788"/>
                <a:gd name="connsiteX1" fmla="*/ 2857295 w 2857295"/>
                <a:gd name="connsiteY1" fmla="*/ 0 h 2998788"/>
                <a:gd name="connsiteX2" fmla="*/ 2857295 w 2857295"/>
                <a:gd name="connsiteY2" fmla="*/ 2977273 h 2998788"/>
                <a:gd name="connsiteX3" fmla="*/ 2802326 w 2857295"/>
                <a:gd name="connsiteY3" fmla="*/ 2985662 h 2998788"/>
                <a:gd name="connsiteX4" fmla="*/ 2542382 w 2857295"/>
                <a:gd name="connsiteY4" fmla="*/ 2998788 h 2998788"/>
                <a:gd name="connsiteX5" fmla="*/ 0 w 2857295"/>
                <a:gd name="connsiteY5" fmla="*/ 456406 h 2998788"/>
                <a:gd name="connsiteX6" fmla="*/ 13126 w 2857295"/>
                <a:gd name="connsiteY6" fmla="*/ 196462 h 2998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7295" h="2998788">
                  <a:moveTo>
                    <a:pt x="43110" y="0"/>
                  </a:moveTo>
                  <a:lnTo>
                    <a:pt x="2857295" y="0"/>
                  </a:lnTo>
                  <a:lnTo>
                    <a:pt x="2857295" y="2977273"/>
                  </a:lnTo>
                  <a:lnTo>
                    <a:pt x="2802326" y="2985662"/>
                  </a:lnTo>
                  <a:cubicBezTo>
                    <a:pt x="2716859" y="2994342"/>
                    <a:pt x="2630140" y="2998788"/>
                    <a:pt x="2542382" y="2998788"/>
                  </a:cubicBezTo>
                  <a:cubicBezTo>
                    <a:pt x="1138263" y="2998788"/>
                    <a:pt x="0" y="1860525"/>
                    <a:pt x="0" y="456406"/>
                  </a:cubicBezTo>
                  <a:cubicBezTo>
                    <a:pt x="0" y="368649"/>
                    <a:pt x="4447" y="281930"/>
                    <a:pt x="13126" y="196462"/>
                  </a:cubicBezTo>
                  <a:close/>
                </a:path>
              </a:pathLst>
            </a:custGeom>
            <a:solidFill>
              <a:schemeClr val="accent2">
                <a:alpha val="22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7" name="Content Placeholder 2">
            <a:extLst>
              <a:ext uri="{FF2B5EF4-FFF2-40B4-BE49-F238E27FC236}">
                <a16:creationId xmlns:a16="http://schemas.microsoft.com/office/drawing/2014/main" id="{6C20DF42-863D-4864-B783-B1EC7CEE7910}"/>
              </a:ext>
            </a:extLst>
          </p:cNvPr>
          <p:cNvSpPr>
            <a:spLocks noGrp="1"/>
          </p:cNvSpPr>
          <p:nvPr>
            <p:ph idx="1" hasCustomPrompt="1"/>
          </p:nvPr>
        </p:nvSpPr>
        <p:spPr bwMode="gray">
          <a:xfrm>
            <a:off x="231233" y="987574"/>
            <a:ext cx="4754880" cy="3584426"/>
          </a:xfrm>
          <a:prstGeom prst="rect">
            <a:avLst/>
          </a:prstGeom>
        </p:spPr>
        <p:txBody>
          <a:bodyPr/>
          <a:lstStyle>
            <a:lvl1pPr>
              <a:lnSpc>
                <a:spcPct val="100000"/>
              </a:lnSpc>
              <a:spcAft>
                <a:spcPts val="400"/>
              </a:spcAft>
              <a:defRPr/>
            </a:lvl1pPr>
            <a:lvl2pPr>
              <a:lnSpc>
                <a:spcPct val="100000"/>
              </a:lnSpc>
              <a:spcAft>
                <a:spcPts val="400"/>
              </a:spcAft>
              <a:defRPr/>
            </a:lvl2pPr>
            <a:lvl3pPr>
              <a:lnSpc>
                <a:spcPct val="100000"/>
              </a:lnSpc>
              <a:spcAft>
                <a:spcPts val="400"/>
              </a:spcAft>
              <a:defRPr/>
            </a:lvl3pPr>
            <a:lvl4pPr marL="658368" marR="0" indent="-164592"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Char char="•"/>
              <a:tabLst/>
              <a:defRPr/>
            </a:lvl4pPr>
          </a:lstStyle>
          <a:p>
            <a:pPr lvl="0"/>
            <a:r>
              <a:rPr lang="nl-NL"/>
              <a:t>Paragraph 01 (Raleway Medium 14 pt)</a:t>
            </a:r>
          </a:p>
          <a:p>
            <a:pPr lvl="1"/>
            <a:r>
              <a:rPr lang="nl-NL"/>
              <a:t>Paragraph 02 (Raleway Light 12 pt)</a:t>
            </a:r>
          </a:p>
          <a:p>
            <a:pPr lvl="2"/>
            <a:r>
              <a:rPr lang="nl-NL"/>
              <a:t>Paragraph 03 (Raleway Light 11 pt)</a:t>
            </a:r>
          </a:p>
          <a:p>
            <a:pPr marL="658368" marR="0" lvl="3" indent="-164592" algn="l" defTabSz="914400" rtl="0" eaLnBrk="1" fontAlgn="auto" latinLnBrk="0" hangingPunct="1">
              <a:lnSpc>
                <a:spcPct val="100000"/>
              </a:lnSpc>
              <a:spcBef>
                <a:spcPts val="0"/>
              </a:spcBef>
              <a:spcAft>
                <a:spcPts val="300"/>
              </a:spcAft>
              <a:buClr>
                <a:schemeClr val="tx1"/>
              </a:buClr>
              <a:buSzTx/>
              <a:buFont typeface="Arial" panose="020B0604020202020204" pitchFamily="34" charset="0"/>
              <a:buChar char="•"/>
              <a:tabLst/>
              <a:defRPr/>
            </a:pPr>
            <a:r>
              <a:rPr lang="en-US"/>
              <a:t>Paragraph 04 (</a:t>
            </a:r>
            <a:r>
              <a:rPr lang="en-US" err="1"/>
              <a:t>Raleway</a:t>
            </a:r>
            <a:r>
              <a:rPr lang="en-US"/>
              <a:t> Light 10 </a:t>
            </a:r>
            <a:r>
              <a:rPr lang="en-US" err="1"/>
              <a:t>pt</a:t>
            </a:r>
            <a:r>
              <a:rPr lang="en-US"/>
              <a:t>)</a:t>
            </a:r>
            <a:endParaRPr lang="nl-NL"/>
          </a:p>
        </p:txBody>
      </p:sp>
      <p:sp>
        <p:nvSpPr>
          <p:cNvPr id="9" name="Content Placeholder 2">
            <a:extLst>
              <a:ext uri="{FF2B5EF4-FFF2-40B4-BE49-F238E27FC236}">
                <a16:creationId xmlns:a16="http://schemas.microsoft.com/office/drawing/2014/main" id="{1DBE6B0A-11C9-4607-AEBB-04B9ED54F675}"/>
              </a:ext>
            </a:extLst>
          </p:cNvPr>
          <p:cNvSpPr>
            <a:spLocks noGrp="1"/>
          </p:cNvSpPr>
          <p:nvPr>
            <p:ph idx="11" hasCustomPrompt="1"/>
          </p:nvPr>
        </p:nvSpPr>
        <p:spPr bwMode="gray">
          <a:xfrm>
            <a:off x="5147133" y="987574"/>
            <a:ext cx="3657600" cy="3584426"/>
          </a:xfrm>
          <a:prstGeom prst="rect">
            <a:avLst/>
          </a:prstGeom>
        </p:spPr>
        <p:txBody>
          <a:bodyPr/>
          <a:lstStyle>
            <a:lvl1pPr>
              <a:lnSpc>
                <a:spcPct val="100000"/>
              </a:lnSpc>
              <a:spcAft>
                <a:spcPts val="400"/>
              </a:spcAft>
              <a:defRPr>
                <a:solidFill>
                  <a:schemeClr val="tx1"/>
                </a:solidFill>
              </a:defRPr>
            </a:lvl1pPr>
            <a:lvl2pPr>
              <a:lnSpc>
                <a:spcPct val="100000"/>
              </a:lnSpc>
              <a:spcAft>
                <a:spcPts val="400"/>
              </a:spcAft>
              <a:defRPr>
                <a:solidFill>
                  <a:schemeClr val="tx1"/>
                </a:solidFill>
              </a:defRPr>
            </a:lvl2pPr>
            <a:lvl3pPr>
              <a:lnSpc>
                <a:spcPct val="100000"/>
              </a:lnSpc>
              <a:spcAft>
                <a:spcPts val="400"/>
              </a:spcAft>
              <a:defRPr>
                <a:solidFill>
                  <a:schemeClr val="tx1"/>
                </a:solidFill>
              </a:defRPr>
            </a:lvl3pPr>
            <a:lvl4pPr marL="658368" marR="0" indent="-164592"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Char char="•"/>
              <a:tabLst/>
              <a:defRPr>
                <a:solidFill>
                  <a:schemeClr val="tx1"/>
                </a:solidFill>
              </a:defRPr>
            </a:lvl4pPr>
          </a:lstStyle>
          <a:p>
            <a:pPr lvl="0"/>
            <a:r>
              <a:rPr lang="nl-NL"/>
              <a:t>Paragraph 01 (Raleway Medium 14 pt)</a:t>
            </a:r>
          </a:p>
          <a:p>
            <a:pPr lvl="1"/>
            <a:r>
              <a:rPr lang="nl-NL"/>
              <a:t>Paragraph 02 (Raleway Light 12 pt)</a:t>
            </a:r>
          </a:p>
          <a:p>
            <a:pPr lvl="2"/>
            <a:r>
              <a:rPr lang="nl-NL"/>
              <a:t>Paragraph 03 (Raleway Light 11 pt)</a:t>
            </a:r>
          </a:p>
          <a:p>
            <a:pPr marL="658368" marR="0" lvl="3" indent="-164592" algn="l" defTabSz="914400" rtl="0" eaLnBrk="1" fontAlgn="auto" latinLnBrk="0" hangingPunct="1">
              <a:lnSpc>
                <a:spcPct val="100000"/>
              </a:lnSpc>
              <a:spcBef>
                <a:spcPts val="0"/>
              </a:spcBef>
              <a:spcAft>
                <a:spcPts val="300"/>
              </a:spcAft>
              <a:buClr>
                <a:schemeClr val="tx1"/>
              </a:buClr>
              <a:buSzTx/>
              <a:buFont typeface="Arial" panose="020B0604020202020204" pitchFamily="34" charset="0"/>
              <a:buChar char="•"/>
              <a:tabLst/>
              <a:defRPr/>
            </a:pPr>
            <a:r>
              <a:rPr lang="en-US"/>
              <a:t>Paragraph 04 (</a:t>
            </a:r>
            <a:r>
              <a:rPr lang="en-US" err="1"/>
              <a:t>Raleway</a:t>
            </a:r>
            <a:r>
              <a:rPr lang="en-US"/>
              <a:t> Light 10 </a:t>
            </a:r>
            <a:r>
              <a:rPr lang="en-US" err="1"/>
              <a:t>pt</a:t>
            </a:r>
            <a:r>
              <a:rPr lang="en-US"/>
              <a:t>)</a:t>
            </a:r>
            <a:endParaRPr lang="nl-NL"/>
          </a:p>
        </p:txBody>
      </p:sp>
      <p:sp>
        <p:nvSpPr>
          <p:cNvPr id="2" name="Title 1">
            <a:extLst>
              <a:ext uri="{FF2B5EF4-FFF2-40B4-BE49-F238E27FC236}">
                <a16:creationId xmlns:a16="http://schemas.microsoft.com/office/drawing/2014/main" id="{6625216C-BD30-4E0C-98A7-B66CA3B490D4}"/>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8" name="Text Placeholder 4">
            <a:extLst>
              <a:ext uri="{FF2B5EF4-FFF2-40B4-BE49-F238E27FC236}">
                <a16:creationId xmlns:a16="http://schemas.microsoft.com/office/drawing/2014/main" id="{51A3424B-3137-4162-8F0D-DFDAB92C0D28}"/>
              </a:ext>
            </a:extLst>
          </p:cNvPr>
          <p:cNvSpPr>
            <a:spLocks noGrp="1"/>
          </p:cNvSpPr>
          <p:nvPr>
            <p:ph type="body" sz="quarter" idx="10" hasCustomPrompt="1"/>
          </p:nvPr>
        </p:nvSpPr>
        <p:spPr>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10" name="Slide Number Placeholder 5">
            <a:extLst>
              <a:ext uri="{FF2B5EF4-FFF2-40B4-BE49-F238E27FC236}">
                <a16:creationId xmlns:a16="http://schemas.microsoft.com/office/drawing/2014/main" id="{AEBCAC5C-2CF2-4CB2-82A6-89D1694B4C67}"/>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95779751"/>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 x 3 Table format">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FD2044E8-B170-4670-93E7-0D73DE2C2BA1}"/>
              </a:ext>
            </a:extLst>
          </p:cNvPr>
          <p:cNvSpPr/>
          <p:nvPr userDrawn="1"/>
        </p:nvSpPr>
        <p:spPr bwMode="gray">
          <a:xfrm>
            <a:off x="2894197" y="1074738"/>
            <a:ext cx="2867342" cy="540998"/>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1"/>
              </a:solidFill>
              <a:latin typeface="+mj-lt"/>
            </a:endParaRPr>
          </a:p>
        </p:txBody>
      </p:sp>
      <p:sp>
        <p:nvSpPr>
          <p:cNvPr id="17" name="Rectangle: Rounded Corners 16">
            <a:extLst>
              <a:ext uri="{FF2B5EF4-FFF2-40B4-BE49-F238E27FC236}">
                <a16:creationId xmlns:a16="http://schemas.microsoft.com/office/drawing/2014/main" id="{60471C9D-9067-4CE4-9B0A-0516F060B6DD}"/>
              </a:ext>
            </a:extLst>
          </p:cNvPr>
          <p:cNvSpPr/>
          <p:nvPr userDrawn="1"/>
        </p:nvSpPr>
        <p:spPr bwMode="gray">
          <a:xfrm>
            <a:off x="5948046" y="1074738"/>
            <a:ext cx="2867342" cy="540998"/>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4"/>
              </a:solidFill>
              <a:latin typeface="+mj-lt"/>
            </a:endParaRPr>
          </a:p>
        </p:txBody>
      </p:sp>
      <p:sp>
        <p:nvSpPr>
          <p:cNvPr id="13" name="Rectangle: Rounded Corners 12">
            <a:extLst>
              <a:ext uri="{FF2B5EF4-FFF2-40B4-BE49-F238E27FC236}">
                <a16:creationId xmlns:a16="http://schemas.microsoft.com/office/drawing/2014/main" id="{0AAC43FA-2C17-4310-975D-9F2CC8E8A130}"/>
              </a:ext>
            </a:extLst>
          </p:cNvPr>
          <p:cNvSpPr/>
          <p:nvPr userDrawn="1"/>
        </p:nvSpPr>
        <p:spPr bwMode="gray">
          <a:xfrm>
            <a:off x="323850" y="1748900"/>
            <a:ext cx="2383839" cy="825623"/>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schemeClr val="tx1"/>
              </a:solidFill>
              <a:latin typeface="+mj-lt"/>
            </a:endParaRPr>
          </a:p>
        </p:txBody>
      </p:sp>
      <p:sp>
        <p:nvSpPr>
          <p:cNvPr id="14" name="Rectangle: Rounded Corners 13">
            <a:extLst>
              <a:ext uri="{FF2B5EF4-FFF2-40B4-BE49-F238E27FC236}">
                <a16:creationId xmlns:a16="http://schemas.microsoft.com/office/drawing/2014/main" id="{EA29D3CB-04E1-4254-96D2-04A5B8CB64A8}"/>
              </a:ext>
            </a:extLst>
          </p:cNvPr>
          <p:cNvSpPr/>
          <p:nvPr userDrawn="1"/>
        </p:nvSpPr>
        <p:spPr bwMode="gray">
          <a:xfrm>
            <a:off x="323850" y="2747639"/>
            <a:ext cx="2383839" cy="825623"/>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schemeClr val="tx1"/>
              </a:solidFill>
              <a:latin typeface="+mj-lt"/>
            </a:endParaRPr>
          </a:p>
        </p:txBody>
      </p:sp>
      <p:sp>
        <p:nvSpPr>
          <p:cNvPr id="15" name="Rectangle: Rounded Corners 14">
            <a:extLst>
              <a:ext uri="{FF2B5EF4-FFF2-40B4-BE49-F238E27FC236}">
                <a16:creationId xmlns:a16="http://schemas.microsoft.com/office/drawing/2014/main" id="{363853CF-3336-48A6-A5C4-BD73780749EA}"/>
              </a:ext>
            </a:extLst>
          </p:cNvPr>
          <p:cNvSpPr/>
          <p:nvPr userDrawn="1"/>
        </p:nvSpPr>
        <p:spPr bwMode="gray">
          <a:xfrm>
            <a:off x="323850" y="3746377"/>
            <a:ext cx="2383839" cy="825623"/>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schemeClr val="tx1"/>
              </a:solidFill>
              <a:latin typeface="+mj-lt"/>
            </a:endParaRPr>
          </a:p>
        </p:txBody>
      </p:sp>
      <p:sp>
        <p:nvSpPr>
          <p:cNvPr id="20" name="Text Placeholder 5">
            <a:extLst>
              <a:ext uri="{FF2B5EF4-FFF2-40B4-BE49-F238E27FC236}">
                <a16:creationId xmlns:a16="http://schemas.microsoft.com/office/drawing/2014/main" id="{865DE240-9DED-468B-8408-87FDDC1791EE}"/>
              </a:ext>
            </a:extLst>
          </p:cNvPr>
          <p:cNvSpPr>
            <a:spLocks noGrp="1"/>
          </p:cNvSpPr>
          <p:nvPr>
            <p:ph type="body" sz="quarter" idx="14" hasCustomPrompt="1"/>
          </p:nvPr>
        </p:nvSpPr>
        <p:spPr bwMode="gray">
          <a:xfrm>
            <a:off x="323850" y="1748900"/>
            <a:ext cx="2386584" cy="822960"/>
          </a:xfrm>
        </p:spPr>
        <p:txBody>
          <a:bodyPr lIns="91440" tIns="91440" rIns="91440" bIns="45720" anchor="t"/>
          <a:lstStyle>
            <a:lvl1pPr marL="0" indent="0" algn="l">
              <a:buNone/>
              <a:defRPr sz="1200">
                <a:latin typeface="+mj-lt"/>
              </a:defRPr>
            </a:lvl1pPr>
          </a:lstStyle>
          <a:p>
            <a:pPr lvl="0"/>
            <a:r>
              <a:rPr lang="en-US"/>
              <a:t>Text</a:t>
            </a:r>
          </a:p>
        </p:txBody>
      </p:sp>
      <p:sp>
        <p:nvSpPr>
          <p:cNvPr id="21" name="Text Placeholder 5">
            <a:extLst>
              <a:ext uri="{FF2B5EF4-FFF2-40B4-BE49-F238E27FC236}">
                <a16:creationId xmlns:a16="http://schemas.microsoft.com/office/drawing/2014/main" id="{24221231-F65C-444E-86F3-11E362190CDA}"/>
              </a:ext>
            </a:extLst>
          </p:cNvPr>
          <p:cNvSpPr>
            <a:spLocks noGrp="1"/>
          </p:cNvSpPr>
          <p:nvPr>
            <p:ph type="body" sz="quarter" idx="15" hasCustomPrompt="1"/>
          </p:nvPr>
        </p:nvSpPr>
        <p:spPr bwMode="gray">
          <a:xfrm>
            <a:off x="323850" y="2747639"/>
            <a:ext cx="2386584" cy="822960"/>
          </a:xfrm>
        </p:spPr>
        <p:txBody>
          <a:bodyPr lIns="91440" tIns="91440" rIns="91440" bIns="45720" anchor="t"/>
          <a:lstStyle>
            <a:lvl1pPr marL="0" indent="0" algn="l">
              <a:buNone/>
              <a:defRPr sz="1200">
                <a:latin typeface="+mj-lt"/>
              </a:defRPr>
            </a:lvl1pPr>
          </a:lstStyle>
          <a:p>
            <a:pPr lvl="0"/>
            <a:r>
              <a:rPr lang="en-US"/>
              <a:t>Text</a:t>
            </a:r>
          </a:p>
        </p:txBody>
      </p:sp>
      <p:sp>
        <p:nvSpPr>
          <p:cNvPr id="22" name="Text Placeholder 5">
            <a:extLst>
              <a:ext uri="{FF2B5EF4-FFF2-40B4-BE49-F238E27FC236}">
                <a16:creationId xmlns:a16="http://schemas.microsoft.com/office/drawing/2014/main" id="{2482BD1E-38F6-47D7-BBAC-A70C8E7A28F6}"/>
              </a:ext>
            </a:extLst>
          </p:cNvPr>
          <p:cNvSpPr>
            <a:spLocks noGrp="1"/>
          </p:cNvSpPr>
          <p:nvPr>
            <p:ph type="body" sz="quarter" idx="16" hasCustomPrompt="1"/>
          </p:nvPr>
        </p:nvSpPr>
        <p:spPr bwMode="gray">
          <a:xfrm>
            <a:off x="323850" y="3746377"/>
            <a:ext cx="2386584" cy="822960"/>
          </a:xfrm>
        </p:spPr>
        <p:txBody>
          <a:bodyPr lIns="91440" tIns="91440" rIns="91440" bIns="45720" anchor="t"/>
          <a:lstStyle>
            <a:lvl1pPr marL="0" indent="0" algn="l">
              <a:buNone/>
              <a:defRPr sz="1200">
                <a:latin typeface="+mj-lt"/>
              </a:defRPr>
            </a:lvl1pPr>
          </a:lstStyle>
          <a:p>
            <a:pPr lvl="0"/>
            <a:r>
              <a:rPr lang="en-US"/>
              <a:t>Text</a:t>
            </a: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2" name="Text Placeholder 4">
            <a:extLst>
              <a:ext uri="{FF2B5EF4-FFF2-40B4-BE49-F238E27FC236}">
                <a16:creationId xmlns:a16="http://schemas.microsoft.com/office/drawing/2014/main" id="{20E81642-44FE-49E3-9BF9-79C2AC852D3A}"/>
              </a:ext>
            </a:extLst>
          </p:cNvPr>
          <p:cNvSpPr>
            <a:spLocks noGrp="1"/>
          </p:cNvSpPr>
          <p:nvPr>
            <p:ph type="body" sz="quarter" idx="10"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19" name="Text Placeholder 5">
            <a:extLst>
              <a:ext uri="{FF2B5EF4-FFF2-40B4-BE49-F238E27FC236}">
                <a16:creationId xmlns:a16="http://schemas.microsoft.com/office/drawing/2014/main" id="{DF47391B-86BB-448B-BDAB-35ECA05C01C8}"/>
              </a:ext>
            </a:extLst>
          </p:cNvPr>
          <p:cNvSpPr>
            <a:spLocks noGrp="1"/>
          </p:cNvSpPr>
          <p:nvPr>
            <p:ph type="body" sz="quarter" idx="13" hasCustomPrompt="1"/>
          </p:nvPr>
        </p:nvSpPr>
        <p:spPr bwMode="gray">
          <a:xfrm>
            <a:off x="2894197" y="1748900"/>
            <a:ext cx="2871216" cy="822960"/>
          </a:xfrm>
        </p:spPr>
        <p:txBody>
          <a:bodyPr lIns="91440" tIns="45720" rIns="91440" bIns="45720" anchor="t"/>
          <a:lstStyle>
            <a:lvl1pPr marL="0" indent="0" algn="l">
              <a:buNone/>
              <a:defRPr sz="1200">
                <a:latin typeface="+mn-lt"/>
              </a:defRPr>
            </a:lvl1pPr>
          </a:lstStyle>
          <a:p>
            <a:pPr lvl="0"/>
            <a:r>
              <a:rPr lang="en-US"/>
              <a:t>Text</a:t>
            </a:r>
          </a:p>
        </p:txBody>
      </p:sp>
      <p:sp>
        <p:nvSpPr>
          <p:cNvPr id="23" name="Text Placeholder 5">
            <a:extLst>
              <a:ext uri="{FF2B5EF4-FFF2-40B4-BE49-F238E27FC236}">
                <a16:creationId xmlns:a16="http://schemas.microsoft.com/office/drawing/2014/main" id="{DFD8F45F-7B56-4332-AF85-2AE6A07C0D23}"/>
              </a:ext>
            </a:extLst>
          </p:cNvPr>
          <p:cNvSpPr>
            <a:spLocks noGrp="1"/>
          </p:cNvSpPr>
          <p:nvPr>
            <p:ph type="body" sz="quarter" idx="17" hasCustomPrompt="1"/>
          </p:nvPr>
        </p:nvSpPr>
        <p:spPr bwMode="gray">
          <a:xfrm>
            <a:off x="2894197" y="2747639"/>
            <a:ext cx="2871216" cy="822960"/>
          </a:xfrm>
        </p:spPr>
        <p:txBody>
          <a:bodyPr lIns="91440" tIns="45720" rIns="91440" bIns="45720" anchor="t"/>
          <a:lstStyle>
            <a:lvl1pPr marL="0" indent="0" algn="l">
              <a:buNone/>
              <a:defRPr sz="1200">
                <a:latin typeface="+mn-lt"/>
              </a:defRPr>
            </a:lvl1pPr>
          </a:lstStyle>
          <a:p>
            <a:pPr lvl="0"/>
            <a:r>
              <a:rPr lang="en-US"/>
              <a:t>Text</a:t>
            </a:r>
          </a:p>
        </p:txBody>
      </p:sp>
      <p:sp>
        <p:nvSpPr>
          <p:cNvPr id="24" name="Text Placeholder 5">
            <a:extLst>
              <a:ext uri="{FF2B5EF4-FFF2-40B4-BE49-F238E27FC236}">
                <a16:creationId xmlns:a16="http://schemas.microsoft.com/office/drawing/2014/main" id="{CDE47660-6FF5-4273-927F-10B15F30F6BA}"/>
              </a:ext>
            </a:extLst>
          </p:cNvPr>
          <p:cNvSpPr>
            <a:spLocks noGrp="1"/>
          </p:cNvSpPr>
          <p:nvPr>
            <p:ph type="body" sz="quarter" idx="18" hasCustomPrompt="1"/>
          </p:nvPr>
        </p:nvSpPr>
        <p:spPr bwMode="gray">
          <a:xfrm>
            <a:off x="2894197" y="3746377"/>
            <a:ext cx="2871216" cy="822960"/>
          </a:xfrm>
        </p:spPr>
        <p:txBody>
          <a:bodyPr lIns="91440" tIns="45720" rIns="91440" bIns="45720" anchor="t"/>
          <a:lstStyle>
            <a:lvl1pPr marL="0" indent="0" algn="l">
              <a:buNone/>
              <a:defRPr sz="1200">
                <a:latin typeface="+mn-lt"/>
              </a:defRPr>
            </a:lvl1pPr>
          </a:lstStyle>
          <a:p>
            <a:pPr lvl="0"/>
            <a:r>
              <a:rPr lang="en-US"/>
              <a:t>Text</a:t>
            </a:r>
          </a:p>
        </p:txBody>
      </p:sp>
      <p:sp>
        <p:nvSpPr>
          <p:cNvPr id="25" name="Text Placeholder 5">
            <a:extLst>
              <a:ext uri="{FF2B5EF4-FFF2-40B4-BE49-F238E27FC236}">
                <a16:creationId xmlns:a16="http://schemas.microsoft.com/office/drawing/2014/main" id="{A0B1C8B2-9DC8-4FF8-A533-631CF381CF76}"/>
              </a:ext>
            </a:extLst>
          </p:cNvPr>
          <p:cNvSpPr>
            <a:spLocks noGrp="1"/>
          </p:cNvSpPr>
          <p:nvPr>
            <p:ph type="body" sz="quarter" idx="19" hasCustomPrompt="1"/>
          </p:nvPr>
        </p:nvSpPr>
        <p:spPr bwMode="gray">
          <a:xfrm>
            <a:off x="5948046" y="1748900"/>
            <a:ext cx="2871216" cy="822960"/>
          </a:xfrm>
        </p:spPr>
        <p:txBody>
          <a:bodyPr lIns="91440" tIns="45720" rIns="91440" bIns="45720" anchor="t"/>
          <a:lstStyle>
            <a:lvl1pPr marL="0" indent="0" algn="l">
              <a:buNone/>
              <a:defRPr sz="1200">
                <a:latin typeface="+mn-lt"/>
              </a:defRPr>
            </a:lvl1pPr>
          </a:lstStyle>
          <a:p>
            <a:pPr lvl="0"/>
            <a:r>
              <a:rPr lang="en-US"/>
              <a:t>Text</a:t>
            </a:r>
          </a:p>
        </p:txBody>
      </p:sp>
      <p:sp>
        <p:nvSpPr>
          <p:cNvPr id="26" name="Text Placeholder 5">
            <a:extLst>
              <a:ext uri="{FF2B5EF4-FFF2-40B4-BE49-F238E27FC236}">
                <a16:creationId xmlns:a16="http://schemas.microsoft.com/office/drawing/2014/main" id="{CDB831E6-1489-49ED-9F9D-7DAAC230B4E6}"/>
              </a:ext>
            </a:extLst>
          </p:cNvPr>
          <p:cNvSpPr>
            <a:spLocks noGrp="1"/>
          </p:cNvSpPr>
          <p:nvPr>
            <p:ph type="body" sz="quarter" idx="20" hasCustomPrompt="1"/>
          </p:nvPr>
        </p:nvSpPr>
        <p:spPr bwMode="gray">
          <a:xfrm>
            <a:off x="5948046" y="2747639"/>
            <a:ext cx="2871216" cy="822960"/>
          </a:xfrm>
        </p:spPr>
        <p:txBody>
          <a:bodyPr lIns="91440" tIns="45720" rIns="91440" bIns="45720" anchor="t"/>
          <a:lstStyle>
            <a:lvl1pPr marL="0" indent="0" algn="l">
              <a:buNone/>
              <a:defRPr sz="1200">
                <a:latin typeface="+mn-lt"/>
              </a:defRPr>
            </a:lvl1pPr>
          </a:lstStyle>
          <a:p>
            <a:pPr lvl="0"/>
            <a:r>
              <a:rPr lang="en-US"/>
              <a:t>Text</a:t>
            </a:r>
          </a:p>
        </p:txBody>
      </p:sp>
      <p:sp>
        <p:nvSpPr>
          <p:cNvPr id="27" name="Text Placeholder 5">
            <a:extLst>
              <a:ext uri="{FF2B5EF4-FFF2-40B4-BE49-F238E27FC236}">
                <a16:creationId xmlns:a16="http://schemas.microsoft.com/office/drawing/2014/main" id="{63D5D76A-D62F-4F95-80F9-A22030B23127}"/>
              </a:ext>
            </a:extLst>
          </p:cNvPr>
          <p:cNvSpPr>
            <a:spLocks noGrp="1"/>
          </p:cNvSpPr>
          <p:nvPr>
            <p:ph type="body" sz="quarter" idx="21" hasCustomPrompt="1"/>
          </p:nvPr>
        </p:nvSpPr>
        <p:spPr bwMode="gray">
          <a:xfrm>
            <a:off x="5948046" y="3746377"/>
            <a:ext cx="2871216" cy="822960"/>
          </a:xfrm>
        </p:spPr>
        <p:txBody>
          <a:bodyPr lIns="91440" tIns="45720" rIns="91440" bIns="45720" anchor="t"/>
          <a:lstStyle>
            <a:lvl1pPr marL="0" indent="0" algn="l">
              <a:buNone/>
              <a:defRPr sz="1200">
                <a:latin typeface="+mn-lt"/>
              </a:defRPr>
            </a:lvl1pPr>
          </a:lstStyle>
          <a:p>
            <a:pPr lvl="0"/>
            <a:r>
              <a:rPr lang="en-US"/>
              <a:t>Text</a:t>
            </a:r>
          </a:p>
        </p:txBody>
      </p:sp>
      <p:sp>
        <p:nvSpPr>
          <p:cNvPr id="28" name="Text Placeholder 5">
            <a:extLst>
              <a:ext uri="{FF2B5EF4-FFF2-40B4-BE49-F238E27FC236}">
                <a16:creationId xmlns:a16="http://schemas.microsoft.com/office/drawing/2014/main" id="{9F96D3A1-11B2-4382-8EB9-8DA25C910034}"/>
              </a:ext>
            </a:extLst>
          </p:cNvPr>
          <p:cNvSpPr>
            <a:spLocks noGrp="1"/>
          </p:cNvSpPr>
          <p:nvPr>
            <p:ph type="body" sz="quarter" idx="22" hasCustomPrompt="1"/>
          </p:nvPr>
        </p:nvSpPr>
        <p:spPr bwMode="gray">
          <a:xfrm>
            <a:off x="2894197" y="1074738"/>
            <a:ext cx="2871216" cy="539496"/>
          </a:xfrm>
        </p:spPr>
        <p:txBody>
          <a:bodyPr lIns="91440" tIns="45720" rIns="91440" bIns="45720" anchor="ctr"/>
          <a:lstStyle>
            <a:lvl1pPr marL="0" indent="0" algn="l">
              <a:buNone/>
              <a:defRPr sz="1400">
                <a:solidFill>
                  <a:schemeClr val="accent1"/>
                </a:solidFill>
                <a:latin typeface="+mj-lt"/>
              </a:defRPr>
            </a:lvl1pPr>
          </a:lstStyle>
          <a:p>
            <a:pPr lvl="0"/>
            <a:r>
              <a:rPr lang="en-US"/>
              <a:t>Title</a:t>
            </a:r>
          </a:p>
        </p:txBody>
      </p:sp>
      <p:sp>
        <p:nvSpPr>
          <p:cNvPr id="29" name="Text Placeholder 5">
            <a:extLst>
              <a:ext uri="{FF2B5EF4-FFF2-40B4-BE49-F238E27FC236}">
                <a16:creationId xmlns:a16="http://schemas.microsoft.com/office/drawing/2014/main" id="{A80A609B-1E9B-43D5-9C67-882D8D8F76A0}"/>
              </a:ext>
            </a:extLst>
          </p:cNvPr>
          <p:cNvSpPr>
            <a:spLocks noGrp="1"/>
          </p:cNvSpPr>
          <p:nvPr>
            <p:ph type="body" sz="quarter" idx="23" hasCustomPrompt="1"/>
          </p:nvPr>
        </p:nvSpPr>
        <p:spPr bwMode="gray">
          <a:xfrm>
            <a:off x="5948046" y="1074738"/>
            <a:ext cx="2871216" cy="539496"/>
          </a:xfrm>
        </p:spPr>
        <p:txBody>
          <a:bodyPr lIns="91440" tIns="45720" rIns="91440" bIns="45720" anchor="ctr"/>
          <a:lstStyle>
            <a:lvl1pPr marL="0" indent="0" algn="l">
              <a:buNone/>
              <a:defRPr sz="1400">
                <a:solidFill>
                  <a:schemeClr val="accent4"/>
                </a:solidFill>
                <a:latin typeface="+mj-lt"/>
              </a:defRPr>
            </a:lvl1pPr>
          </a:lstStyle>
          <a:p>
            <a:pPr lvl="0"/>
            <a:r>
              <a:rPr lang="en-US"/>
              <a:t>Title</a:t>
            </a:r>
          </a:p>
        </p:txBody>
      </p:sp>
      <p:sp>
        <p:nvSpPr>
          <p:cNvPr id="30" name="Slide Number Placeholder 5">
            <a:extLst>
              <a:ext uri="{FF2B5EF4-FFF2-40B4-BE49-F238E27FC236}">
                <a16:creationId xmlns:a16="http://schemas.microsoft.com/office/drawing/2014/main" id="{1223B345-B5B0-453E-9B46-ED4C7F6B08EE}"/>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603601718"/>
      </p:ext>
    </p:extLst>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ingle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753AB01-8E4C-47D6-B8E3-10AC53C8EB24}"/>
              </a:ext>
            </a:extLst>
          </p:cNvPr>
          <p:cNvSpPr>
            <a:spLocks noGrp="1" noChangeAspect="1"/>
          </p:cNvSpPr>
          <p:nvPr>
            <p:ph type="pic" sz="quarter" idx="10" hasCustomPrompt="1"/>
          </p:nvPr>
        </p:nvSpPr>
        <p:spPr bwMode="gray">
          <a:xfrm>
            <a:off x="333375" y="1824673"/>
            <a:ext cx="2075688" cy="2075688"/>
          </a:xfrm>
          <a:prstGeom prst="ellipse">
            <a:avLst/>
          </a:prstGeom>
        </p:spPr>
        <p:txBody>
          <a:bodyPr anchor="ctr"/>
          <a:lstStyle>
            <a:lvl1pPr marL="0" indent="0" algn="l">
              <a:buNone/>
              <a:defRPr sz="900">
                <a:solidFill>
                  <a:schemeClr val="tx1"/>
                </a:solidFill>
              </a:defRPr>
            </a:lvl1pPr>
          </a:lstStyle>
          <a:p>
            <a:r>
              <a:rPr lang="en-US"/>
              <a:t>Step 1: Click icon to add picture</a:t>
            </a:r>
            <a:br>
              <a:rPr lang="en-US"/>
            </a:br>
            <a:r>
              <a:rPr lang="en-US"/>
              <a:t>Step 2: Go to View &gt;&gt; Slide Master and copy the gradient shapes, close the Slide Master and paste the gradient shapes on top of the selected image</a:t>
            </a:r>
          </a:p>
        </p:txBody>
      </p:sp>
      <p:sp>
        <p:nvSpPr>
          <p:cNvPr id="5" name="Oval 4">
            <a:extLst>
              <a:ext uri="{FF2B5EF4-FFF2-40B4-BE49-F238E27FC236}">
                <a16:creationId xmlns:a16="http://schemas.microsoft.com/office/drawing/2014/main" id="{D8BAC6B4-51B9-4B47-8996-D65FBF9EDB5F}"/>
              </a:ext>
            </a:extLst>
          </p:cNvPr>
          <p:cNvSpPr>
            <a:spLocks noChangeAspect="1"/>
          </p:cNvSpPr>
          <p:nvPr userDrawn="1"/>
        </p:nvSpPr>
        <p:spPr>
          <a:xfrm>
            <a:off x="338328" y="1824038"/>
            <a:ext cx="2075688" cy="2075688"/>
          </a:xfrm>
          <a:prstGeom prst="ellipse">
            <a:avLst/>
          </a:prstGeom>
          <a:gradFill>
            <a:gsLst>
              <a:gs pos="48000">
                <a:schemeClr val="accent1">
                  <a:alpha val="0"/>
                </a:schemeClr>
              </a:gs>
              <a:gs pos="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F6D67A50-8F02-4A68-A376-32DC985938EC}"/>
              </a:ext>
            </a:extLst>
          </p:cNvPr>
          <p:cNvSpPr>
            <a:spLocks noChangeAspect="1"/>
          </p:cNvSpPr>
          <p:nvPr/>
        </p:nvSpPr>
        <p:spPr bwMode="gray">
          <a:xfrm>
            <a:off x="1069009" y="1398595"/>
            <a:ext cx="2075687" cy="2075688"/>
          </a:xfrm>
          <a:prstGeom prst="ellipse">
            <a:avLst/>
          </a:prstGeom>
          <a:gradFill flip="none" rotWithShape="1">
            <a:gsLst>
              <a:gs pos="43000">
                <a:schemeClr val="accent4">
                  <a:alpha val="13000"/>
                </a:schemeClr>
              </a:gs>
              <a:gs pos="8000">
                <a:schemeClr val="accent4"/>
              </a:gs>
              <a:gs pos="71000">
                <a:schemeClr val="accent4">
                  <a:alpha val="0"/>
                </a:schemeClr>
              </a:gs>
            </a:gsLst>
            <a:lin ang="13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6" name="Text Placeholder 5">
            <a:extLst>
              <a:ext uri="{FF2B5EF4-FFF2-40B4-BE49-F238E27FC236}">
                <a16:creationId xmlns:a16="http://schemas.microsoft.com/office/drawing/2014/main" id="{5745C628-C734-425D-A3FF-809A59836586}"/>
              </a:ext>
            </a:extLst>
          </p:cNvPr>
          <p:cNvSpPr>
            <a:spLocks noGrp="1"/>
          </p:cNvSpPr>
          <p:nvPr>
            <p:ph type="body" sz="quarter" idx="11" hasCustomPrompt="1"/>
          </p:nvPr>
        </p:nvSpPr>
        <p:spPr bwMode="gray">
          <a:xfrm>
            <a:off x="3350727" y="1074738"/>
            <a:ext cx="5458968" cy="3493008"/>
          </a:xfrm>
        </p:spPr>
        <p:txBody>
          <a:bodyPr lIns="0" tIns="0" rIns="0" bIns="0" anchor="ctr"/>
          <a:lstStyle>
            <a:lvl1pPr marL="0" indent="0" algn="ctr">
              <a:buNone/>
              <a:defRPr>
                <a:latin typeface="Raleway Light" pitchFamily="2" charset="0"/>
              </a:defRPr>
            </a:lvl1pPr>
          </a:lstStyle>
          <a:p>
            <a:pPr lvl="0"/>
            <a:r>
              <a:rPr lang="en-US"/>
              <a:t>Quote/Introduction text</a:t>
            </a:r>
          </a:p>
        </p:txBody>
      </p:sp>
      <p:sp>
        <p:nvSpPr>
          <p:cNvPr id="7" name="Text Placeholder 4">
            <a:extLst>
              <a:ext uri="{FF2B5EF4-FFF2-40B4-BE49-F238E27FC236}">
                <a16:creationId xmlns:a16="http://schemas.microsoft.com/office/drawing/2014/main" id="{09468FF4-883B-440C-A361-DDE3DFD3EE4E}"/>
              </a:ext>
            </a:extLst>
          </p:cNvPr>
          <p:cNvSpPr>
            <a:spLocks noGrp="1"/>
          </p:cNvSpPr>
          <p:nvPr>
            <p:ph type="body" sz="quarter" idx="12" hasCustomPrompt="1"/>
          </p:nvPr>
        </p:nvSpPr>
        <p:spPr>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8" name="Slide Number Placeholder 5">
            <a:extLst>
              <a:ext uri="{FF2B5EF4-FFF2-40B4-BE49-F238E27FC236}">
                <a16:creationId xmlns:a16="http://schemas.microsoft.com/office/drawing/2014/main" id="{071E2DAB-0E36-4CB9-99B3-9141B3D2FBA1}"/>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865242113"/>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para with desig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6" name="Text Placeholder 5">
            <a:extLst>
              <a:ext uri="{FF2B5EF4-FFF2-40B4-BE49-F238E27FC236}">
                <a16:creationId xmlns:a16="http://schemas.microsoft.com/office/drawing/2014/main" id="{5745C628-C734-425D-A3FF-809A59836586}"/>
              </a:ext>
            </a:extLst>
          </p:cNvPr>
          <p:cNvSpPr>
            <a:spLocks noGrp="1"/>
          </p:cNvSpPr>
          <p:nvPr>
            <p:ph type="body" sz="quarter" idx="11" hasCustomPrompt="1"/>
          </p:nvPr>
        </p:nvSpPr>
        <p:spPr bwMode="gray">
          <a:xfrm>
            <a:off x="320674" y="1074738"/>
            <a:ext cx="5669280" cy="1005840"/>
          </a:xfrm>
        </p:spPr>
        <p:txBody>
          <a:bodyPr lIns="0" tIns="0" rIns="0" bIns="0" anchor="ctr"/>
          <a:lstStyle>
            <a:lvl1pPr marL="0" indent="0" algn="l">
              <a:buNone/>
              <a:defRPr>
                <a:latin typeface="Raleway Light" pitchFamily="2" charset="0"/>
              </a:defRPr>
            </a:lvl1pPr>
          </a:lstStyle>
          <a:p>
            <a:pPr lvl="0"/>
            <a:r>
              <a:rPr lang="en-US"/>
              <a:t>Text</a:t>
            </a:r>
          </a:p>
        </p:txBody>
      </p:sp>
      <p:sp>
        <p:nvSpPr>
          <p:cNvPr id="7" name="Text Placeholder 4">
            <a:extLst>
              <a:ext uri="{FF2B5EF4-FFF2-40B4-BE49-F238E27FC236}">
                <a16:creationId xmlns:a16="http://schemas.microsoft.com/office/drawing/2014/main" id="{A231BA4B-8E51-4730-9569-847C0722DAC8}"/>
              </a:ext>
            </a:extLst>
          </p:cNvPr>
          <p:cNvSpPr>
            <a:spLocks noGrp="1"/>
          </p:cNvSpPr>
          <p:nvPr>
            <p:ph type="body" sz="quarter" idx="1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8" name="Text Placeholder 5">
            <a:extLst>
              <a:ext uri="{FF2B5EF4-FFF2-40B4-BE49-F238E27FC236}">
                <a16:creationId xmlns:a16="http://schemas.microsoft.com/office/drawing/2014/main" id="{D36EF7ED-6900-4FD5-AA62-B93F5B77D31D}"/>
              </a:ext>
            </a:extLst>
          </p:cNvPr>
          <p:cNvSpPr>
            <a:spLocks noGrp="1"/>
          </p:cNvSpPr>
          <p:nvPr>
            <p:ph type="body" sz="quarter" idx="13" hasCustomPrompt="1"/>
          </p:nvPr>
        </p:nvSpPr>
        <p:spPr bwMode="gray">
          <a:xfrm>
            <a:off x="320674" y="2320050"/>
            <a:ext cx="5669280" cy="1005840"/>
          </a:xfrm>
        </p:spPr>
        <p:txBody>
          <a:bodyPr lIns="0" tIns="0" rIns="0" bIns="0" anchor="ctr"/>
          <a:lstStyle>
            <a:lvl1pPr marL="0" indent="0" algn="l">
              <a:buNone/>
              <a:defRPr>
                <a:latin typeface="Raleway Light" pitchFamily="2" charset="0"/>
              </a:defRPr>
            </a:lvl1pPr>
          </a:lstStyle>
          <a:p>
            <a:pPr lvl="0"/>
            <a:r>
              <a:rPr lang="en-US"/>
              <a:t>Text</a:t>
            </a:r>
          </a:p>
        </p:txBody>
      </p:sp>
      <p:sp>
        <p:nvSpPr>
          <p:cNvPr id="9" name="Text Placeholder 5">
            <a:extLst>
              <a:ext uri="{FF2B5EF4-FFF2-40B4-BE49-F238E27FC236}">
                <a16:creationId xmlns:a16="http://schemas.microsoft.com/office/drawing/2014/main" id="{ED4A2992-ECB4-49A6-8DA5-345891EC76FE}"/>
              </a:ext>
            </a:extLst>
          </p:cNvPr>
          <p:cNvSpPr>
            <a:spLocks noGrp="1"/>
          </p:cNvSpPr>
          <p:nvPr>
            <p:ph type="body" sz="quarter" idx="14" hasCustomPrompt="1"/>
          </p:nvPr>
        </p:nvSpPr>
        <p:spPr bwMode="gray">
          <a:xfrm>
            <a:off x="320674" y="3565362"/>
            <a:ext cx="5669280" cy="1005840"/>
          </a:xfrm>
        </p:spPr>
        <p:txBody>
          <a:bodyPr lIns="0" tIns="0" rIns="0" bIns="0" anchor="ctr"/>
          <a:lstStyle>
            <a:lvl1pPr marL="0" indent="0" algn="l">
              <a:buNone/>
              <a:defRPr>
                <a:latin typeface="Raleway Light" pitchFamily="2" charset="0"/>
              </a:defRPr>
            </a:lvl1pPr>
          </a:lstStyle>
          <a:p>
            <a:pPr lvl="0"/>
            <a:r>
              <a:rPr lang="en-US"/>
              <a:t>Text</a:t>
            </a:r>
          </a:p>
        </p:txBody>
      </p:sp>
      <p:sp>
        <p:nvSpPr>
          <p:cNvPr id="15" name="Arc 14">
            <a:extLst>
              <a:ext uri="{FF2B5EF4-FFF2-40B4-BE49-F238E27FC236}">
                <a16:creationId xmlns:a16="http://schemas.microsoft.com/office/drawing/2014/main" id="{DAEC8E06-34A8-456E-9A2E-696A684F3B89}"/>
              </a:ext>
            </a:extLst>
          </p:cNvPr>
          <p:cNvSpPr>
            <a:spLocks noChangeAspect="1"/>
          </p:cNvSpPr>
          <p:nvPr userDrawn="1"/>
        </p:nvSpPr>
        <p:spPr bwMode="gray">
          <a:xfrm>
            <a:off x="6539277" y="1276379"/>
            <a:ext cx="3047999" cy="3047999"/>
          </a:xfrm>
          <a:prstGeom prst="arc">
            <a:avLst>
              <a:gd name="adj1" fmla="val 5277044"/>
              <a:gd name="adj2" fmla="val 16275839"/>
            </a:avLst>
          </a:prstGeom>
          <a:ln w="47625">
            <a:gradFill flip="none" rotWithShape="1">
              <a:gsLst>
                <a:gs pos="0">
                  <a:schemeClr val="bg1">
                    <a:alpha val="0"/>
                  </a:schemeClr>
                </a:gs>
                <a:gs pos="50000">
                  <a:schemeClr val="accent6"/>
                </a:gs>
                <a:gs pos="6000">
                  <a:schemeClr val="accent6">
                    <a:lumMod val="25000"/>
                    <a:lumOff val="75000"/>
                  </a:schemeClr>
                </a:gs>
                <a:gs pos="94000">
                  <a:schemeClr val="accent6">
                    <a:lumMod val="25000"/>
                    <a:lumOff val="75000"/>
                  </a:schemeClr>
                </a:gs>
                <a:gs pos="100000">
                  <a:schemeClr val="bg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Oval 11">
            <a:extLst>
              <a:ext uri="{FF2B5EF4-FFF2-40B4-BE49-F238E27FC236}">
                <a16:creationId xmlns:a16="http://schemas.microsoft.com/office/drawing/2014/main" id="{FEA2561D-8307-4588-B581-F9B15BE8CF14}"/>
              </a:ext>
            </a:extLst>
          </p:cNvPr>
          <p:cNvSpPr>
            <a:spLocks noChangeAspect="1"/>
          </p:cNvSpPr>
          <p:nvPr userDrawn="1"/>
        </p:nvSpPr>
        <p:spPr bwMode="gray">
          <a:xfrm>
            <a:off x="6850080" y="3660489"/>
            <a:ext cx="886968" cy="886968"/>
          </a:xfrm>
          <a:prstGeom prst="ellipse">
            <a:avLst/>
          </a:prstGeom>
          <a:gradFill flip="none" rotWithShape="1">
            <a:gsLst>
              <a:gs pos="58000">
                <a:srgbClr val="039BDA">
                  <a:alpha val="30000"/>
                </a:srgbClr>
              </a:gs>
              <a:gs pos="9000">
                <a:schemeClr val="accent1"/>
              </a:gs>
              <a:gs pos="84000">
                <a:schemeClr val="accent1">
                  <a:alpha val="0"/>
                </a:schemeClr>
              </a:gs>
            </a:gsLst>
            <a:lin ang="17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C2EA899-5726-4F3E-A809-0837BD902FD6}"/>
              </a:ext>
            </a:extLst>
          </p:cNvPr>
          <p:cNvSpPr>
            <a:spLocks noChangeAspect="1"/>
          </p:cNvSpPr>
          <p:nvPr userDrawn="1"/>
        </p:nvSpPr>
        <p:spPr bwMode="gray">
          <a:xfrm>
            <a:off x="6850080" y="1089026"/>
            <a:ext cx="886968" cy="886968"/>
          </a:xfrm>
          <a:prstGeom prst="ellipse">
            <a:avLst/>
          </a:prstGeom>
          <a:gradFill flip="none" rotWithShape="1">
            <a:gsLst>
              <a:gs pos="58000">
                <a:srgbClr val="039BDA">
                  <a:alpha val="30000"/>
                </a:srgbClr>
              </a:gs>
              <a:gs pos="9000">
                <a:schemeClr val="accent1"/>
              </a:gs>
              <a:gs pos="89000">
                <a:schemeClr val="accent1">
                  <a:alpha val="0"/>
                </a:schemeClr>
              </a:gs>
            </a:gsLst>
            <a:lin ang="4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7EB26C2-51F4-4065-B6A9-87F434601DAA}"/>
              </a:ext>
            </a:extLst>
          </p:cNvPr>
          <p:cNvSpPr>
            <a:spLocks noChangeAspect="1"/>
          </p:cNvSpPr>
          <p:nvPr userDrawn="1"/>
        </p:nvSpPr>
        <p:spPr bwMode="gray">
          <a:xfrm>
            <a:off x="6181530" y="2392656"/>
            <a:ext cx="886968" cy="886968"/>
          </a:xfrm>
          <a:prstGeom prst="ellipse">
            <a:avLst/>
          </a:prstGeom>
          <a:gradFill flip="none" rotWithShape="1">
            <a:gsLst>
              <a:gs pos="58000">
                <a:srgbClr val="039BDA">
                  <a:alpha val="30000"/>
                </a:srgbClr>
              </a:gs>
              <a:gs pos="9000">
                <a:schemeClr val="accent1"/>
              </a:gs>
              <a:gs pos="98000">
                <a:schemeClr val="accent1">
                  <a:alpha val="0"/>
                </a:scheme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5">
            <a:extLst>
              <a:ext uri="{FF2B5EF4-FFF2-40B4-BE49-F238E27FC236}">
                <a16:creationId xmlns:a16="http://schemas.microsoft.com/office/drawing/2014/main" id="{199A943D-4E01-4B77-B769-D878B59C2E26}"/>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148025012"/>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Four images 1">
    <p:spTree>
      <p:nvGrpSpPr>
        <p:cNvPr id="1" name=""/>
        <p:cNvGrpSpPr/>
        <p:nvPr/>
      </p:nvGrpSpPr>
      <p:grpSpPr>
        <a:xfrm>
          <a:off x="0" y="0"/>
          <a:ext cx="0" cy="0"/>
          <a:chOff x="0" y="0"/>
          <a:chExt cx="0" cy="0"/>
        </a:xfrm>
      </p:grpSpPr>
      <p:sp>
        <p:nvSpPr>
          <p:cNvPr id="22" name="Picture Placeholder 3">
            <a:extLst>
              <a:ext uri="{FF2B5EF4-FFF2-40B4-BE49-F238E27FC236}">
                <a16:creationId xmlns:a16="http://schemas.microsoft.com/office/drawing/2014/main" id="{95F79ED8-DE62-4265-BF98-CA8F3250F44E}"/>
              </a:ext>
            </a:extLst>
          </p:cNvPr>
          <p:cNvSpPr>
            <a:spLocks noGrp="1" noChangeAspect="1"/>
          </p:cNvSpPr>
          <p:nvPr>
            <p:ph type="pic" sz="quarter" idx="15" hasCustomPrompt="1"/>
          </p:nvPr>
        </p:nvSpPr>
        <p:spPr bwMode="gray">
          <a:xfrm>
            <a:off x="320054" y="3159283"/>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24" name="Picture Placeholder 3">
            <a:extLst>
              <a:ext uri="{FF2B5EF4-FFF2-40B4-BE49-F238E27FC236}">
                <a16:creationId xmlns:a16="http://schemas.microsoft.com/office/drawing/2014/main" id="{23DF603E-3B4A-4E51-8C9E-306B088CC2B0}"/>
              </a:ext>
            </a:extLst>
          </p:cNvPr>
          <p:cNvSpPr>
            <a:spLocks noGrp="1" noChangeAspect="1"/>
          </p:cNvSpPr>
          <p:nvPr>
            <p:ph type="pic" sz="quarter" idx="17" hasCustomPrompt="1"/>
          </p:nvPr>
        </p:nvSpPr>
        <p:spPr bwMode="gray">
          <a:xfrm>
            <a:off x="7610829" y="3159283"/>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23" name="Picture Placeholder 3">
            <a:extLst>
              <a:ext uri="{FF2B5EF4-FFF2-40B4-BE49-F238E27FC236}">
                <a16:creationId xmlns:a16="http://schemas.microsoft.com/office/drawing/2014/main" id="{8079FDD0-E93A-4BF9-AE06-64395560F12E}"/>
              </a:ext>
            </a:extLst>
          </p:cNvPr>
          <p:cNvSpPr>
            <a:spLocks noGrp="1" noChangeAspect="1"/>
          </p:cNvSpPr>
          <p:nvPr>
            <p:ph type="pic" sz="quarter" idx="16" hasCustomPrompt="1"/>
          </p:nvPr>
        </p:nvSpPr>
        <p:spPr bwMode="gray">
          <a:xfrm>
            <a:off x="7610829" y="1310248"/>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4" name="Picture Placeholder 3">
            <a:extLst>
              <a:ext uri="{FF2B5EF4-FFF2-40B4-BE49-F238E27FC236}">
                <a16:creationId xmlns:a16="http://schemas.microsoft.com/office/drawing/2014/main" id="{3753AB01-8E4C-47D6-B8E3-10AC53C8EB24}"/>
              </a:ext>
            </a:extLst>
          </p:cNvPr>
          <p:cNvSpPr>
            <a:spLocks noGrp="1" noChangeAspect="1"/>
          </p:cNvSpPr>
          <p:nvPr>
            <p:ph type="pic" sz="quarter" idx="10" hasCustomPrompt="1"/>
          </p:nvPr>
        </p:nvSpPr>
        <p:spPr bwMode="gray">
          <a:xfrm>
            <a:off x="320054" y="1313148"/>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15" name="Oval 14">
            <a:extLst>
              <a:ext uri="{FF2B5EF4-FFF2-40B4-BE49-F238E27FC236}">
                <a16:creationId xmlns:a16="http://schemas.microsoft.com/office/drawing/2014/main" id="{AD321218-61CD-4A7C-A430-F5A1DDE9AD9B}"/>
              </a:ext>
            </a:extLst>
          </p:cNvPr>
          <p:cNvSpPr>
            <a:spLocks noChangeAspect="1"/>
          </p:cNvSpPr>
          <p:nvPr userDrawn="1"/>
        </p:nvSpPr>
        <p:spPr bwMode="gray">
          <a:xfrm>
            <a:off x="315482" y="1316736"/>
            <a:ext cx="1197864" cy="1197864"/>
          </a:xfrm>
          <a:prstGeom prst="ellipse">
            <a:avLst/>
          </a:prstGeom>
          <a:gradFill flip="none" rotWithShape="1">
            <a:gsLst>
              <a:gs pos="47000">
                <a:schemeClr val="accent1">
                  <a:alpha val="0"/>
                </a:schemeClr>
              </a:gs>
              <a:gs pos="0">
                <a:schemeClr val="accent1"/>
              </a:gs>
            </a:gsLst>
            <a:lin ang="4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800">
              <a:solidFill>
                <a:schemeClr val="bg1"/>
              </a:solidFill>
              <a:latin typeface="+mj-lt"/>
            </a:endParaRPr>
          </a:p>
        </p:txBody>
      </p:sp>
      <p:sp>
        <p:nvSpPr>
          <p:cNvPr id="25" name="Oval 24">
            <a:extLst>
              <a:ext uri="{FF2B5EF4-FFF2-40B4-BE49-F238E27FC236}">
                <a16:creationId xmlns:a16="http://schemas.microsoft.com/office/drawing/2014/main" id="{835E1044-5A44-4BFE-89AF-ACDEEA2B4BF2}"/>
              </a:ext>
            </a:extLst>
          </p:cNvPr>
          <p:cNvSpPr>
            <a:spLocks noChangeAspect="1"/>
          </p:cNvSpPr>
          <p:nvPr userDrawn="1"/>
        </p:nvSpPr>
        <p:spPr bwMode="gray">
          <a:xfrm>
            <a:off x="315482" y="3163824"/>
            <a:ext cx="1197864" cy="1197864"/>
          </a:xfrm>
          <a:prstGeom prst="ellipse">
            <a:avLst/>
          </a:prstGeom>
          <a:gradFill flip="none" rotWithShape="1">
            <a:gsLst>
              <a:gs pos="47000">
                <a:schemeClr val="accent4">
                  <a:alpha val="0"/>
                </a:schemeClr>
              </a:gs>
              <a:gs pos="0">
                <a:schemeClr val="accent4"/>
              </a:gs>
            </a:gsLst>
            <a:lin ang="17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800">
              <a:solidFill>
                <a:schemeClr val="bg1"/>
              </a:solidFill>
              <a:latin typeface="+mj-lt"/>
            </a:endParaRPr>
          </a:p>
        </p:txBody>
      </p:sp>
      <p:sp>
        <p:nvSpPr>
          <p:cNvPr id="26" name="Oval 25">
            <a:extLst>
              <a:ext uri="{FF2B5EF4-FFF2-40B4-BE49-F238E27FC236}">
                <a16:creationId xmlns:a16="http://schemas.microsoft.com/office/drawing/2014/main" id="{058BCB6D-0CAC-42F5-AA2A-440E5D9D92B4}"/>
              </a:ext>
            </a:extLst>
          </p:cNvPr>
          <p:cNvSpPr>
            <a:spLocks noChangeAspect="1"/>
          </p:cNvSpPr>
          <p:nvPr userDrawn="1"/>
        </p:nvSpPr>
        <p:spPr bwMode="gray">
          <a:xfrm>
            <a:off x="7606257" y="3163824"/>
            <a:ext cx="1197864" cy="1197864"/>
          </a:xfrm>
          <a:prstGeom prst="ellipse">
            <a:avLst/>
          </a:prstGeom>
          <a:gradFill flip="none" rotWithShape="1">
            <a:gsLst>
              <a:gs pos="47000">
                <a:schemeClr val="accent3">
                  <a:alpha val="0"/>
                </a:schemeClr>
              </a:gs>
              <a:gs pos="8000">
                <a:schemeClr val="accent3"/>
              </a:gs>
            </a:gsLst>
            <a:lin ang="17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800">
              <a:solidFill>
                <a:schemeClr val="bg1"/>
              </a:solidFill>
              <a:latin typeface="+mj-lt"/>
            </a:endParaRPr>
          </a:p>
        </p:txBody>
      </p:sp>
      <p:sp>
        <p:nvSpPr>
          <p:cNvPr id="27" name="Oval 26">
            <a:extLst>
              <a:ext uri="{FF2B5EF4-FFF2-40B4-BE49-F238E27FC236}">
                <a16:creationId xmlns:a16="http://schemas.microsoft.com/office/drawing/2014/main" id="{74BE5BC6-9E7F-4FC5-9732-D81384AB690C}"/>
              </a:ext>
            </a:extLst>
          </p:cNvPr>
          <p:cNvSpPr>
            <a:spLocks noChangeAspect="1"/>
          </p:cNvSpPr>
          <p:nvPr userDrawn="1"/>
        </p:nvSpPr>
        <p:spPr bwMode="gray">
          <a:xfrm>
            <a:off x="7606257" y="1305676"/>
            <a:ext cx="1197864" cy="1197864"/>
          </a:xfrm>
          <a:prstGeom prst="ellipse">
            <a:avLst/>
          </a:prstGeom>
          <a:gradFill flip="none" rotWithShape="1">
            <a:gsLst>
              <a:gs pos="47000">
                <a:schemeClr val="accent2">
                  <a:alpha val="0"/>
                </a:schemeClr>
              </a:gs>
              <a:gs pos="10000">
                <a:schemeClr val="accent2"/>
              </a:gs>
            </a:gsLst>
            <a:lin ang="4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800">
              <a:solidFill>
                <a:schemeClr val="bg1"/>
              </a:solidFill>
              <a:latin typeface="+mj-lt"/>
            </a:endParaRP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6" name="Text Placeholder 5">
            <a:extLst>
              <a:ext uri="{FF2B5EF4-FFF2-40B4-BE49-F238E27FC236}">
                <a16:creationId xmlns:a16="http://schemas.microsoft.com/office/drawing/2014/main" id="{5745C628-C734-425D-A3FF-809A59836586}"/>
              </a:ext>
            </a:extLst>
          </p:cNvPr>
          <p:cNvSpPr>
            <a:spLocks noGrp="1"/>
          </p:cNvSpPr>
          <p:nvPr>
            <p:ph type="body" sz="quarter" idx="11" hasCustomPrompt="1"/>
          </p:nvPr>
        </p:nvSpPr>
        <p:spPr bwMode="gray">
          <a:xfrm>
            <a:off x="1676400" y="1083616"/>
            <a:ext cx="2838231" cy="1645920"/>
          </a:xfrm>
        </p:spPr>
        <p:txBody>
          <a:bodyPr lIns="0" tIns="0" rIns="0" bIns="0" anchor="ctr"/>
          <a:lstStyle>
            <a:lvl1pPr marL="0" indent="0">
              <a:buNone/>
              <a:defRPr>
                <a:latin typeface="Raleway Light" pitchFamily="2" charset="0"/>
              </a:defRPr>
            </a:lvl1pPr>
          </a:lstStyle>
          <a:p>
            <a:pPr lvl="0"/>
            <a:r>
              <a:rPr lang="en-US"/>
              <a:t>Text</a:t>
            </a:r>
          </a:p>
        </p:txBody>
      </p:sp>
      <p:sp>
        <p:nvSpPr>
          <p:cNvPr id="19" name="Text Placeholder 5">
            <a:extLst>
              <a:ext uri="{FF2B5EF4-FFF2-40B4-BE49-F238E27FC236}">
                <a16:creationId xmlns:a16="http://schemas.microsoft.com/office/drawing/2014/main" id="{81DB8866-7A09-49FF-8B8F-A2030E186C7D}"/>
              </a:ext>
            </a:extLst>
          </p:cNvPr>
          <p:cNvSpPr>
            <a:spLocks noGrp="1"/>
          </p:cNvSpPr>
          <p:nvPr>
            <p:ph type="body" sz="quarter" idx="12" hasCustomPrompt="1"/>
          </p:nvPr>
        </p:nvSpPr>
        <p:spPr bwMode="gray">
          <a:xfrm>
            <a:off x="1676400" y="2926080"/>
            <a:ext cx="2838231" cy="1645920"/>
          </a:xfrm>
        </p:spPr>
        <p:txBody>
          <a:bodyPr lIns="0" tIns="0" rIns="0" bIns="0" anchor="ctr"/>
          <a:lstStyle>
            <a:lvl1pPr marL="0" indent="0">
              <a:buNone/>
              <a:defRPr>
                <a:latin typeface="Raleway Light" pitchFamily="2" charset="0"/>
              </a:defRPr>
            </a:lvl1pPr>
          </a:lstStyle>
          <a:p>
            <a:pPr lvl="0"/>
            <a:r>
              <a:rPr lang="en-US"/>
              <a:t>Text</a:t>
            </a:r>
          </a:p>
        </p:txBody>
      </p:sp>
      <p:sp>
        <p:nvSpPr>
          <p:cNvPr id="20" name="Text Placeholder 5">
            <a:extLst>
              <a:ext uri="{FF2B5EF4-FFF2-40B4-BE49-F238E27FC236}">
                <a16:creationId xmlns:a16="http://schemas.microsoft.com/office/drawing/2014/main" id="{2E07EB45-86F8-4B7E-B80F-413B61F063C2}"/>
              </a:ext>
            </a:extLst>
          </p:cNvPr>
          <p:cNvSpPr>
            <a:spLocks noGrp="1"/>
          </p:cNvSpPr>
          <p:nvPr>
            <p:ph type="body" sz="quarter" idx="13" hasCustomPrompt="1"/>
          </p:nvPr>
        </p:nvSpPr>
        <p:spPr bwMode="gray">
          <a:xfrm>
            <a:off x="4639408" y="1083616"/>
            <a:ext cx="2838231" cy="1645920"/>
          </a:xfrm>
        </p:spPr>
        <p:txBody>
          <a:bodyPr lIns="0" tIns="0" rIns="0" bIns="0" anchor="ctr"/>
          <a:lstStyle>
            <a:lvl1pPr marL="0" indent="0" algn="r">
              <a:buNone/>
              <a:defRPr>
                <a:latin typeface="Raleway Light" pitchFamily="2" charset="0"/>
              </a:defRPr>
            </a:lvl1pPr>
          </a:lstStyle>
          <a:p>
            <a:pPr lvl="0"/>
            <a:r>
              <a:rPr lang="en-US"/>
              <a:t>Text</a:t>
            </a:r>
          </a:p>
        </p:txBody>
      </p:sp>
      <p:sp>
        <p:nvSpPr>
          <p:cNvPr id="21" name="Text Placeholder 5">
            <a:extLst>
              <a:ext uri="{FF2B5EF4-FFF2-40B4-BE49-F238E27FC236}">
                <a16:creationId xmlns:a16="http://schemas.microsoft.com/office/drawing/2014/main" id="{3E432386-8EA5-4AD4-BF83-1A3847D5D488}"/>
              </a:ext>
            </a:extLst>
          </p:cNvPr>
          <p:cNvSpPr>
            <a:spLocks noGrp="1"/>
          </p:cNvSpPr>
          <p:nvPr>
            <p:ph type="body" sz="quarter" idx="14" hasCustomPrompt="1"/>
          </p:nvPr>
        </p:nvSpPr>
        <p:spPr bwMode="gray">
          <a:xfrm>
            <a:off x="4639408" y="2926080"/>
            <a:ext cx="2838231" cy="1645920"/>
          </a:xfrm>
        </p:spPr>
        <p:txBody>
          <a:bodyPr lIns="0" tIns="0" rIns="0" bIns="0" anchor="ctr"/>
          <a:lstStyle>
            <a:lvl1pPr marL="0" indent="0" algn="r">
              <a:buNone/>
              <a:defRPr>
                <a:latin typeface="Raleway Light" pitchFamily="2" charset="0"/>
              </a:defRPr>
            </a:lvl1pPr>
          </a:lstStyle>
          <a:p>
            <a:pPr lvl="0"/>
            <a:r>
              <a:rPr lang="en-US"/>
              <a:t>Text</a:t>
            </a:r>
          </a:p>
        </p:txBody>
      </p:sp>
      <p:sp>
        <p:nvSpPr>
          <p:cNvPr id="16" name="Text Placeholder 4">
            <a:extLst>
              <a:ext uri="{FF2B5EF4-FFF2-40B4-BE49-F238E27FC236}">
                <a16:creationId xmlns:a16="http://schemas.microsoft.com/office/drawing/2014/main" id="{7322B76E-A710-4C85-816A-763EBC340C21}"/>
              </a:ext>
            </a:extLst>
          </p:cNvPr>
          <p:cNvSpPr>
            <a:spLocks noGrp="1"/>
          </p:cNvSpPr>
          <p:nvPr>
            <p:ph type="body" sz="quarter" idx="18" hasCustomPrompt="1"/>
          </p:nvPr>
        </p:nvSpPr>
        <p:spPr>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17" name="Slide Number Placeholder 5">
            <a:extLst>
              <a:ext uri="{FF2B5EF4-FFF2-40B4-BE49-F238E27FC236}">
                <a16:creationId xmlns:a16="http://schemas.microsoft.com/office/drawing/2014/main" id="{0D080BEE-09D2-4296-A405-591812B0B39D}"/>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039974999"/>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our images 2">
    <p:spTree>
      <p:nvGrpSpPr>
        <p:cNvPr id="1" name=""/>
        <p:cNvGrpSpPr/>
        <p:nvPr/>
      </p:nvGrpSpPr>
      <p:grpSpPr>
        <a:xfrm>
          <a:off x="0" y="0"/>
          <a:ext cx="0" cy="0"/>
          <a:chOff x="0" y="0"/>
          <a:chExt cx="0" cy="0"/>
        </a:xfrm>
      </p:grpSpPr>
      <p:sp>
        <p:nvSpPr>
          <p:cNvPr id="42" name="Picture Placeholder 3">
            <a:extLst>
              <a:ext uri="{FF2B5EF4-FFF2-40B4-BE49-F238E27FC236}">
                <a16:creationId xmlns:a16="http://schemas.microsoft.com/office/drawing/2014/main" id="{87ECCD5F-585C-4256-9B5B-49C97CB57375}"/>
              </a:ext>
            </a:extLst>
          </p:cNvPr>
          <p:cNvSpPr>
            <a:spLocks noGrp="1" noChangeAspect="1"/>
          </p:cNvSpPr>
          <p:nvPr>
            <p:ph type="pic" sz="quarter" idx="21" hasCustomPrompt="1"/>
          </p:nvPr>
        </p:nvSpPr>
        <p:spPr bwMode="gray">
          <a:xfrm>
            <a:off x="7233922" y="1074738"/>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41" name="Picture Placeholder 3">
            <a:extLst>
              <a:ext uri="{FF2B5EF4-FFF2-40B4-BE49-F238E27FC236}">
                <a16:creationId xmlns:a16="http://schemas.microsoft.com/office/drawing/2014/main" id="{B21D74B9-8621-4C24-8533-7BE723A60770}"/>
              </a:ext>
            </a:extLst>
          </p:cNvPr>
          <p:cNvSpPr>
            <a:spLocks noGrp="1" noChangeAspect="1"/>
          </p:cNvSpPr>
          <p:nvPr>
            <p:ph type="pic" sz="quarter" idx="20" hasCustomPrompt="1"/>
          </p:nvPr>
        </p:nvSpPr>
        <p:spPr bwMode="gray">
          <a:xfrm>
            <a:off x="5073164" y="1074738"/>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40" name="Picture Placeholder 3">
            <a:extLst>
              <a:ext uri="{FF2B5EF4-FFF2-40B4-BE49-F238E27FC236}">
                <a16:creationId xmlns:a16="http://schemas.microsoft.com/office/drawing/2014/main" id="{0084BE70-235A-4A84-BDB3-2A7C9EDFF3D1}"/>
              </a:ext>
            </a:extLst>
          </p:cNvPr>
          <p:cNvSpPr>
            <a:spLocks noGrp="1" noChangeAspect="1"/>
          </p:cNvSpPr>
          <p:nvPr>
            <p:ph type="pic" sz="quarter" idx="19" hasCustomPrompt="1"/>
          </p:nvPr>
        </p:nvSpPr>
        <p:spPr bwMode="gray">
          <a:xfrm>
            <a:off x="2865122" y="1074738"/>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4" name="Picture Placeholder 3">
            <a:extLst>
              <a:ext uri="{FF2B5EF4-FFF2-40B4-BE49-F238E27FC236}">
                <a16:creationId xmlns:a16="http://schemas.microsoft.com/office/drawing/2014/main" id="{3753AB01-8E4C-47D6-B8E3-10AC53C8EB24}"/>
              </a:ext>
            </a:extLst>
          </p:cNvPr>
          <p:cNvSpPr>
            <a:spLocks noGrp="1" noChangeAspect="1"/>
          </p:cNvSpPr>
          <p:nvPr>
            <p:ph type="pic" sz="quarter" idx="10" hasCustomPrompt="1"/>
          </p:nvPr>
        </p:nvSpPr>
        <p:spPr bwMode="gray">
          <a:xfrm>
            <a:off x="706122" y="1074738"/>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5" name="Oval 4">
            <a:extLst>
              <a:ext uri="{FF2B5EF4-FFF2-40B4-BE49-F238E27FC236}">
                <a16:creationId xmlns:a16="http://schemas.microsoft.com/office/drawing/2014/main" id="{9525D430-C43C-4729-86E5-DEA9E9E60E43}"/>
              </a:ext>
            </a:extLst>
          </p:cNvPr>
          <p:cNvSpPr>
            <a:spLocks noChangeAspect="1"/>
          </p:cNvSpPr>
          <p:nvPr userDrawn="1"/>
        </p:nvSpPr>
        <p:spPr>
          <a:xfrm>
            <a:off x="704088" y="1078992"/>
            <a:ext cx="1197864" cy="1197864"/>
          </a:xfrm>
          <a:prstGeom prst="ellipse">
            <a:avLst/>
          </a:prstGeom>
          <a:gradFill>
            <a:gsLst>
              <a:gs pos="47000">
                <a:schemeClr val="accent1">
                  <a:alpha val="0"/>
                </a:schemeClr>
              </a:gs>
              <a:gs pos="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FD6F98B-7844-403D-B366-D998D999F999}"/>
              </a:ext>
            </a:extLst>
          </p:cNvPr>
          <p:cNvSpPr>
            <a:spLocks noChangeAspect="1"/>
          </p:cNvSpPr>
          <p:nvPr userDrawn="1"/>
        </p:nvSpPr>
        <p:spPr>
          <a:xfrm>
            <a:off x="5074920" y="1078992"/>
            <a:ext cx="1197864" cy="1197864"/>
          </a:xfrm>
          <a:prstGeom prst="ellipse">
            <a:avLst/>
          </a:prstGeom>
          <a:gradFill>
            <a:gsLst>
              <a:gs pos="47000">
                <a:schemeClr val="accent2">
                  <a:alpha val="0"/>
                </a:schemeClr>
              </a:gs>
              <a:gs pos="0">
                <a:schemeClr val="accent2"/>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068B072-953A-47FF-A114-8E7D56DE298E}"/>
              </a:ext>
            </a:extLst>
          </p:cNvPr>
          <p:cNvSpPr>
            <a:spLocks noChangeAspect="1"/>
          </p:cNvSpPr>
          <p:nvPr userDrawn="1"/>
        </p:nvSpPr>
        <p:spPr>
          <a:xfrm>
            <a:off x="7232904" y="1078992"/>
            <a:ext cx="1197864" cy="1197864"/>
          </a:xfrm>
          <a:prstGeom prst="ellipse">
            <a:avLst/>
          </a:prstGeom>
          <a:gradFill>
            <a:gsLst>
              <a:gs pos="47000">
                <a:schemeClr val="accent3">
                  <a:alpha val="0"/>
                </a:schemeClr>
              </a:gs>
              <a:gs pos="0">
                <a:schemeClr val="accent3"/>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E232DF0-A5F7-42CE-A8B7-B50478ADC87D}"/>
              </a:ext>
            </a:extLst>
          </p:cNvPr>
          <p:cNvSpPr>
            <a:spLocks noChangeAspect="1"/>
          </p:cNvSpPr>
          <p:nvPr userDrawn="1"/>
        </p:nvSpPr>
        <p:spPr>
          <a:xfrm>
            <a:off x="2862072" y="1078992"/>
            <a:ext cx="1197864" cy="1197864"/>
          </a:xfrm>
          <a:prstGeom prst="ellipse">
            <a:avLst/>
          </a:prstGeom>
          <a:gradFill>
            <a:gsLst>
              <a:gs pos="47000">
                <a:schemeClr val="accent4">
                  <a:alpha val="0"/>
                </a:schemeClr>
              </a:gs>
              <a:gs pos="0">
                <a:schemeClr val="accent4"/>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C09B28-0925-453E-8BD4-72CDB513A74E}"/>
              </a:ext>
            </a:extLst>
          </p:cNvPr>
          <p:cNvSpPr>
            <a:spLocks noGrp="1"/>
          </p:cNvSpPr>
          <p:nvPr userDrawn="1">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6" name="Text Placeholder 5">
            <a:extLst>
              <a:ext uri="{FF2B5EF4-FFF2-40B4-BE49-F238E27FC236}">
                <a16:creationId xmlns:a16="http://schemas.microsoft.com/office/drawing/2014/main" id="{5745C628-C734-425D-A3FF-809A59836586}"/>
              </a:ext>
            </a:extLst>
          </p:cNvPr>
          <p:cNvSpPr>
            <a:spLocks noGrp="1"/>
          </p:cNvSpPr>
          <p:nvPr userDrawn="1">
            <p:ph type="body" sz="quarter" idx="11" hasCustomPrompt="1"/>
          </p:nvPr>
        </p:nvSpPr>
        <p:spPr bwMode="gray">
          <a:xfrm>
            <a:off x="333252" y="2721928"/>
            <a:ext cx="1956816" cy="1847088"/>
          </a:xfrm>
        </p:spPr>
        <p:txBody>
          <a:bodyPr lIns="0" tIns="0" rIns="0" bIns="0" anchor="t"/>
          <a:lstStyle>
            <a:lvl1pPr marL="0" indent="0" algn="ctr">
              <a:buNone/>
              <a:defRPr sz="1200">
                <a:latin typeface="Raleway Light" pitchFamily="2" charset="0"/>
              </a:defRPr>
            </a:lvl1pPr>
          </a:lstStyle>
          <a:p>
            <a:pPr lvl="0"/>
            <a:r>
              <a:rPr lang="en-US"/>
              <a:t>Text</a:t>
            </a:r>
          </a:p>
        </p:txBody>
      </p:sp>
      <p:sp>
        <p:nvSpPr>
          <p:cNvPr id="15" name="Text Placeholder 5">
            <a:extLst>
              <a:ext uri="{FF2B5EF4-FFF2-40B4-BE49-F238E27FC236}">
                <a16:creationId xmlns:a16="http://schemas.microsoft.com/office/drawing/2014/main" id="{C7808F05-407F-4197-BCEF-70999CAED6F0}"/>
              </a:ext>
            </a:extLst>
          </p:cNvPr>
          <p:cNvSpPr>
            <a:spLocks noGrp="1"/>
          </p:cNvSpPr>
          <p:nvPr userDrawn="1">
            <p:ph type="body" sz="quarter" idx="12" hasCustomPrompt="1"/>
          </p:nvPr>
        </p:nvSpPr>
        <p:spPr bwMode="gray">
          <a:xfrm>
            <a:off x="333252" y="2373924"/>
            <a:ext cx="1956816" cy="274320"/>
          </a:xfrm>
        </p:spPr>
        <p:txBody>
          <a:bodyPr lIns="0" tIns="0" rIns="0" bIns="0" anchor="ctr"/>
          <a:lstStyle>
            <a:lvl1pPr marL="0" indent="0" algn="ctr">
              <a:buNone/>
              <a:defRPr sz="1200">
                <a:solidFill>
                  <a:schemeClr val="accent1"/>
                </a:solidFill>
                <a:latin typeface="+mj-lt"/>
              </a:defRPr>
            </a:lvl1pPr>
          </a:lstStyle>
          <a:p>
            <a:pPr lvl="0"/>
            <a:r>
              <a:rPr lang="en-US"/>
              <a:t>Text or Name</a:t>
            </a:r>
          </a:p>
        </p:txBody>
      </p:sp>
      <p:sp>
        <p:nvSpPr>
          <p:cNvPr id="16" name="Text Placeholder 5">
            <a:extLst>
              <a:ext uri="{FF2B5EF4-FFF2-40B4-BE49-F238E27FC236}">
                <a16:creationId xmlns:a16="http://schemas.microsoft.com/office/drawing/2014/main" id="{ACD32266-B506-4017-85D4-6D3B7BFD84BB}"/>
              </a:ext>
            </a:extLst>
          </p:cNvPr>
          <p:cNvSpPr>
            <a:spLocks noGrp="1"/>
          </p:cNvSpPr>
          <p:nvPr userDrawn="1">
            <p:ph type="body" sz="quarter" idx="13" hasCustomPrompt="1"/>
          </p:nvPr>
        </p:nvSpPr>
        <p:spPr bwMode="gray">
          <a:xfrm>
            <a:off x="2504899" y="2721928"/>
            <a:ext cx="1956816" cy="1847088"/>
          </a:xfrm>
        </p:spPr>
        <p:txBody>
          <a:bodyPr lIns="0" tIns="0" rIns="0" bIns="0" anchor="t"/>
          <a:lstStyle>
            <a:lvl1pPr marL="0" indent="0" algn="ctr">
              <a:buNone/>
              <a:defRPr sz="1200">
                <a:latin typeface="Raleway Light" pitchFamily="2" charset="0"/>
              </a:defRPr>
            </a:lvl1pPr>
          </a:lstStyle>
          <a:p>
            <a:pPr lvl="0"/>
            <a:r>
              <a:rPr lang="en-US"/>
              <a:t>Text</a:t>
            </a:r>
          </a:p>
        </p:txBody>
      </p:sp>
      <p:sp>
        <p:nvSpPr>
          <p:cNvPr id="17" name="Text Placeholder 5">
            <a:extLst>
              <a:ext uri="{FF2B5EF4-FFF2-40B4-BE49-F238E27FC236}">
                <a16:creationId xmlns:a16="http://schemas.microsoft.com/office/drawing/2014/main" id="{EF3D9A09-E93B-484F-B386-63D774A061AD}"/>
              </a:ext>
            </a:extLst>
          </p:cNvPr>
          <p:cNvSpPr>
            <a:spLocks noGrp="1"/>
          </p:cNvSpPr>
          <p:nvPr userDrawn="1">
            <p:ph type="body" sz="quarter" idx="14" hasCustomPrompt="1"/>
          </p:nvPr>
        </p:nvSpPr>
        <p:spPr bwMode="gray">
          <a:xfrm>
            <a:off x="2504899" y="2373924"/>
            <a:ext cx="1956816" cy="274320"/>
          </a:xfrm>
        </p:spPr>
        <p:txBody>
          <a:bodyPr lIns="0" tIns="0" rIns="0" bIns="0" anchor="ctr"/>
          <a:lstStyle>
            <a:lvl1pPr marL="0" indent="0" algn="ctr">
              <a:buNone/>
              <a:defRPr sz="1200">
                <a:solidFill>
                  <a:schemeClr val="accent4"/>
                </a:solidFill>
                <a:latin typeface="+mj-lt"/>
              </a:defRPr>
            </a:lvl1pPr>
          </a:lstStyle>
          <a:p>
            <a:pPr lvl="0"/>
            <a:r>
              <a:rPr lang="en-US"/>
              <a:t>Text or Name</a:t>
            </a:r>
          </a:p>
        </p:txBody>
      </p:sp>
      <p:sp>
        <p:nvSpPr>
          <p:cNvPr id="18" name="Text Placeholder 5">
            <a:extLst>
              <a:ext uri="{FF2B5EF4-FFF2-40B4-BE49-F238E27FC236}">
                <a16:creationId xmlns:a16="http://schemas.microsoft.com/office/drawing/2014/main" id="{9643D738-DC84-4B6E-8D85-DB4008829909}"/>
              </a:ext>
            </a:extLst>
          </p:cNvPr>
          <p:cNvSpPr>
            <a:spLocks noGrp="1"/>
          </p:cNvSpPr>
          <p:nvPr userDrawn="1">
            <p:ph type="body" sz="quarter" idx="15" hasCustomPrompt="1"/>
          </p:nvPr>
        </p:nvSpPr>
        <p:spPr bwMode="gray">
          <a:xfrm>
            <a:off x="4676546" y="2721928"/>
            <a:ext cx="1956816" cy="1847088"/>
          </a:xfrm>
        </p:spPr>
        <p:txBody>
          <a:bodyPr lIns="0" tIns="0" rIns="0" bIns="0" anchor="t"/>
          <a:lstStyle>
            <a:lvl1pPr marL="0" indent="0" algn="ctr">
              <a:buNone/>
              <a:defRPr sz="1200">
                <a:latin typeface="Raleway Light" pitchFamily="2" charset="0"/>
              </a:defRPr>
            </a:lvl1pPr>
          </a:lstStyle>
          <a:p>
            <a:pPr lvl="0"/>
            <a:r>
              <a:rPr lang="en-US"/>
              <a:t>Text</a:t>
            </a:r>
          </a:p>
        </p:txBody>
      </p:sp>
      <p:sp>
        <p:nvSpPr>
          <p:cNvPr id="25" name="Text Placeholder 5">
            <a:extLst>
              <a:ext uri="{FF2B5EF4-FFF2-40B4-BE49-F238E27FC236}">
                <a16:creationId xmlns:a16="http://schemas.microsoft.com/office/drawing/2014/main" id="{C69CB2B6-4B44-44E8-8312-78C8DCE900DC}"/>
              </a:ext>
            </a:extLst>
          </p:cNvPr>
          <p:cNvSpPr>
            <a:spLocks noGrp="1"/>
          </p:cNvSpPr>
          <p:nvPr userDrawn="1">
            <p:ph type="body" sz="quarter" idx="16" hasCustomPrompt="1"/>
          </p:nvPr>
        </p:nvSpPr>
        <p:spPr bwMode="gray">
          <a:xfrm>
            <a:off x="4676546" y="2373924"/>
            <a:ext cx="1956816" cy="274320"/>
          </a:xfrm>
        </p:spPr>
        <p:txBody>
          <a:bodyPr lIns="0" tIns="0" rIns="0" bIns="0" anchor="ctr"/>
          <a:lstStyle>
            <a:lvl1pPr marL="0" indent="0" algn="ctr">
              <a:buNone/>
              <a:defRPr sz="1200">
                <a:solidFill>
                  <a:schemeClr val="accent2"/>
                </a:solidFill>
                <a:latin typeface="+mj-lt"/>
              </a:defRPr>
            </a:lvl1pPr>
          </a:lstStyle>
          <a:p>
            <a:pPr lvl="0"/>
            <a:r>
              <a:rPr lang="en-US"/>
              <a:t>Text or Name</a:t>
            </a:r>
          </a:p>
        </p:txBody>
      </p:sp>
      <p:sp>
        <p:nvSpPr>
          <p:cNvPr id="26" name="Text Placeholder 5">
            <a:extLst>
              <a:ext uri="{FF2B5EF4-FFF2-40B4-BE49-F238E27FC236}">
                <a16:creationId xmlns:a16="http://schemas.microsoft.com/office/drawing/2014/main" id="{F6ACF818-5DC5-469C-BD9D-38C2BED2F786}"/>
              </a:ext>
            </a:extLst>
          </p:cNvPr>
          <p:cNvSpPr>
            <a:spLocks noGrp="1"/>
          </p:cNvSpPr>
          <p:nvPr userDrawn="1">
            <p:ph type="body" sz="quarter" idx="17" hasCustomPrompt="1"/>
          </p:nvPr>
        </p:nvSpPr>
        <p:spPr bwMode="gray">
          <a:xfrm>
            <a:off x="6848192" y="2721928"/>
            <a:ext cx="1956816" cy="1847088"/>
          </a:xfrm>
        </p:spPr>
        <p:txBody>
          <a:bodyPr lIns="0" tIns="0" rIns="0" bIns="0" anchor="t"/>
          <a:lstStyle>
            <a:lvl1pPr marL="0" indent="0" algn="ctr">
              <a:buNone/>
              <a:defRPr sz="1200">
                <a:latin typeface="Raleway Light" pitchFamily="2" charset="0"/>
              </a:defRPr>
            </a:lvl1pPr>
          </a:lstStyle>
          <a:p>
            <a:pPr lvl="0"/>
            <a:r>
              <a:rPr lang="en-US"/>
              <a:t>Text</a:t>
            </a:r>
          </a:p>
        </p:txBody>
      </p:sp>
      <p:sp>
        <p:nvSpPr>
          <p:cNvPr id="27" name="Text Placeholder 5">
            <a:extLst>
              <a:ext uri="{FF2B5EF4-FFF2-40B4-BE49-F238E27FC236}">
                <a16:creationId xmlns:a16="http://schemas.microsoft.com/office/drawing/2014/main" id="{52343530-9785-4BA5-AB3D-ED1A31D4EC71}"/>
              </a:ext>
            </a:extLst>
          </p:cNvPr>
          <p:cNvSpPr>
            <a:spLocks noGrp="1"/>
          </p:cNvSpPr>
          <p:nvPr userDrawn="1">
            <p:ph type="body" sz="quarter" idx="18" hasCustomPrompt="1"/>
          </p:nvPr>
        </p:nvSpPr>
        <p:spPr bwMode="gray">
          <a:xfrm>
            <a:off x="6848192" y="2373924"/>
            <a:ext cx="1956816" cy="274320"/>
          </a:xfrm>
        </p:spPr>
        <p:txBody>
          <a:bodyPr lIns="0" tIns="0" rIns="0" bIns="0" anchor="ctr"/>
          <a:lstStyle>
            <a:lvl1pPr marL="0" indent="0" algn="ctr">
              <a:buNone/>
              <a:defRPr sz="1200">
                <a:solidFill>
                  <a:schemeClr val="accent3"/>
                </a:solidFill>
                <a:latin typeface="+mj-lt"/>
              </a:defRPr>
            </a:lvl1pPr>
          </a:lstStyle>
          <a:p>
            <a:pPr lvl="0"/>
            <a:r>
              <a:rPr lang="en-US"/>
              <a:t>Text or Name</a:t>
            </a:r>
          </a:p>
        </p:txBody>
      </p:sp>
      <p:sp>
        <p:nvSpPr>
          <p:cNvPr id="19" name="Text Placeholder 4">
            <a:extLst>
              <a:ext uri="{FF2B5EF4-FFF2-40B4-BE49-F238E27FC236}">
                <a16:creationId xmlns:a16="http://schemas.microsoft.com/office/drawing/2014/main" id="{A1F4DD1D-EEF5-4369-86E6-771BD1D13B72}"/>
              </a:ext>
            </a:extLst>
          </p:cNvPr>
          <p:cNvSpPr>
            <a:spLocks noGrp="1"/>
          </p:cNvSpPr>
          <p:nvPr>
            <p:ph type="body" sz="quarter" idx="22" hasCustomPrompt="1"/>
          </p:nvPr>
        </p:nvSpPr>
        <p:spPr>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0" name="Slide Number Placeholder 5">
            <a:extLst>
              <a:ext uri="{FF2B5EF4-FFF2-40B4-BE49-F238E27FC236}">
                <a16:creationId xmlns:a16="http://schemas.microsoft.com/office/drawing/2014/main" id="{74D4DA68-2E48-4A31-8B65-BBCAF0809078}"/>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417193899"/>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our images 3">
    <p:spTree>
      <p:nvGrpSpPr>
        <p:cNvPr id="1" name=""/>
        <p:cNvGrpSpPr/>
        <p:nvPr/>
      </p:nvGrpSpPr>
      <p:grpSpPr>
        <a:xfrm>
          <a:off x="0" y="0"/>
          <a:ext cx="0" cy="0"/>
          <a:chOff x="0" y="0"/>
          <a:chExt cx="0" cy="0"/>
        </a:xfrm>
      </p:grpSpPr>
      <p:sp>
        <p:nvSpPr>
          <p:cNvPr id="63" name="Picture Placeholder 3">
            <a:extLst>
              <a:ext uri="{FF2B5EF4-FFF2-40B4-BE49-F238E27FC236}">
                <a16:creationId xmlns:a16="http://schemas.microsoft.com/office/drawing/2014/main" id="{878B2F4C-301A-408C-8855-A7AF9EB8E00F}"/>
              </a:ext>
            </a:extLst>
          </p:cNvPr>
          <p:cNvSpPr>
            <a:spLocks noGrp="1" noChangeAspect="1"/>
          </p:cNvSpPr>
          <p:nvPr>
            <p:ph type="pic" sz="quarter" idx="21" hasCustomPrompt="1"/>
          </p:nvPr>
        </p:nvSpPr>
        <p:spPr bwMode="gray">
          <a:xfrm>
            <a:off x="7227668" y="3058256"/>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61" name="Picture Placeholder 3">
            <a:extLst>
              <a:ext uri="{FF2B5EF4-FFF2-40B4-BE49-F238E27FC236}">
                <a16:creationId xmlns:a16="http://schemas.microsoft.com/office/drawing/2014/main" id="{77537E8F-8975-4A18-9813-D10B75751278}"/>
              </a:ext>
            </a:extLst>
          </p:cNvPr>
          <p:cNvSpPr>
            <a:spLocks noGrp="1" noChangeAspect="1"/>
          </p:cNvSpPr>
          <p:nvPr>
            <p:ph type="pic" sz="quarter" idx="19" hasCustomPrompt="1"/>
          </p:nvPr>
        </p:nvSpPr>
        <p:spPr bwMode="gray">
          <a:xfrm>
            <a:off x="2884375" y="3058256"/>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62" name="Picture Placeholder 3">
            <a:extLst>
              <a:ext uri="{FF2B5EF4-FFF2-40B4-BE49-F238E27FC236}">
                <a16:creationId xmlns:a16="http://schemas.microsoft.com/office/drawing/2014/main" id="{427954B6-42E4-49AC-A8CC-2B56F6B24301}"/>
              </a:ext>
            </a:extLst>
          </p:cNvPr>
          <p:cNvSpPr>
            <a:spLocks noGrp="1" noChangeAspect="1"/>
          </p:cNvSpPr>
          <p:nvPr>
            <p:ph type="pic" sz="quarter" idx="20" hasCustomPrompt="1"/>
          </p:nvPr>
        </p:nvSpPr>
        <p:spPr bwMode="gray">
          <a:xfrm>
            <a:off x="5056022" y="1387718"/>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4" name="Picture Placeholder 3">
            <a:extLst>
              <a:ext uri="{FF2B5EF4-FFF2-40B4-BE49-F238E27FC236}">
                <a16:creationId xmlns:a16="http://schemas.microsoft.com/office/drawing/2014/main" id="{3753AB01-8E4C-47D6-B8E3-10AC53C8EB24}"/>
              </a:ext>
            </a:extLst>
          </p:cNvPr>
          <p:cNvSpPr>
            <a:spLocks noGrp="1" noChangeAspect="1"/>
          </p:cNvSpPr>
          <p:nvPr>
            <p:ph type="pic" sz="quarter" idx="10" hasCustomPrompt="1"/>
          </p:nvPr>
        </p:nvSpPr>
        <p:spPr bwMode="gray">
          <a:xfrm>
            <a:off x="712728" y="1387718"/>
            <a:ext cx="1197864" cy="1197864"/>
          </a:xfrm>
          <a:prstGeom prst="ellipse">
            <a:avLst/>
          </a:prstGeom>
        </p:spPr>
        <p:txBody>
          <a:bodyPr lIns="0" tIns="0" rIns="0" bIns="0" anchor="ctr"/>
          <a:lstStyle>
            <a:lvl1pPr marL="0" indent="0" algn="ctr">
              <a:buNone/>
              <a:defRPr sz="600">
                <a:solidFill>
                  <a:schemeClr val="tx1"/>
                </a:solidFill>
              </a:defRPr>
            </a:lvl1pPr>
          </a:lstStyle>
          <a:p>
            <a:r>
              <a:rPr lang="en-US"/>
              <a:t>Step 1: Click icon to add picture</a:t>
            </a:r>
            <a:br>
              <a:rPr lang="en-US"/>
            </a:br>
            <a:r>
              <a:rPr lang="en-US"/>
              <a:t>Step 2: Go to View &gt;&gt; Slide Master and copy the gradient shape, close the Slide Master and paste the gradient shape on top of the selected image</a:t>
            </a:r>
          </a:p>
        </p:txBody>
      </p:sp>
      <p:sp>
        <p:nvSpPr>
          <p:cNvPr id="58" name="Oval 57">
            <a:extLst>
              <a:ext uri="{FF2B5EF4-FFF2-40B4-BE49-F238E27FC236}">
                <a16:creationId xmlns:a16="http://schemas.microsoft.com/office/drawing/2014/main" id="{B59C02B8-89D8-479B-9609-A61307C54B5F}"/>
              </a:ext>
            </a:extLst>
          </p:cNvPr>
          <p:cNvSpPr>
            <a:spLocks noChangeAspect="1"/>
          </p:cNvSpPr>
          <p:nvPr/>
        </p:nvSpPr>
        <p:spPr bwMode="gray">
          <a:xfrm>
            <a:off x="7223096" y="3058256"/>
            <a:ext cx="1197864" cy="1197864"/>
          </a:xfrm>
          <a:prstGeom prst="ellipse">
            <a:avLst/>
          </a:prstGeom>
          <a:gradFill flip="none" rotWithShape="1">
            <a:gsLst>
              <a:gs pos="47000">
                <a:schemeClr val="accent3">
                  <a:alpha val="0"/>
                </a:schemeClr>
              </a:gs>
              <a:gs pos="0">
                <a:schemeClr val="accent3"/>
              </a:gs>
            </a:gsLst>
            <a:lin ang="17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800">
              <a:solidFill>
                <a:schemeClr val="bg1"/>
              </a:solidFill>
              <a:latin typeface="+mj-lt"/>
            </a:endParaRPr>
          </a:p>
        </p:txBody>
      </p:sp>
      <p:sp>
        <p:nvSpPr>
          <p:cNvPr id="50" name="Oval 49">
            <a:extLst>
              <a:ext uri="{FF2B5EF4-FFF2-40B4-BE49-F238E27FC236}">
                <a16:creationId xmlns:a16="http://schemas.microsoft.com/office/drawing/2014/main" id="{8CFCD3AC-BC13-484A-9DB6-0687ADDFA522}"/>
              </a:ext>
            </a:extLst>
          </p:cNvPr>
          <p:cNvSpPr>
            <a:spLocks noChangeAspect="1"/>
          </p:cNvSpPr>
          <p:nvPr/>
        </p:nvSpPr>
        <p:spPr bwMode="gray">
          <a:xfrm>
            <a:off x="5056632" y="1389888"/>
            <a:ext cx="1197864" cy="1197864"/>
          </a:xfrm>
          <a:prstGeom prst="ellipse">
            <a:avLst/>
          </a:prstGeom>
          <a:gradFill flip="none" rotWithShape="1">
            <a:gsLst>
              <a:gs pos="47000">
                <a:schemeClr val="accent2">
                  <a:alpha val="0"/>
                </a:schemeClr>
              </a:gs>
              <a:gs pos="0">
                <a:schemeClr val="accent2"/>
              </a:gs>
            </a:gsLst>
            <a:lin ang="17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800">
              <a:solidFill>
                <a:schemeClr val="bg1"/>
              </a:solidFill>
              <a:latin typeface="+mj-lt"/>
            </a:endParaRPr>
          </a:p>
        </p:txBody>
      </p:sp>
      <p:sp>
        <p:nvSpPr>
          <p:cNvPr id="54" name="Oval 53">
            <a:extLst>
              <a:ext uri="{FF2B5EF4-FFF2-40B4-BE49-F238E27FC236}">
                <a16:creationId xmlns:a16="http://schemas.microsoft.com/office/drawing/2014/main" id="{A0257437-5EEA-4AFD-AFBD-4160FDF4BBC1}"/>
              </a:ext>
            </a:extLst>
          </p:cNvPr>
          <p:cNvSpPr>
            <a:spLocks noChangeAspect="1"/>
          </p:cNvSpPr>
          <p:nvPr/>
        </p:nvSpPr>
        <p:spPr bwMode="gray">
          <a:xfrm>
            <a:off x="2879803" y="3058256"/>
            <a:ext cx="1197864" cy="1197864"/>
          </a:xfrm>
          <a:prstGeom prst="ellipse">
            <a:avLst/>
          </a:prstGeom>
          <a:gradFill flip="none" rotWithShape="1">
            <a:gsLst>
              <a:gs pos="47000">
                <a:schemeClr val="accent4">
                  <a:alpha val="0"/>
                </a:schemeClr>
              </a:gs>
              <a:gs pos="0">
                <a:schemeClr val="accent4"/>
              </a:gs>
            </a:gsLst>
            <a:lin ang="17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800">
              <a:solidFill>
                <a:schemeClr val="bg1"/>
              </a:solidFill>
              <a:latin typeface="+mj-lt"/>
            </a:endParaRPr>
          </a:p>
        </p:txBody>
      </p:sp>
      <p:sp>
        <p:nvSpPr>
          <p:cNvPr id="12" name="Oval 11">
            <a:extLst>
              <a:ext uri="{FF2B5EF4-FFF2-40B4-BE49-F238E27FC236}">
                <a16:creationId xmlns:a16="http://schemas.microsoft.com/office/drawing/2014/main" id="{ADACA83E-D11F-4623-9756-E043FFD2354A}"/>
              </a:ext>
            </a:extLst>
          </p:cNvPr>
          <p:cNvSpPr>
            <a:spLocks noChangeAspect="1"/>
          </p:cNvSpPr>
          <p:nvPr/>
        </p:nvSpPr>
        <p:spPr bwMode="gray">
          <a:xfrm>
            <a:off x="713232" y="1389888"/>
            <a:ext cx="1197864" cy="1197864"/>
          </a:xfrm>
          <a:prstGeom prst="ellipse">
            <a:avLst/>
          </a:prstGeom>
          <a:gradFill flip="none" rotWithShape="1">
            <a:gsLst>
              <a:gs pos="47000">
                <a:schemeClr val="accent1">
                  <a:alpha val="0"/>
                </a:schemeClr>
              </a:gs>
              <a:gs pos="0">
                <a:schemeClr val="accent1"/>
              </a:gs>
            </a:gsLst>
            <a:lin ang="17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800">
              <a:solidFill>
                <a:schemeClr val="bg1"/>
              </a:solidFill>
              <a:latin typeface="+mj-lt"/>
            </a:endParaRP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6" name="Text Placeholder 5">
            <a:extLst>
              <a:ext uri="{FF2B5EF4-FFF2-40B4-BE49-F238E27FC236}">
                <a16:creationId xmlns:a16="http://schemas.microsoft.com/office/drawing/2014/main" id="{5745C628-C734-425D-A3FF-809A59836586}"/>
              </a:ext>
            </a:extLst>
          </p:cNvPr>
          <p:cNvSpPr>
            <a:spLocks noGrp="1"/>
          </p:cNvSpPr>
          <p:nvPr>
            <p:ph type="body" sz="quarter" idx="11" hasCustomPrompt="1"/>
          </p:nvPr>
        </p:nvSpPr>
        <p:spPr bwMode="gray">
          <a:xfrm>
            <a:off x="333252" y="2668660"/>
            <a:ext cx="1956816" cy="1901952"/>
          </a:xfrm>
        </p:spPr>
        <p:txBody>
          <a:bodyPr lIns="0" tIns="0" rIns="0" bIns="0" anchor="t"/>
          <a:lstStyle>
            <a:lvl1pPr marL="0" indent="0" algn="ctr">
              <a:buNone/>
              <a:defRPr sz="1200">
                <a:latin typeface="Raleway Light" pitchFamily="2" charset="0"/>
              </a:defRPr>
            </a:lvl1pPr>
          </a:lstStyle>
          <a:p>
            <a:pPr lvl="0"/>
            <a:r>
              <a:rPr lang="en-US"/>
              <a:t>Text</a:t>
            </a:r>
          </a:p>
        </p:txBody>
      </p:sp>
      <p:sp>
        <p:nvSpPr>
          <p:cNvPr id="15" name="Text Placeholder 5">
            <a:extLst>
              <a:ext uri="{FF2B5EF4-FFF2-40B4-BE49-F238E27FC236}">
                <a16:creationId xmlns:a16="http://schemas.microsoft.com/office/drawing/2014/main" id="{C7808F05-407F-4197-BCEF-70999CAED6F0}"/>
              </a:ext>
            </a:extLst>
          </p:cNvPr>
          <p:cNvSpPr>
            <a:spLocks noGrp="1"/>
          </p:cNvSpPr>
          <p:nvPr>
            <p:ph type="body" sz="quarter" idx="12" hasCustomPrompt="1"/>
          </p:nvPr>
        </p:nvSpPr>
        <p:spPr bwMode="gray">
          <a:xfrm>
            <a:off x="333252" y="1074738"/>
            <a:ext cx="1956816" cy="228600"/>
          </a:xfrm>
        </p:spPr>
        <p:txBody>
          <a:bodyPr lIns="0" tIns="0" rIns="0" bIns="0" anchor="t"/>
          <a:lstStyle>
            <a:lvl1pPr marL="0" indent="0" algn="ctr">
              <a:buNone/>
              <a:defRPr sz="1200">
                <a:solidFill>
                  <a:schemeClr val="accent1"/>
                </a:solidFill>
                <a:latin typeface="+mj-lt"/>
              </a:defRPr>
            </a:lvl1pPr>
          </a:lstStyle>
          <a:p>
            <a:pPr lvl="0"/>
            <a:r>
              <a:rPr lang="en-US"/>
              <a:t>Text or Name</a:t>
            </a:r>
          </a:p>
        </p:txBody>
      </p:sp>
      <p:sp>
        <p:nvSpPr>
          <p:cNvPr id="43" name="Text Placeholder 5">
            <a:extLst>
              <a:ext uri="{FF2B5EF4-FFF2-40B4-BE49-F238E27FC236}">
                <a16:creationId xmlns:a16="http://schemas.microsoft.com/office/drawing/2014/main" id="{0E1A69AA-BB08-47ED-8A27-3EBD2285D3D0}"/>
              </a:ext>
            </a:extLst>
          </p:cNvPr>
          <p:cNvSpPr>
            <a:spLocks noGrp="1"/>
          </p:cNvSpPr>
          <p:nvPr>
            <p:ph type="body" sz="quarter" idx="13" hasCustomPrompt="1"/>
          </p:nvPr>
        </p:nvSpPr>
        <p:spPr bwMode="gray">
          <a:xfrm>
            <a:off x="2504899" y="1074738"/>
            <a:ext cx="1956816" cy="1901952"/>
          </a:xfrm>
        </p:spPr>
        <p:txBody>
          <a:bodyPr lIns="0" tIns="0" rIns="0" bIns="0" anchor="b"/>
          <a:lstStyle>
            <a:lvl1pPr marL="0" indent="0" algn="ctr">
              <a:buNone/>
              <a:defRPr sz="1200">
                <a:latin typeface="Raleway Light" pitchFamily="2" charset="0"/>
              </a:defRPr>
            </a:lvl1pPr>
          </a:lstStyle>
          <a:p>
            <a:pPr lvl="0"/>
            <a:r>
              <a:rPr lang="en-US"/>
              <a:t>Text</a:t>
            </a:r>
          </a:p>
        </p:txBody>
      </p:sp>
      <p:sp>
        <p:nvSpPr>
          <p:cNvPr id="44" name="Text Placeholder 5">
            <a:extLst>
              <a:ext uri="{FF2B5EF4-FFF2-40B4-BE49-F238E27FC236}">
                <a16:creationId xmlns:a16="http://schemas.microsoft.com/office/drawing/2014/main" id="{E568E458-ED09-4594-BF03-6E7B9E566220}"/>
              </a:ext>
            </a:extLst>
          </p:cNvPr>
          <p:cNvSpPr>
            <a:spLocks noGrp="1"/>
          </p:cNvSpPr>
          <p:nvPr>
            <p:ph type="body" sz="quarter" idx="14" hasCustomPrompt="1"/>
          </p:nvPr>
        </p:nvSpPr>
        <p:spPr bwMode="gray">
          <a:xfrm>
            <a:off x="4676546" y="2668660"/>
            <a:ext cx="1956816" cy="1901952"/>
          </a:xfrm>
        </p:spPr>
        <p:txBody>
          <a:bodyPr lIns="0" tIns="0" rIns="0" bIns="0" anchor="t"/>
          <a:lstStyle>
            <a:lvl1pPr marL="0" indent="0" algn="ctr">
              <a:buNone/>
              <a:defRPr sz="1200">
                <a:latin typeface="Raleway Light" pitchFamily="2" charset="0"/>
              </a:defRPr>
            </a:lvl1pPr>
          </a:lstStyle>
          <a:p>
            <a:pPr lvl="0"/>
            <a:r>
              <a:rPr lang="en-US"/>
              <a:t>Text</a:t>
            </a:r>
          </a:p>
        </p:txBody>
      </p:sp>
      <p:sp>
        <p:nvSpPr>
          <p:cNvPr id="45" name="Text Placeholder 5">
            <a:extLst>
              <a:ext uri="{FF2B5EF4-FFF2-40B4-BE49-F238E27FC236}">
                <a16:creationId xmlns:a16="http://schemas.microsoft.com/office/drawing/2014/main" id="{B164CC54-F8A7-4852-B819-D7C108DCD290}"/>
              </a:ext>
            </a:extLst>
          </p:cNvPr>
          <p:cNvSpPr>
            <a:spLocks noGrp="1"/>
          </p:cNvSpPr>
          <p:nvPr>
            <p:ph type="body" sz="quarter" idx="15" hasCustomPrompt="1"/>
          </p:nvPr>
        </p:nvSpPr>
        <p:spPr bwMode="gray">
          <a:xfrm>
            <a:off x="6848192" y="1074738"/>
            <a:ext cx="1956816" cy="1901952"/>
          </a:xfrm>
        </p:spPr>
        <p:txBody>
          <a:bodyPr lIns="0" tIns="0" rIns="0" bIns="0" anchor="b"/>
          <a:lstStyle>
            <a:lvl1pPr marL="0" indent="0" algn="ctr">
              <a:buNone/>
              <a:defRPr sz="1200">
                <a:latin typeface="Raleway Light" pitchFamily="2" charset="0"/>
              </a:defRPr>
            </a:lvl1pPr>
          </a:lstStyle>
          <a:p>
            <a:pPr lvl="0"/>
            <a:r>
              <a:rPr lang="en-US"/>
              <a:t>Text</a:t>
            </a:r>
          </a:p>
        </p:txBody>
      </p:sp>
      <p:sp>
        <p:nvSpPr>
          <p:cNvPr id="46" name="Text Placeholder 5">
            <a:extLst>
              <a:ext uri="{FF2B5EF4-FFF2-40B4-BE49-F238E27FC236}">
                <a16:creationId xmlns:a16="http://schemas.microsoft.com/office/drawing/2014/main" id="{1E3A88E7-988D-47C0-8A7F-409F5119B7F5}"/>
              </a:ext>
            </a:extLst>
          </p:cNvPr>
          <p:cNvSpPr>
            <a:spLocks noGrp="1"/>
          </p:cNvSpPr>
          <p:nvPr>
            <p:ph type="body" sz="quarter" idx="16" hasCustomPrompt="1"/>
          </p:nvPr>
        </p:nvSpPr>
        <p:spPr bwMode="gray">
          <a:xfrm>
            <a:off x="2504899" y="4342012"/>
            <a:ext cx="1956816" cy="228600"/>
          </a:xfrm>
        </p:spPr>
        <p:txBody>
          <a:bodyPr lIns="0" tIns="0" rIns="0" bIns="0" anchor="b"/>
          <a:lstStyle>
            <a:lvl1pPr marL="0" indent="0" algn="ctr">
              <a:buNone/>
              <a:defRPr sz="1200">
                <a:solidFill>
                  <a:schemeClr val="accent4"/>
                </a:solidFill>
                <a:latin typeface="+mj-lt"/>
              </a:defRPr>
            </a:lvl1pPr>
          </a:lstStyle>
          <a:p>
            <a:pPr lvl="0"/>
            <a:r>
              <a:rPr lang="en-US"/>
              <a:t>Text or Name</a:t>
            </a:r>
          </a:p>
        </p:txBody>
      </p:sp>
      <p:sp>
        <p:nvSpPr>
          <p:cNvPr id="47" name="Text Placeholder 5">
            <a:extLst>
              <a:ext uri="{FF2B5EF4-FFF2-40B4-BE49-F238E27FC236}">
                <a16:creationId xmlns:a16="http://schemas.microsoft.com/office/drawing/2014/main" id="{1FBC6CF9-7E8C-4DC5-9B67-468A5F82C02E}"/>
              </a:ext>
            </a:extLst>
          </p:cNvPr>
          <p:cNvSpPr>
            <a:spLocks noGrp="1"/>
          </p:cNvSpPr>
          <p:nvPr>
            <p:ph type="body" sz="quarter" idx="17" hasCustomPrompt="1"/>
          </p:nvPr>
        </p:nvSpPr>
        <p:spPr bwMode="gray">
          <a:xfrm>
            <a:off x="4676546" y="1074738"/>
            <a:ext cx="1956816" cy="228600"/>
          </a:xfrm>
        </p:spPr>
        <p:txBody>
          <a:bodyPr lIns="0" tIns="0" rIns="0" bIns="0" anchor="t"/>
          <a:lstStyle>
            <a:lvl1pPr marL="0" indent="0" algn="ctr">
              <a:buNone/>
              <a:defRPr sz="1200">
                <a:solidFill>
                  <a:schemeClr val="accent2"/>
                </a:solidFill>
                <a:latin typeface="+mj-lt"/>
              </a:defRPr>
            </a:lvl1pPr>
          </a:lstStyle>
          <a:p>
            <a:pPr lvl="0"/>
            <a:r>
              <a:rPr lang="en-US"/>
              <a:t>Text or Name</a:t>
            </a:r>
          </a:p>
        </p:txBody>
      </p:sp>
      <p:sp>
        <p:nvSpPr>
          <p:cNvPr id="48" name="Text Placeholder 5">
            <a:extLst>
              <a:ext uri="{FF2B5EF4-FFF2-40B4-BE49-F238E27FC236}">
                <a16:creationId xmlns:a16="http://schemas.microsoft.com/office/drawing/2014/main" id="{2C3C7B8A-741D-49C0-B7FB-F8BF4C55FBD5}"/>
              </a:ext>
            </a:extLst>
          </p:cNvPr>
          <p:cNvSpPr>
            <a:spLocks noGrp="1"/>
          </p:cNvSpPr>
          <p:nvPr>
            <p:ph type="body" sz="quarter" idx="18" hasCustomPrompt="1"/>
          </p:nvPr>
        </p:nvSpPr>
        <p:spPr bwMode="gray">
          <a:xfrm>
            <a:off x="6848192" y="4342012"/>
            <a:ext cx="1956816" cy="228600"/>
          </a:xfrm>
        </p:spPr>
        <p:txBody>
          <a:bodyPr lIns="0" tIns="0" rIns="0" bIns="0" anchor="b"/>
          <a:lstStyle>
            <a:lvl1pPr marL="0" indent="0" algn="ctr">
              <a:buNone/>
              <a:defRPr sz="1200">
                <a:solidFill>
                  <a:schemeClr val="accent3"/>
                </a:solidFill>
                <a:latin typeface="+mj-lt"/>
              </a:defRPr>
            </a:lvl1pPr>
          </a:lstStyle>
          <a:p>
            <a:pPr lvl="0"/>
            <a:r>
              <a:rPr lang="en-US"/>
              <a:t>Text or Name</a:t>
            </a:r>
          </a:p>
        </p:txBody>
      </p:sp>
      <p:sp>
        <p:nvSpPr>
          <p:cNvPr id="19" name="Text Placeholder 4">
            <a:extLst>
              <a:ext uri="{FF2B5EF4-FFF2-40B4-BE49-F238E27FC236}">
                <a16:creationId xmlns:a16="http://schemas.microsoft.com/office/drawing/2014/main" id="{B12C8930-4036-4586-BFA3-861A9E0E2D94}"/>
              </a:ext>
            </a:extLst>
          </p:cNvPr>
          <p:cNvSpPr>
            <a:spLocks noGrp="1"/>
          </p:cNvSpPr>
          <p:nvPr>
            <p:ph type="body" sz="quarter" idx="22" hasCustomPrompt="1"/>
          </p:nvPr>
        </p:nvSpPr>
        <p:spPr>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0" name="Slide Number Placeholder 5">
            <a:extLst>
              <a:ext uri="{FF2B5EF4-FFF2-40B4-BE49-F238E27FC236}">
                <a16:creationId xmlns:a16="http://schemas.microsoft.com/office/drawing/2014/main" id="{63E7CE2B-CA83-494E-A863-E1888795EFA4}"/>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984171808"/>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with 3 column">
    <p:spTree>
      <p:nvGrpSpPr>
        <p:cNvPr id="1" name=""/>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DED66E28-51A1-4EDD-9DCC-EC73859E41C7}"/>
              </a:ext>
            </a:extLst>
          </p:cNvPr>
          <p:cNvSpPr/>
          <p:nvPr userDrawn="1"/>
        </p:nvSpPr>
        <p:spPr bwMode="gray">
          <a:xfrm>
            <a:off x="6080096" y="1074738"/>
            <a:ext cx="2724912" cy="540998"/>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21" name="Rectangle: Rounded Corners 20">
            <a:extLst>
              <a:ext uri="{FF2B5EF4-FFF2-40B4-BE49-F238E27FC236}">
                <a16:creationId xmlns:a16="http://schemas.microsoft.com/office/drawing/2014/main" id="{1B1E5C47-290E-4DD8-AE0F-3D43227016A2}"/>
              </a:ext>
            </a:extLst>
          </p:cNvPr>
          <p:cNvSpPr/>
          <p:nvPr userDrawn="1"/>
        </p:nvSpPr>
        <p:spPr bwMode="gray">
          <a:xfrm>
            <a:off x="320675" y="1074738"/>
            <a:ext cx="2724912" cy="540998"/>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1"/>
              </a:solidFill>
              <a:latin typeface="+mj-lt"/>
            </a:endParaRPr>
          </a:p>
        </p:txBody>
      </p:sp>
      <p:sp>
        <p:nvSpPr>
          <p:cNvPr id="22" name="Rectangle: Rounded Corners 21">
            <a:extLst>
              <a:ext uri="{FF2B5EF4-FFF2-40B4-BE49-F238E27FC236}">
                <a16:creationId xmlns:a16="http://schemas.microsoft.com/office/drawing/2014/main" id="{7984E68D-245D-427A-865A-C7013D0986B5}"/>
              </a:ext>
            </a:extLst>
          </p:cNvPr>
          <p:cNvSpPr/>
          <p:nvPr userDrawn="1"/>
        </p:nvSpPr>
        <p:spPr bwMode="gray">
          <a:xfrm>
            <a:off x="3200386" y="1074738"/>
            <a:ext cx="2724912" cy="540998"/>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4"/>
              </a:solidFill>
              <a:latin typeface="+mj-lt"/>
            </a:endParaRPr>
          </a:p>
        </p:txBody>
      </p:sp>
      <p:sp>
        <p:nvSpPr>
          <p:cNvPr id="25" name="Text Placeholder 5">
            <a:extLst>
              <a:ext uri="{FF2B5EF4-FFF2-40B4-BE49-F238E27FC236}">
                <a16:creationId xmlns:a16="http://schemas.microsoft.com/office/drawing/2014/main" id="{8DC324A1-4EA0-4B60-8634-9BB3EA2FF481}"/>
              </a:ext>
            </a:extLst>
          </p:cNvPr>
          <p:cNvSpPr>
            <a:spLocks noGrp="1"/>
          </p:cNvSpPr>
          <p:nvPr>
            <p:ph type="body" sz="quarter" idx="23" hasCustomPrompt="1"/>
          </p:nvPr>
        </p:nvSpPr>
        <p:spPr bwMode="gray">
          <a:xfrm>
            <a:off x="320675" y="1074738"/>
            <a:ext cx="2724912" cy="539496"/>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26" name="Text Placeholder 5">
            <a:extLst>
              <a:ext uri="{FF2B5EF4-FFF2-40B4-BE49-F238E27FC236}">
                <a16:creationId xmlns:a16="http://schemas.microsoft.com/office/drawing/2014/main" id="{57EF9072-27DC-4A6B-AC6A-03E9331EFCE7}"/>
              </a:ext>
            </a:extLst>
          </p:cNvPr>
          <p:cNvSpPr>
            <a:spLocks noGrp="1"/>
          </p:cNvSpPr>
          <p:nvPr>
            <p:ph type="body" sz="quarter" idx="24" hasCustomPrompt="1"/>
          </p:nvPr>
        </p:nvSpPr>
        <p:spPr bwMode="gray">
          <a:xfrm>
            <a:off x="3200386" y="1074738"/>
            <a:ext cx="2724912" cy="539496"/>
          </a:xfrm>
        </p:spPr>
        <p:txBody>
          <a:bodyPr lIns="91440" tIns="45720" rIns="91440" bIns="45720" anchor="ctr"/>
          <a:lstStyle>
            <a:lvl1pPr marL="0" indent="0" algn="l">
              <a:buNone/>
              <a:defRPr sz="1200">
                <a:solidFill>
                  <a:schemeClr val="accent4"/>
                </a:solidFill>
                <a:latin typeface="+mj-lt"/>
              </a:defRPr>
            </a:lvl1pPr>
          </a:lstStyle>
          <a:p>
            <a:pPr lvl="0"/>
            <a:r>
              <a:rPr lang="en-US"/>
              <a:t>Title</a:t>
            </a:r>
          </a:p>
        </p:txBody>
      </p:sp>
      <p:sp>
        <p:nvSpPr>
          <p:cNvPr id="28" name="Text Placeholder 5">
            <a:extLst>
              <a:ext uri="{FF2B5EF4-FFF2-40B4-BE49-F238E27FC236}">
                <a16:creationId xmlns:a16="http://schemas.microsoft.com/office/drawing/2014/main" id="{DE29ADF8-A949-4BF8-9F98-C3A577F67A49}"/>
              </a:ext>
            </a:extLst>
          </p:cNvPr>
          <p:cNvSpPr>
            <a:spLocks noGrp="1"/>
          </p:cNvSpPr>
          <p:nvPr>
            <p:ph type="body" sz="quarter" idx="25" hasCustomPrompt="1"/>
          </p:nvPr>
        </p:nvSpPr>
        <p:spPr bwMode="gray">
          <a:xfrm>
            <a:off x="6080096" y="1074738"/>
            <a:ext cx="2724912" cy="539496"/>
          </a:xfrm>
        </p:spPr>
        <p:txBody>
          <a:bodyPr lIns="91440" tIns="45720" rIns="91440" bIns="45720" anchor="ctr"/>
          <a:lstStyle>
            <a:lvl1pPr marL="0" indent="0" algn="l">
              <a:buNone/>
              <a:defRPr sz="1200">
                <a:solidFill>
                  <a:schemeClr val="accent2"/>
                </a:solidFill>
                <a:latin typeface="+mj-lt"/>
              </a:defRPr>
            </a:lvl1pPr>
          </a:lstStyle>
          <a:p>
            <a:pPr lvl="0"/>
            <a:r>
              <a:rPr lang="en-US"/>
              <a:t>Title</a:t>
            </a: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3" name="Text Placeholder 5">
            <a:extLst>
              <a:ext uri="{FF2B5EF4-FFF2-40B4-BE49-F238E27FC236}">
                <a16:creationId xmlns:a16="http://schemas.microsoft.com/office/drawing/2014/main" id="{91329EB5-A393-461C-A77C-EDBC8F7B9F64}"/>
              </a:ext>
            </a:extLst>
          </p:cNvPr>
          <p:cNvSpPr>
            <a:spLocks noGrp="1"/>
          </p:cNvSpPr>
          <p:nvPr>
            <p:ph type="body" sz="quarter" idx="13" hasCustomPrompt="1"/>
          </p:nvPr>
        </p:nvSpPr>
        <p:spPr bwMode="gray">
          <a:xfrm>
            <a:off x="320675" y="1723292"/>
            <a:ext cx="2724912" cy="2851104"/>
          </a:xfrm>
        </p:spPr>
        <p:txBody>
          <a:bodyPr lIns="91440" tIns="45720" rIns="91440" bIns="45720" anchor="t"/>
          <a:lstStyle>
            <a:lvl1pPr marL="0" indent="0" algn="l">
              <a:buNone/>
              <a:defRPr sz="1100">
                <a:latin typeface="+mn-lt"/>
              </a:defRPr>
            </a:lvl1pPr>
          </a:lstStyle>
          <a:p>
            <a:pPr lvl="0"/>
            <a:r>
              <a:rPr lang="en-US"/>
              <a:t>Text</a:t>
            </a:r>
          </a:p>
        </p:txBody>
      </p:sp>
      <p:sp>
        <p:nvSpPr>
          <p:cNvPr id="29" name="Text Placeholder 5">
            <a:extLst>
              <a:ext uri="{FF2B5EF4-FFF2-40B4-BE49-F238E27FC236}">
                <a16:creationId xmlns:a16="http://schemas.microsoft.com/office/drawing/2014/main" id="{88337F3F-158A-4DE6-829A-FDD67407C6F1}"/>
              </a:ext>
            </a:extLst>
          </p:cNvPr>
          <p:cNvSpPr>
            <a:spLocks noGrp="1"/>
          </p:cNvSpPr>
          <p:nvPr>
            <p:ph type="body" sz="quarter" idx="26" hasCustomPrompt="1"/>
          </p:nvPr>
        </p:nvSpPr>
        <p:spPr bwMode="gray">
          <a:xfrm>
            <a:off x="3200386" y="1723292"/>
            <a:ext cx="2724912" cy="2851104"/>
          </a:xfrm>
        </p:spPr>
        <p:txBody>
          <a:bodyPr lIns="91440" tIns="45720" rIns="91440" bIns="45720" anchor="t"/>
          <a:lstStyle>
            <a:lvl1pPr marL="0" indent="0" algn="l">
              <a:buNone/>
              <a:defRPr sz="1100">
                <a:latin typeface="+mn-lt"/>
              </a:defRPr>
            </a:lvl1pPr>
          </a:lstStyle>
          <a:p>
            <a:pPr lvl="0"/>
            <a:r>
              <a:rPr lang="en-US"/>
              <a:t>Text</a:t>
            </a:r>
          </a:p>
        </p:txBody>
      </p:sp>
      <p:sp>
        <p:nvSpPr>
          <p:cNvPr id="31" name="Text Placeholder 5">
            <a:extLst>
              <a:ext uri="{FF2B5EF4-FFF2-40B4-BE49-F238E27FC236}">
                <a16:creationId xmlns:a16="http://schemas.microsoft.com/office/drawing/2014/main" id="{A4016478-8F60-49D5-810D-2850AB8FF90C}"/>
              </a:ext>
            </a:extLst>
          </p:cNvPr>
          <p:cNvSpPr>
            <a:spLocks noGrp="1"/>
          </p:cNvSpPr>
          <p:nvPr>
            <p:ph type="body" sz="quarter" idx="28" hasCustomPrompt="1"/>
          </p:nvPr>
        </p:nvSpPr>
        <p:spPr bwMode="gray">
          <a:xfrm>
            <a:off x="6080096" y="1723292"/>
            <a:ext cx="2724912" cy="2851104"/>
          </a:xfrm>
        </p:spPr>
        <p:txBody>
          <a:bodyPr lIns="91440" tIns="45720" rIns="91440" bIns="45720" anchor="t"/>
          <a:lstStyle>
            <a:lvl1pPr marL="0" indent="0" algn="l">
              <a:buNone/>
              <a:defRPr sz="1100">
                <a:latin typeface="+mn-lt"/>
              </a:defRPr>
            </a:lvl1pPr>
          </a:lstStyle>
          <a:p>
            <a:pPr lvl="0"/>
            <a:r>
              <a:rPr lang="en-US"/>
              <a:t>Text</a:t>
            </a:r>
          </a:p>
        </p:txBody>
      </p:sp>
      <p:sp>
        <p:nvSpPr>
          <p:cNvPr id="13" name="Slide Number Placeholder 5">
            <a:extLst>
              <a:ext uri="{FF2B5EF4-FFF2-40B4-BE49-F238E27FC236}">
                <a16:creationId xmlns:a16="http://schemas.microsoft.com/office/drawing/2014/main" id="{58A56DDF-F270-4C9E-ABAE-942802AB58D0}"/>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464745702"/>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with 4 column">
    <p:spTree>
      <p:nvGrpSpPr>
        <p:cNvPr id="1" name=""/>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1B1E5C47-290E-4DD8-AE0F-3D43227016A2}"/>
              </a:ext>
            </a:extLst>
          </p:cNvPr>
          <p:cNvSpPr/>
          <p:nvPr userDrawn="1"/>
        </p:nvSpPr>
        <p:spPr bwMode="gray">
          <a:xfrm>
            <a:off x="320675" y="1074738"/>
            <a:ext cx="2029968" cy="540998"/>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1"/>
              </a:solidFill>
              <a:latin typeface="+mj-lt"/>
            </a:endParaRPr>
          </a:p>
        </p:txBody>
      </p:sp>
      <p:sp>
        <p:nvSpPr>
          <p:cNvPr id="22" name="Rectangle: Rounded Corners 21">
            <a:extLst>
              <a:ext uri="{FF2B5EF4-FFF2-40B4-BE49-F238E27FC236}">
                <a16:creationId xmlns:a16="http://schemas.microsoft.com/office/drawing/2014/main" id="{7984E68D-245D-427A-865A-C7013D0986B5}"/>
              </a:ext>
            </a:extLst>
          </p:cNvPr>
          <p:cNvSpPr/>
          <p:nvPr userDrawn="1"/>
        </p:nvSpPr>
        <p:spPr bwMode="gray">
          <a:xfrm>
            <a:off x="2472130" y="1074738"/>
            <a:ext cx="2029968" cy="540998"/>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4"/>
              </a:solidFill>
              <a:latin typeface="+mj-lt"/>
            </a:endParaRPr>
          </a:p>
        </p:txBody>
      </p:sp>
      <p:sp>
        <p:nvSpPr>
          <p:cNvPr id="27" name="Rectangle: Rounded Corners 26">
            <a:extLst>
              <a:ext uri="{FF2B5EF4-FFF2-40B4-BE49-F238E27FC236}">
                <a16:creationId xmlns:a16="http://schemas.microsoft.com/office/drawing/2014/main" id="{DED66E28-51A1-4EDD-9DCC-EC73859E41C7}"/>
              </a:ext>
            </a:extLst>
          </p:cNvPr>
          <p:cNvSpPr/>
          <p:nvPr userDrawn="1"/>
        </p:nvSpPr>
        <p:spPr bwMode="gray">
          <a:xfrm>
            <a:off x="4623585" y="1074738"/>
            <a:ext cx="2029968" cy="540998"/>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16" name="Rectangle: Rounded Corners 15">
            <a:extLst>
              <a:ext uri="{FF2B5EF4-FFF2-40B4-BE49-F238E27FC236}">
                <a16:creationId xmlns:a16="http://schemas.microsoft.com/office/drawing/2014/main" id="{40882BC4-5797-4DD0-AB8A-F46290A4A2A0}"/>
              </a:ext>
            </a:extLst>
          </p:cNvPr>
          <p:cNvSpPr/>
          <p:nvPr userDrawn="1"/>
        </p:nvSpPr>
        <p:spPr bwMode="gray">
          <a:xfrm>
            <a:off x="6775040" y="1074738"/>
            <a:ext cx="2029968" cy="540998"/>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25" name="Text Placeholder 5">
            <a:extLst>
              <a:ext uri="{FF2B5EF4-FFF2-40B4-BE49-F238E27FC236}">
                <a16:creationId xmlns:a16="http://schemas.microsoft.com/office/drawing/2014/main" id="{8DC324A1-4EA0-4B60-8634-9BB3EA2FF481}"/>
              </a:ext>
            </a:extLst>
          </p:cNvPr>
          <p:cNvSpPr>
            <a:spLocks noGrp="1"/>
          </p:cNvSpPr>
          <p:nvPr>
            <p:ph type="body" sz="quarter" idx="23" hasCustomPrompt="1"/>
          </p:nvPr>
        </p:nvSpPr>
        <p:spPr bwMode="gray">
          <a:xfrm>
            <a:off x="320675" y="1074738"/>
            <a:ext cx="2029968" cy="539496"/>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26" name="Text Placeholder 5">
            <a:extLst>
              <a:ext uri="{FF2B5EF4-FFF2-40B4-BE49-F238E27FC236}">
                <a16:creationId xmlns:a16="http://schemas.microsoft.com/office/drawing/2014/main" id="{57EF9072-27DC-4A6B-AC6A-03E9331EFCE7}"/>
              </a:ext>
            </a:extLst>
          </p:cNvPr>
          <p:cNvSpPr>
            <a:spLocks noGrp="1"/>
          </p:cNvSpPr>
          <p:nvPr>
            <p:ph type="body" sz="quarter" idx="24" hasCustomPrompt="1"/>
          </p:nvPr>
        </p:nvSpPr>
        <p:spPr bwMode="gray">
          <a:xfrm>
            <a:off x="2472130" y="1074738"/>
            <a:ext cx="2029968" cy="539496"/>
          </a:xfrm>
        </p:spPr>
        <p:txBody>
          <a:bodyPr lIns="91440" tIns="45720" rIns="91440" bIns="45720" anchor="ctr"/>
          <a:lstStyle>
            <a:lvl1pPr marL="0" indent="0" algn="l">
              <a:buNone/>
              <a:defRPr sz="1200">
                <a:solidFill>
                  <a:schemeClr val="accent4"/>
                </a:solidFill>
                <a:latin typeface="+mj-lt"/>
              </a:defRPr>
            </a:lvl1pPr>
          </a:lstStyle>
          <a:p>
            <a:pPr lvl="0"/>
            <a:r>
              <a:rPr lang="en-US"/>
              <a:t>Title</a:t>
            </a:r>
          </a:p>
        </p:txBody>
      </p:sp>
      <p:sp>
        <p:nvSpPr>
          <p:cNvPr id="28" name="Text Placeholder 5">
            <a:extLst>
              <a:ext uri="{FF2B5EF4-FFF2-40B4-BE49-F238E27FC236}">
                <a16:creationId xmlns:a16="http://schemas.microsoft.com/office/drawing/2014/main" id="{DE29ADF8-A949-4BF8-9F98-C3A577F67A49}"/>
              </a:ext>
            </a:extLst>
          </p:cNvPr>
          <p:cNvSpPr>
            <a:spLocks noGrp="1"/>
          </p:cNvSpPr>
          <p:nvPr>
            <p:ph type="body" sz="quarter" idx="25" hasCustomPrompt="1"/>
          </p:nvPr>
        </p:nvSpPr>
        <p:spPr bwMode="gray">
          <a:xfrm>
            <a:off x="4623585" y="1074738"/>
            <a:ext cx="2029968" cy="539496"/>
          </a:xfrm>
        </p:spPr>
        <p:txBody>
          <a:bodyPr lIns="91440" tIns="45720" rIns="91440" bIns="45720" anchor="ctr"/>
          <a:lstStyle>
            <a:lvl1pPr marL="0" indent="0" algn="l">
              <a:buNone/>
              <a:defRPr sz="1200">
                <a:solidFill>
                  <a:schemeClr val="accent2"/>
                </a:solidFill>
                <a:latin typeface="+mj-lt"/>
              </a:defRPr>
            </a:lvl1pPr>
          </a:lstStyle>
          <a:p>
            <a:pPr lvl="0"/>
            <a:r>
              <a:rPr lang="en-US"/>
              <a:t>Title</a:t>
            </a:r>
          </a:p>
        </p:txBody>
      </p:sp>
      <p:sp>
        <p:nvSpPr>
          <p:cNvPr id="17" name="Text Placeholder 5">
            <a:extLst>
              <a:ext uri="{FF2B5EF4-FFF2-40B4-BE49-F238E27FC236}">
                <a16:creationId xmlns:a16="http://schemas.microsoft.com/office/drawing/2014/main" id="{3890DA71-057A-40D0-8945-E35FA005F45D}"/>
              </a:ext>
            </a:extLst>
          </p:cNvPr>
          <p:cNvSpPr>
            <a:spLocks noGrp="1"/>
          </p:cNvSpPr>
          <p:nvPr>
            <p:ph type="body" sz="quarter" idx="30" hasCustomPrompt="1"/>
          </p:nvPr>
        </p:nvSpPr>
        <p:spPr bwMode="gray">
          <a:xfrm>
            <a:off x="6775040" y="1074738"/>
            <a:ext cx="2029968" cy="539496"/>
          </a:xfrm>
        </p:spPr>
        <p:txBody>
          <a:bodyPr lIns="91440" tIns="45720" rIns="91440" bIns="45720" anchor="ctr"/>
          <a:lstStyle>
            <a:lvl1pPr marL="0" indent="0" algn="l">
              <a:buNone/>
              <a:defRPr sz="1200">
                <a:solidFill>
                  <a:schemeClr val="accent3"/>
                </a:solidFill>
                <a:latin typeface="+mj-lt"/>
              </a:defRPr>
            </a:lvl1pPr>
          </a:lstStyle>
          <a:p>
            <a:pPr lvl="0"/>
            <a:r>
              <a:rPr lang="en-US"/>
              <a:t>Title</a:t>
            </a: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3" name="Text Placeholder 5">
            <a:extLst>
              <a:ext uri="{FF2B5EF4-FFF2-40B4-BE49-F238E27FC236}">
                <a16:creationId xmlns:a16="http://schemas.microsoft.com/office/drawing/2014/main" id="{91329EB5-A393-461C-A77C-EDBC8F7B9F64}"/>
              </a:ext>
            </a:extLst>
          </p:cNvPr>
          <p:cNvSpPr>
            <a:spLocks noGrp="1"/>
          </p:cNvSpPr>
          <p:nvPr>
            <p:ph type="body" sz="quarter" idx="13" hasCustomPrompt="1"/>
          </p:nvPr>
        </p:nvSpPr>
        <p:spPr bwMode="gray">
          <a:xfrm>
            <a:off x="320675" y="1723292"/>
            <a:ext cx="2029968" cy="2851104"/>
          </a:xfrm>
        </p:spPr>
        <p:txBody>
          <a:bodyPr lIns="91440" tIns="45720" rIns="91440" bIns="45720" anchor="t"/>
          <a:lstStyle>
            <a:lvl1pPr marL="0" indent="0" algn="l">
              <a:buNone/>
              <a:defRPr sz="1100">
                <a:latin typeface="+mn-lt"/>
              </a:defRPr>
            </a:lvl1pPr>
          </a:lstStyle>
          <a:p>
            <a:pPr lvl="0"/>
            <a:r>
              <a:rPr lang="en-US"/>
              <a:t>Text</a:t>
            </a:r>
          </a:p>
        </p:txBody>
      </p:sp>
      <p:sp>
        <p:nvSpPr>
          <p:cNvPr id="29" name="Text Placeholder 5">
            <a:extLst>
              <a:ext uri="{FF2B5EF4-FFF2-40B4-BE49-F238E27FC236}">
                <a16:creationId xmlns:a16="http://schemas.microsoft.com/office/drawing/2014/main" id="{88337F3F-158A-4DE6-829A-FDD67407C6F1}"/>
              </a:ext>
            </a:extLst>
          </p:cNvPr>
          <p:cNvSpPr>
            <a:spLocks noGrp="1"/>
          </p:cNvSpPr>
          <p:nvPr>
            <p:ph type="body" sz="quarter" idx="26" hasCustomPrompt="1"/>
          </p:nvPr>
        </p:nvSpPr>
        <p:spPr bwMode="gray">
          <a:xfrm>
            <a:off x="2472130" y="1723292"/>
            <a:ext cx="2029968" cy="2851104"/>
          </a:xfrm>
        </p:spPr>
        <p:txBody>
          <a:bodyPr lIns="91440" tIns="45720" rIns="91440" bIns="45720" anchor="t"/>
          <a:lstStyle>
            <a:lvl1pPr marL="0" indent="0" algn="l">
              <a:buNone/>
              <a:defRPr sz="1100">
                <a:latin typeface="+mn-lt"/>
              </a:defRPr>
            </a:lvl1pPr>
          </a:lstStyle>
          <a:p>
            <a:pPr lvl="0"/>
            <a:r>
              <a:rPr lang="en-US"/>
              <a:t>Text</a:t>
            </a:r>
          </a:p>
        </p:txBody>
      </p:sp>
      <p:sp>
        <p:nvSpPr>
          <p:cNvPr id="14" name="Text Placeholder 5">
            <a:extLst>
              <a:ext uri="{FF2B5EF4-FFF2-40B4-BE49-F238E27FC236}">
                <a16:creationId xmlns:a16="http://schemas.microsoft.com/office/drawing/2014/main" id="{FAB5558D-85E7-455F-8197-2348C0C6BDA7}"/>
              </a:ext>
            </a:extLst>
          </p:cNvPr>
          <p:cNvSpPr>
            <a:spLocks noGrp="1"/>
          </p:cNvSpPr>
          <p:nvPr>
            <p:ph type="body" sz="quarter" idx="28" hasCustomPrompt="1"/>
          </p:nvPr>
        </p:nvSpPr>
        <p:spPr bwMode="gray">
          <a:xfrm>
            <a:off x="4623585" y="1723292"/>
            <a:ext cx="2029968" cy="2851104"/>
          </a:xfrm>
        </p:spPr>
        <p:txBody>
          <a:bodyPr lIns="91440" tIns="45720" rIns="91440" bIns="45720" anchor="t"/>
          <a:lstStyle>
            <a:lvl1pPr marL="0" indent="0" algn="l">
              <a:buNone/>
              <a:defRPr sz="1100">
                <a:latin typeface="+mn-lt"/>
              </a:defRPr>
            </a:lvl1pPr>
          </a:lstStyle>
          <a:p>
            <a:pPr lvl="0"/>
            <a:r>
              <a:rPr lang="en-US"/>
              <a:t>Text</a:t>
            </a:r>
          </a:p>
        </p:txBody>
      </p:sp>
      <p:sp>
        <p:nvSpPr>
          <p:cNvPr id="18" name="Text Placeholder 5">
            <a:extLst>
              <a:ext uri="{FF2B5EF4-FFF2-40B4-BE49-F238E27FC236}">
                <a16:creationId xmlns:a16="http://schemas.microsoft.com/office/drawing/2014/main" id="{30E329C1-D403-47DC-9799-C5143A308349}"/>
              </a:ext>
            </a:extLst>
          </p:cNvPr>
          <p:cNvSpPr>
            <a:spLocks noGrp="1"/>
          </p:cNvSpPr>
          <p:nvPr>
            <p:ph type="body" sz="quarter" idx="31" hasCustomPrompt="1"/>
          </p:nvPr>
        </p:nvSpPr>
        <p:spPr bwMode="gray">
          <a:xfrm>
            <a:off x="6775040" y="1723292"/>
            <a:ext cx="2029968" cy="2851104"/>
          </a:xfrm>
        </p:spPr>
        <p:txBody>
          <a:bodyPr lIns="91440" tIns="45720" rIns="91440" bIns="45720" anchor="t"/>
          <a:lstStyle>
            <a:lvl1pPr marL="0" indent="0" algn="l">
              <a:buNone/>
              <a:defRPr sz="1100">
                <a:latin typeface="+mn-lt"/>
              </a:defRPr>
            </a:lvl1pPr>
          </a:lstStyle>
          <a:p>
            <a:pPr lvl="0"/>
            <a:r>
              <a:rPr lang="en-US"/>
              <a:t>Text</a:t>
            </a:r>
          </a:p>
        </p:txBody>
      </p:sp>
      <p:sp>
        <p:nvSpPr>
          <p:cNvPr id="20" name="Slide Number Placeholder 5">
            <a:extLst>
              <a:ext uri="{FF2B5EF4-FFF2-40B4-BE49-F238E27FC236}">
                <a16:creationId xmlns:a16="http://schemas.microsoft.com/office/drawing/2014/main" id="{05787608-90FB-4677-9714-98D664C264E7}"/>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898056944"/>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with 5 column">
    <p:spTree>
      <p:nvGrpSpPr>
        <p:cNvPr id="1" name=""/>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1B1E5C47-290E-4DD8-AE0F-3D43227016A2}"/>
              </a:ext>
            </a:extLst>
          </p:cNvPr>
          <p:cNvSpPr/>
          <p:nvPr userDrawn="1"/>
        </p:nvSpPr>
        <p:spPr bwMode="gray">
          <a:xfrm>
            <a:off x="320675" y="1074738"/>
            <a:ext cx="1609344" cy="540998"/>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1"/>
              </a:solidFill>
              <a:latin typeface="+mj-lt"/>
            </a:endParaRPr>
          </a:p>
        </p:txBody>
      </p:sp>
      <p:sp>
        <p:nvSpPr>
          <p:cNvPr id="25" name="Text Placeholder 5">
            <a:extLst>
              <a:ext uri="{FF2B5EF4-FFF2-40B4-BE49-F238E27FC236}">
                <a16:creationId xmlns:a16="http://schemas.microsoft.com/office/drawing/2014/main" id="{8DC324A1-4EA0-4B60-8634-9BB3EA2FF481}"/>
              </a:ext>
            </a:extLst>
          </p:cNvPr>
          <p:cNvSpPr>
            <a:spLocks noGrp="1"/>
          </p:cNvSpPr>
          <p:nvPr>
            <p:ph type="body" sz="quarter" idx="23" hasCustomPrompt="1"/>
          </p:nvPr>
        </p:nvSpPr>
        <p:spPr bwMode="gray">
          <a:xfrm>
            <a:off x="320675" y="1074738"/>
            <a:ext cx="1609344" cy="539496"/>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27" name="Rectangle: Rounded Corners 26">
            <a:extLst>
              <a:ext uri="{FF2B5EF4-FFF2-40B4-BE49-F238E27FC236}">
                <a16:creationId xmlns:a16="http://schemas.microsoft.com/office/drawing/2014/main" id="{DED66E28-51A1-4EDD-9DCC-EC73859E41C7}"/>
              </a:ext>
            </a:extLst>
          </p:cNvPr>
          <p:cNvSpPr/>
          <p:nvPr userDrawn="1"/>
        </p:nvSpPr>
        <p:spPr bwMode="gray">
          <a:xfrm>
            <a:off x="3758169" y="1074738"/>
            <a:ext cx="1609344" cy="540998"/>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22" name="Rectangle: Rounded Corners 21">
            <a:extLst>
              <a:ext uri="{FF2B5EF4-FFF2-40B4-BE49-F238E27FC236}">
                <a16:creationId xmlns:a16="http://schemas.microsoft.com/office/drawing/2014/main" id="{7984E68D-245D-427A-865A-C7013D0986B5}"/>
              </a:ext>
            </a:extLst>
          </p:cNvPr>
          <p:cNvSpPr/>
          <p:nvPr userDrawn="1"/>
        </p:nvSpPr>
        <p:spPr bwMode="gray">
          <a:xfrm>
            <a:off x="2039422" y="1074738"/>
            <a:ext cx="1609344" cy="540998"/>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4"/>
              </a:solidFill>
              <a:latin typeface="+mj-lt"/>
            </a:endParaRPr>
          </a:p>
        </p:txBody>
      </p:sp>
      <p:sp>
        <p:nvSpPr>
          <p:cNvPr id="16" name="Rectangle: Rounded Corners 15">
            <a:extLst>
              <a:ext uri="{FF2B5EF4-FFF2-40B4-BE49-F238E27FC236}">
                <a16:creationId xmlns:a16="http://schemas.microsoft.com/office/drawing/2014/main" id="{40882BC4-5797-4DD0-AB8A-F46290A4A2A0}"/>
              </a:ext>
            </a:extLst>
          </p:cNvPr>
          <p:cNvSpPr/>
          <p:nvPr userDrawn="1"/>
        </p:nvSpPr>
        <p:spPr bwMode="gray">
          <a:xfrm>
            <a:off x="7195664" y="1074738"/>
            <a:ext cx="1609344" cy="540998"/>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30" name="Rectangle: Rounded Corners 29">
            <a:extLst>
              <a:ext uri="{FF2B5EF4-FFF2-40B4-BE49-F238E27FC236}">
                <a16:creationId xmlns:a16="http://schemas.microsoft.com/office/drawing/2014/main" id="{89A430DB-9AC6-4124-9F1D-3E09ED198280}"/>
              </a:ext>
            </a:extLst>
          </p:cNvPr>
          <p:cNvSpPr/>
          <p:nvPr userDrawn="1"/>
        </p:nvSpPr>
        <p:spPr bwMode="gray">
          <a:xfrm>
            <a:off x="5476916" y="1074738"/>
            <a:ext cx="1609344" cy="540998"/>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26" name="Text Placeholder 5">
            <a:extLst>
              <a:ext uri="{FF2B5EF4-FFF2-40B4-BE49-F238E27FC236}">
                <a16:creationId xmlns:a16="http://schemas.microsoft.com/office/drawing/2014/main" id="{57EF9072-27DC-4A6B-AC6A-03E9331EFCE7}"/>
              </a:ext>
            </a:extLst>
          </p:cNvPr>
          <p:cNvSpPr>
            <a:spLocks noGrp="1"/>
          </p:cNvSpPr>
          <p:nvPr>
            <p:ph type="body" sz="quarter" idx="24" hasCustomPrompt="1"/>
          </p:nvPr>
        </p:nvSpPr>
        <p:spPr bwMode="gray">
          <a:xfrm>
            <a:off x="2039422" y="1074738"/>
            <a:ext cx="1609344" cy="539496"/>
          </a:xfrm>
        </p:spPr>
        <p:txBody>
          <a:bodyPr lIns="91440" tIns="45720" rIns="91440" bIns="45720" anchor="ctr"/>
          <a:lstStyle>
            <a:lvl1pPr marL="0" indent="0" algn="l">
              <a:buNone/>
              <a:defRPr sz="1200">
                <a:solidFill>
                  <a:schemeClr val="accent4"/>
                </a:solidFill>
                <a:latin typeface="+mj-lt"/>
              </a:defRPr>
            </a:lvl1pPr>
          </a:lstStyle>
          <a:p>
            <a:pPr lvl="0"/>
            <a:r>
              <a:rPr lang="en-US"/>
              <a:t>Title</a:t>
            </a:r>
          </a:p>
        </p:txBody>
      </p:sp>
      <p:sp>
        <p:nvSpPr>
          <p:cNvPr id="28" name="Text Placeholder 5">
            <a:extLst>
              <a:ext uri="{FF2B5EF4-FFF2-40B4-BE49-F238E27FC236}">
                <a16:creationId xmlns:a16="http://schemas.microsoft.com/office/drawing/2014/main" id="{DE29ADF8-A949-4BF8-9F98-C3A577F67A49}"/>
              </a:ext>
            </a:extLst>
          </p:cNvPr>
          <p:cNvSpPr>
            <a:spLocks noGrp="1"/>
          </p:cNvSpPr>
          <p:nvPr>
            <p:ph type="body" sz="quarter" idx="25" hasCustomPrompt="1"/>
          </p:nvPr>
        </p:nvSpPr>
        <p:spPr bwMode="gray">
          <a:xfrm>
            <a:off x="3758169" y="1074738"/>
            <a:ext cx="1609344" cy="539496"/>
          </a:xfrm>
        </p:spPr>
        <p:txBody>
          <a:bodyPr lIns="91440" tIns="45720" rIns="91440" bIns="45720" anchor="ctr"/>
          <a:lstStyle>
            <a:lvl1pPr marL="0" indent="0" algn="l">
              <a:buNone/>
              <a:defRPr sz="1200">
                <a:solidFill>
                  <a:schemeClr val="accent2"/>
                </a:solidFill>
                <a:latin typeface="+mj-lt"/>
              </a:defRPr>
            </a:lvl1pPr>
          </a:lstStyle>
          <a:p>
            <a:pPr lvl="0"/>
            <a:r>
              <a:rPr lang="en-US"/>
              <a:t>Title</a:t>
            </a:r>
          </a:p>
        </p:txBody>
      </p:sp>
      <p:sp>
        <p:nvSpPr>
          <p:cNvPr id="17" name="Text Placeholder 5">
            <a:extLst>
              <a:ext uri="{FF2B5EF4-FFF2-40B4-BE49-F238E27FC236}">
                <a16:creationId xmlns:a16="http://schemas.microsoft.com/office/drawing/2014/main" id="{3890DA71-057A-40D0-8945-E35FA005F45D}"/>
              </a:ext>
            </a:extLst>
          </p:cNvPr>
          <p:cNvSpPr>
            <a:spLocks noGrp="1"/>
          </p:cNvSpPr>
          <p:nvPr>
            <p:ph type="body" sz="quarter" idx="30" hasCustomPrompt="1"/>
          </p:nvPr>
        </p:nvSpPr>
        <p:spPr bwMode="gray">
          <a:xfrm>
            <a:off x="5476916" y="1074738"/>
            <a:ext cx="1609344" cy="539496"/>
          </a:xfrm>
        </p:spPr>
        <p:txBody>
          <a:bodyPr lIns="91440" tIns="45720" rIns="91440" bIns="45720" anchor="ctr"/>
          <a:lstStyle>
            <a:lvl1pPr marL="0" indent="0" algn="l">
              <a:buNone/>
              <a:defRPr sz="1200">
                <a:solidFill>
                  <a:schemeClr val="accent3"/>
                </a:solidFill>
                <a:latin typeface="+mj-lt"/>
              </a:defRPr>
            </a:lvl1pPr>
          </a:lstStyle>
          <a:p>
            <a:pPr lvl="0"/>
            <a:r>
              <a:rPr lang="en-US"/>
              <a:t>Title</a:t>
            </a:r>
          </a:p>
        </p:txBody>
      </p:sp>
      <p:sp>
        <p:nvSpPr>
          <p:cNvPr id="18" name="Text Placeholder 5">
            <a:extLst>
              <a:ext uri="{FF2B5EF4-FFF2-40B4-BE49-F238E27FC236}">
                <a16:creationId xmlns:a16="http://schemas.microsoft.com/office/drawing/2014/main" id="{4348901D-A737-400F-9AEA-C80A37435537}"/>
              </a:ext>
            </a:extLst>
          </p:cNvPr>
          <p:cNvSpPr>
            <a:spLocks noGrp="1"/>
          </p:cNvSpPr>
          <p:nvPr>
            <p:ph type="body" sz="quarter" idx="31" hasCustomPrompt="1"/>
          </p:nvPr>
        </p:nvSpPr>
        <p:spPr bwMode="gray">
          <a:xfrm>
            <a:off x="7195664" y="1074738"/>
            <a:ext cx="1609344" cy="539496"/>
          </a:xfrm>
        </p:spPr>
        <p:txBody>
          <a:bodyPr lIns="91440" tIns="45720" rIns="91440" bIns="45720" anchor="ctr"/>
          <a:lstStyle>
            <a:lvl1pPr marL="0" indent="0" algn="l">
              <a:buNone/>
              <a:defRPr sz="1200">
                <a:solidFill>
                  <a:schemeClr val="accent5"/>
                </a:solidFill>
                <a:latin typeface="+mj-lt"/>
              </a:defRPr>
            </a:lvl1pPr>
          </a:lstStyle>
          <a:p>
            <a:pPr lvl="0"/>
            <a:r>
              <a:rPr lang="en-US"/>
              <a:t>Title</a:t>
            </a: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3" name="Text Placeholder 5">
            <a:extLst>
              <a:ext uri="{FF2B5EF4-FFF2-40B4-BE49-F238E27FC236}">
                <a16:creationId xmlns:a16="http://schemas.microsoft.com/office/drawing/2014/main" id="{91329EB5-A393-461C-A77C-EDBC8F7B9F64}"/>
              </a:ext>
            </a:extLst>
          </p:cNvPr>
          <p:cNvSpPr>
            <a:spLocks noGrp="1"/>
          </p:cNvSpPr>
          <p:nvPr>
            <p:ph type="body" sz="quarter" idx="13" hasCustomPrompt="1"/>
          </p:nvPr>
        </p:nvSpPr>
        <p:spPr bwMode="gray">
          <a:xfrm>
            <a:off x="320675" y="1723292"/>
            <a:ext cx="1609344" cy="2851104"/>
          </a:xfrm>
        </p:spPr>
        <p:txBody>
          <a:bodyPr lIns="91440" tIns="45720" rIns="91440" bIns="45720" anchor="t"/>
          <a:lstStyle>
            <a:lvl1pPr marL="0" indent="0" algn="l">
              <a:buNone/>
              <a:defRPr sz="1100">
                <a:latin typeface="+mn-lt"/>
              </a:defRPr>
            </a:lvl1pPr>
          </a:lstStyle>
          <a:p>
            <a:pPr lvl="0"/>
            <a:r>
              <a:rPr lang="en-US"/>
              <a:t>Text</a:t>
            </a:r>
          </a:p>
        </p:txBody>
      </p:sp>
      <p:sp>
        <p:nvSpPr>
          <p:cNvPr id="29" name="Text Placeholder 5">
            <a:extLst>
              <a:ext uri="{FF2B5EF4-FFF2-40B4-BE49-F238E27FC236}">
                <a16:creationId xmlns:a16="http://schemas.microsoft.com/office/drawing/2014/main" id="{88337F3F-158A-4DE6-829A-FDD67407C6F1}"/>
              </a:ext>
            </a:extLst>
          </p:cNvPr>
          <p:cNvSpPr>
            <a:spLocks noGrp="1"/>
          </p:cNvSpPr>
          <p:nvPr>
            <p:ph type="body" sz="quarter" idx="26" hasCustomPrompt="1"/>
          </p:nvPr>
        </p:nvSpPr>
        <p:spPr bwMode="gray">
          <a:xfrm>
            <a:off x="2039422" y="1723292"/>
            <a:ext cx="1609344" cy="2851104"/>
          </a:xfrm>
        </p:spPr>
        <p:txBody>
          <a:bodyPr lIns="91440" tIns="45720" rIns="91440" bIns="45720" anchor="t"/>
          <a:lstStyle>
            <a:lvl1pPr marL="0" indent="0" algn="l">
              <a:buNone/>
              <a:defRPr sz="1100">
                <a:latin typeface="+mn-lt"/>
              </a:defRPr>
            </a:lvl1pPr>
          </a:lstStyle>
          <a:p>
            <a:pPr lvl="0"/>
            <a:r>
              <a:rPr lang="en-US"/>
              <a:t>Text</a:t>
            </a:r>
          </a:p>
        </p:txBody>
      </p:sp>
      <p:sp>
        <p:nvSpPr>
          <p:cNvPr id="14" name="Text Placeholder 5">
            <a:extLst>
              <a:ext uri="{FF2B5EF4-FFF2-40B4-BE49-F238E27FC236}">
                <a16:creationId xmlns:a16="http://schemas.microsoft.com/office/drawing/2014/main" id="{FAB5558D-85E7-455F-8197-2348C0C6BDA7}"/>
              </a:ext>
            </a:extLst>
          </p:cNvPr>
          <p:cNvSpPr>
            <a:spLocks noGrp="1"/>
          </p:cNvSpPr>
          <p:nvPr>
            <p:ph type="body" sz="quarter" idx="28" hasCustomPrompt="1"/>
          </p:nvPr>
        </p:nvSpPr>
        <p:spPr bwMode="gray">
          <a:xfrm>
            <a:off x="3758169" y="1723292"/>
            <a:ext cx="1609344" cy="2851104"/>
          </a:xfrm>
        </p:spPr>
        <p:txBody>
          <a:bodyPr lIns="91440" tIns="45720" rIns="91440" bIns="45720" anchor="t"/>
          <a:lstStyle>
            <a:lvl1pPr marL="0" indent="0" algn="l">
              <a:buNone/>
              <a:defRPr sz="1100">
                <a:latin typeface="+mn-lt"/>
              </a:defRPr>
            </a:lvl1pPr>
          </a:lstStyle>
          <a:p>
            <a:pPr lvl="0"/>
            <a:r>
              <a:rPr lang="en-US"/>
              <a:t>Text</a:t>
            </a:r>
          </a:p>
        </p:txBody>
      </p:sp>
      <p:sp>
        <p:nvSpPr>
          <p:cNvPr id="24" name="Text Placeholder 5">
            <a:extLst>
              <a:ext uri="{FF2B5EF4-FFF2-40B4-BE49-F238E27FC236}">
                <a16:creationId xmlns:a16="http://schemas.microsoft.com/office/drawing/2014/main" id="{E55A2A1D-3F56-4503-9059-B511BC314172}"/>
              </a:ext>
            </a:extLst>
          </p:cNvPr>
          <p:cNvSpPr>
            <a:spLocks noGrp="1"/>
          </p:cNvSpPr>
          <p:nvPr>
            <p:ph type="body" sz="quarter" idx="33" hasCustomPrompt="1"/>
          </p:nvPr>
        </p:nvSpPr>
        <p:spPr bwMode="gray">
          <a:xfrm>
            <a:off x="5476916" y="1723292"/>
            <a:ext cx="1609344" cy="2851104"/>
          </a:xfrm>
        </p:spPr>
        <p:txBody>
          <a:bodyPr lIns="91440" tIns="45720" rIns="91440" bIns="45720" anchor="t"/>
          <a:lstStyle>
            <a:lvl1pPr marL="0" indent="0" algn="l">
              <a:buNone/>
              <a:defRPr sz="1100">
                <a:latin typeface="+mn-lt"/>
              </a:defRPr>
            </a:lvl1pPr>
          </a:lstStyle>
          <a:p>
            <a:pPr lvl="0"/>
            <a:r>
              <a:rPr lang="en-US"/>
              <a:t>Text</a:t>
            </a:r>
          </a:p>
        </p:txBody>
      </p:sp>
      <p:sp>
        <p:nvSpPr>
          <p:cNvPr id="31" name="Text Placeholder 5">
            <a:extLst>
              <a:ext uri="{FF2B5EF4-FFF2-40B4-BE49-F238E27FC236}">
                <a16:creationId xmlns:a16="http://schemas.microsoft.com/office/drawing/2014/main" id="{2E545EB7-8306-4D99-9657-FBCB23C098F2}"/>
              </a:ext>
            </a:extLst>
          </p:cNvPr>
          <p:cNvSpPr>
            <a:spLocks noGrp="1"/>
          </p:cNvSpPr>
          <p:nvPr>
            <p:ph type="body" sz="quarter" idx="34" hasCustomPrompt="1"/>
          </p:nvPr>
        </p:nvSpPr>
        <p:spPr bwMode="gray">
          <a:xfrm>
            <a:off x="7195664" y="1723292"/>
            <a:ext cx="1609344" cy="2851104"/>
          </a:xfrm>
        </p:spPr>
        <p:txBody>
          <a:bodyPr lIns="91440" tIns="45720" rIns="91440" bIns="45720" anchor="t"/>
          <a:lstStyle>
            <a:lvl1pPr marL="0" indent="0" algn="l">
              <a:buNone/>
              <a:defRPr sz="1100">
                <a:latin typeface="+mn-lt"/>
              </a:defRPr>
            </a:lvl1pPr>
          </a:lstStyle>
          <a:p>
            <a:pPr lvl="0"/>
            <a:r>
              <a:rPr lang="en-US"/>
              <a:t>Text</a:t>
            </a:r>
          </a:p>
        </p:txBody>
      </p:sp>
      <p:sp>
        <p:nvSpPr>
          <p:cNvPr id="20" name="Slide Number Placeholder 5">
            <a:extLst>
              <a:ext uri="{FF2B5EF4-FFF2-40B4-BE49-F238E27FC236}">
                <a16:creationId xmlns:a16="http://schemas.microsoft.com/office/drawing/2014/main" id="{39FA2502-C8EB-4AFB-AC6D-4C4CE0CCE10A}"/>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027721813"/>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ive pointers">
    <p:spTree>
      <p:nvGrpSpPr>
        <p:cNvPr id="1" name=""/>
        <p:cNvGrpSpPr/>
        <p:nvPr/>
      </p:nvGrpSpPr>
      <p:grpSpPr>
        <a:xfrm>
          <a:off x="0" y="0"/>
          <a:ext cx="0" cy="0"/>
          <a:chOff x="0" y="0"/>
          <a:chExt cx="0" cy="0"/>
        </a:xfrm>
      </p:grpSpPr>
      <p:sp>
        <p:nvSpPr>
          <p:cNvPr id="42" name="Rectangle: Rounded Corners 41">
            <a:extLst>
              <a:ext uri="{FF2B5EF4-FFF2-40B4-BE49-F238E27FC236}">
                <a16:creationId xmlns:a16="http://schemas.microsoft.com/office/drawing/2014/main" id="{8126CDE0-1019-4C6A-A885-33A29BC441DE}"/>
              </a:ext>
            </a:extLst>
          </p:cNvPr>
          <p:cNvSpPr>
            <a:spLocks/>
          </p:cNvSpPr>
          <p:nvPr userDrawn="1"/>
        </p:nvSpPr>
        <p:spPr bwMode="gray">
          <a:xfrm>
            <a:off x="2423690" y="3544641"/>
            <a:ext cx="6381317" cy="372861"/>
          </a:xfrm>
          <a:prstGeom prst="roundRect">
            <a:avLst/>
          </a:prstGeom>
          <a:gradFill flip="none" rotWithShape="1">
            <a:gsLst>
              <a:gs pos="0">
                <a:schemeClr val="bg1"/>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43" name="Rectangle: Rounded Corners 42">
            <a:extLst>
              <a:ext uri="{FF2B5EF4-FFF2-40B4-BE49-F238E27FC236}">
                <a16:creationId xmlns:a16="http://schemas.microsoft.com/office/drawing/2014/main" id="{48DC1592-6D6A-44FC-BEE8-54ACFA33F527}"/>
              </a:ext>
            </a:extLst>
          </p:cNvPr>
          <p:cNvSpPr>
            <a:spLocks/>
          </p:cNvSpPr>
          <p:nvPr userDrawn="1"/>
        </p:nvSpPr>
        <p:spPr bwMode="gray">
          <a:xfrm>
            <a:off x="3329212" y="2890144"/>
            <a:ext cx="5475795" cy="372861"/>
          </a:xfrm>
          <a:prstGeom prst="roundRect">
            <a:avLst/>
          </a:prstGeom>
          <a:gradFill flip="none" rotWithShape="1">
            <a:gsLst>
              <a:gs pos="0">
                <a:schemeClr val="bg1"/>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2"/>
              </a:solidFill>
              <a:latin typeface="+mj-lt"/>
            </a:endParaRPr>
          </a:p>
        </p:txBody>
      </p:sp>
      <p:sp>
        <p:nvSpPr>
          <p:cNvPr id="44" name="Rectangle: Rounded Corners 43">
            <a:extLst>
              <a:ext uri="{FF2B5EF4-FFF2-40B4-BE49-F238E27FC236}">
                <a16:creationId xmlns:a16="http://schemas.microsoft.com/office/drawing/2014/main" id="{6055CC8A-A8C2-4330-804C-8514561E0CC7}"/>
              </a:ext>
            </a:extLst>
          </p:cNvPr>
          <p:cNvSpPr>
            <a:spLocks/>
          </p:cNvSpPr>
          <p:nvPr userDrawn="1"/>
        </p:nvSpPr>
        <p:spPr bwMode="gray">
          <a:xfrm>
            <a:off x="4261367" y="2235647"/>
            <a:ext cx="4543640" cy="372861"/>
          </a:xfrm>
          <a:prstGeom prst="roundRect">
            <a:avLst/>
          </a:prstGeom>
          <a:gradFill flip="none" rotWithShape="1">
            <a:gsLst>
              <a:gs pos="0">
                <a:schemeClr val="bg1"/>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3"/>
              </a:solidFill>
              <a:latin typeface="+mj-lt"/>
            </a:endParaRPr>
          </a:p>
        </p:txBody>
      </p:sp>
      <p:sp>
        <p:nvSpPr>
          <p:cNvPr id="45" name="Rectangle: Rounded Corners 44">
            <a:extLst>
              <a:ext uri="{FF2B5EF4-FFF2-40B4-BE49-F238E27FC236}">
                <a16:creationId xmlns:a16="http://schemas.microsoft.com/office/drawing/2014/main" id="{A76F0322-7273-4B4B-827B-1CFB479D1C12}"/>
              </a:ext>
            </a:extLst>
          </p:cNvPr>
          <p:cNvSpPr>
            <a:spLocks/>
          </p:cNvSpPr>
          <p:nvPr userDrawn="1"/>
        </p:nvSpPr>
        <p:spPr bwMode="gray">
          <a:xfrm>
            <a:off x="5178844" y="1581150"/>
            <a:ext cx="3626163" cy="372861"/>
          </a:xfrm>
          <a:prstGeom prst="roundRect">
            <a:avLst/>
          </a:prstGeom>
          <a:gradFill flip="none" rotWithShape="1">
            <a:gsLst>
              <a:gs pos="0">
                <a:schemeClr val="bg1"/>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5"/>
              </a:solidFill>
              <a:latin typeface="+mj-lt"/>
            </a:endParaRPr>
          </a:p>
        </p:txBody>
      </p:sp>
      <p:sp>
        <p:nvSpPr>
          <p:cNvPr id="26" name="Text Placeholder 5">
            <a:extLst>
              <a:ext uri="{FF2B5EF4-FFF2-40B4-BE49-F238E27FC236}">
                <a16:creationId xmlns:a16="http://schemas.microsoft.com/office/drawing/2014/main" id="{57EF9072-27DC-4A6B-AC6A-03E9331EFCE7}"/>
              </a:ext>
            </a:extLst>
          </p:cNvPr>
          <p:cNvSpPr>
            <a:spLocks noGrp="1"/>
          </p:cNvSpPr>
          <p:nvPr>
            <p:ph type="body" sz="quarter" idx="24" hasCustomPrompt="1"/>
          </p:nvPr>
        </p:nvSpPr>
        <p:spPr bwMode="gray">
          <a:xfrm>
            <a:off x="2423690" y="3544641"/>
            <a:ext cx="6381317" cy="372861"/>
          </a:xfrm>
        </p:spPr>
        <p:txBody>
          <a:bodyPr lIns="91440" tIns="45720" rIns="91440" bIns="45720" anchor="ctr"/>
          <a:lstStyle>
            <a:lvl1pPr marL="0" indent="0" algn="l">
              <a:buNone/>
              <a:defRPr sz="1200">
                <a:solidFill>
                  <a:schemeClr val="accent4"/>
                </a:solidFill>
                <a:latin typeface="+mj-lt"/>
              </a:defRPr>
            </a:lvl1pPr>
          </a:lstStyle>
          <a:p>
            <a:pPr lvl="0"/>
            <a:r>
              <a:rPr lang="en-US"/>
              <a:t>Title</a:t>
            </a:r>
          </a:p>
        </p:txBody>
      </p:sp>
      <p:sp>
        <p:nvSpPr>
          <p:cNvPr id="28" name="Text Placeholder 5">
            <a:extLst>
              <a:ext uri="{FF2B5EF4-FFF2-40B4-BE49-F238E27FC236}">
                <a16:creationId xmlns:a16="http://schemas.microsoft.com/office/drawing/2014/main" id="{DE29ADF8-A949-4BF8-9F98-C3A577F67A49}"/>
              </a:ext>
            </a:extLst>
          </p:cNvPr>
          <p:cNvSpPr>
            <a:spLocks noGrp="1"/>
          </p:cNvSpPr>
          <p:nvPr>
            <p:ph type="body" sz="quarter" idx="25" hasCustomPrompt="1"/>
          </p:nvPr>
        </p:nvSpPr>
        <p:spPr bwMode="gray">
          <a:xfrm>
            <a:off x="3329212" y="2890144"/>
            <a:ext cx="5475795" cy="372861"/>
          </a:xfrm>
        </p:spPr>
        <p:txBody>
          <a:bodyPr lIns="91440" tIns="45720" rIns="91440" bIns="45720" anchor="ctr"/>
          <a:lstStyle>
            <a:lvl1pPr marL="0" indent="0" algn="l">
              <a:buNone/>
              <a:defRPr sz="1200">
                <a:solidFill>
                  <a:schemeClr val="accent2"/>
                </a:solidFill>
                <a:latin typeface="+mj-lt"/>
              </a:defRPr>
            </a:lvl1pPr>
          </a:lstStyle>
          <a:p>
            <a:pPr lvl="0"/>
            <a:r>
              <a:rPr lang="en-US"/>
              <a:t>Title</a:t>
            </a:r>
          </a:p>
        </p:txBody>
      </p:sp>
      <p:sp>
        <p:nvSpPr>
          <p:cNvPr id="17" name="Text Placeholder 5">
            <a:extLst>
              <a:ext uri="{FF2B5EF4-FFF2-40B4-BE49-F238E27FC236}">
                <a16:creationId xmlns:a16="http://schemas.microsoft.com/office/drawing/2014/main" id="{3890DA71-057A-40D0-8945-E35FA005F45D}"/>
              </a:ext>
            </a:extLst>
          </p:cNvPr>
          <p:cNvSpPr>
            <a:spLocks noGrp="1"/>
          </p:cNvSpPr>
          <p:nvPr>
            <p:ph type="body" sz="quarter" idx="30" hasCustomPrompt="1"/>
          </p:nvPr>
        </p:nvSpPr>
        <p:spPr bwMode="gray">
          <a:xfrm>
            <a:off x="4261367" y="2235647"/>
            <a:ext cx="4543640" cy="372861"/>
          </a:xfrm>
        </p:spPr>
        <p:txBody>
          <a:bodyPr lIns="91440" tIns="45720" rIns="91440" bIns="45720" anchor="ctr"/>
          <a:lstStyle>
            <a:lvl1pPr marL="0" indent="0" algn="l">
              <a:buNone/>
              <a:defRPr sz="1200">
                <a:solidFill>
                  <a:schemeClr val="accent3"/>
                </a:solidFill>
                <a:latin typeface="+mj-lt"/>
              </a:defRPr>
            </a:lvl1pPr>
          </a:lstStyle>
          <a:p>
            <a:pPr lvl="0"/>
            <a:r>
              <a:rPr lang="en-US"/>
              <a:t>Title</a:t>
            </a:r>
          </a:p>
        </p:txBody>
      </p:sp>
      <p:sp>
        <p:nvSpPr>
          <p:cNvPr id="18" name="Text Placeholder 5">
            <a:extLst>
              <a:ext uri="{FF2B5EF4-FFF2-40B4-BE49-F238E27FC236}">
                <a16:creationId xmlns:a16="http://schemas.microsoft.com/office/drawing/2014/main" id="{4348901D-A737-400F-9AEA-C80A37435537}"/>
              </a:ext>
            </a:extLst>
          </p:cNvPr>
          <p:cNvSpPr>
            <a:spLocks noGrp="1"/>
          </p:cNvSpPr>
          <p:nvPr>
            <p:ph type="body" sz="quarter" idx="31" hasCustomPrompt="1"/>
          </p:nvPr>
        </p:nvSpPr>
        <p:spPr bwMode="gray">
          <a:xfrm>
            <a:off x="5178844" y="1581150"/>
            <a:ext cx="3626163" cy="372861"/>
          </a:xfrm>
        </p:spPr>
        <p:txBody>
          <a:bodyPr lIns="91440" tIns="45720" rIns="91440" bIns="45720" anchor="ctr"/>
          <a:lstStyle>
            <a:lvl1pPr marL="0" indent="0" algn="l">
              <a:buNone/>
              <a:defRPr sz="1200">
                <a:solidFill>
                  <a:schemeClr val="accent5"/>
                </a:solidFill>
                <a:latin typeface="+mj-lt"/>
              </a:defRPr>
            </a:lvl1pPr>
          </a:lstStyle>
          <a:p>
            <a:pPr lvl="0"/>
            <a:r>
              <a:rPr lang="en-US"/>
              <a:t>Title</a:t>
            </a:r>
          </a:p>
        </p:txBody>
      </p:sp>
      <p:sp>
        <p:nvSpPr>
          <p:cNvPr id="41" name="Rectangle: Rounded Corners 40">
            <a:extLst>
              <a:ext uri="{FF2B5EF4-FFF2-40B4-BE49-F238E27FC236}">
                <a16:creationId xmlns:a16="http://schemas.microsoft.com/office/drawing/2014/main" id="{0E24CE73-EE80-44BF-BEE2-FD200652961F}"/>
              </a:ext>
            </a:extLst>
          </p:cNvPr>
          <p:cNvSpPr>
            <a:spLocks/>
          </p:cNvSpPr>
          <p:nvPr userDrawn="1"/>
        </p:nvSpPr>
        <p:spPr bwMode="gray">
          <a:xfrm>
            <a:off x="1500412" y="4199137"/>
            <a:ext cx="7304595" cy="372861"/>
          </a:xfrm>
          <a:prstGeom prst="roundRect">
            <a:avLst/>
          </a:prstGeom>
          <a:gradFill flip="none" rotWithShape="1">
            <a:gsLst>
              <a:gs pos="0">
                <a:schemeClr val="bg1"/>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1"/>
              </a:solidFill>
              <a:latin typeface="+mj-lt"/>
            </a:endParaRPr>
          </a:p>
        </p:txBody>
      </p:sp>
      <p:sp>
        <p:nvSpPr>
          <p:cNvPr id="25" name="Text Placeholder 5">
            <a:extLst>
              <a:ext uri="{FF2B5EF4-FFF2-40B4-BE49-F238E27FC236}">
                <a16:creationId xmlns:a16="http://schemas.microsoft.com/office/drawing/2014/main" id="{8DC324A1-4EA0-4B60-8634-9BB3EA2FF481}"/>
              </a:ext>
            </a:extLst>
          </p:cNvPr>
          <p:cNvSpPr>
            <a:spLocks noGrp="1"/>
          </p:cNvSpPr>
          <p:nvPr>
            <p:ph type="body" sz="quarter" idx="23" hasCustomPrompt="1"/>
          </p:nvPr>
        </p:nvSpPr>
        <p:spPr bwMode="gray">
          <a:xfrm>
            <a:off x="1500412" y="4199137"/>
            <a:ext cx="7304595" cy="372861"/>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0" name="Oval 19">
            <a:extLst>
              <a:ext uri="{FF2B5EF4-FFF2-40B4-BE49-F238E27FC236}">
                <a16:creationId xmlns:a16="http://schemas.microsoft.com/office/drawing/2014/main" id="{A7C0A67C-066C-49DC-8DF6-DAA330603A48}"/>
              </a:ext>
            </a:extLst>
          </p:cNvPr>
          <p:cNvSpPr>
            <a:spLocks noChangeAspect="1"/>
          </p:cNvSpPr>
          <p:nvPr userDrawn="1"/>
        </p:nvSpPr>
        <p:spPr bwMode="gray">
          <a:xfrm>
            <a:off x="323850" y="3648456"/>
            <a:ext cx="923544" cy="923544"/>
          </a:xfrm>
          <a:prstGeom prst="ellipse">
            <a:avLst/>
          </a:prstGeom>
          <a:gradFill flip="none" rotWithShape="1">
            <a:gsLst>
              <a:gs pos="49000">
                <a:schemeClr val="accent1">
                  <a:alpha val="30000"/>
                </a:schemeClr>
              </a:gs>
              <a:gs pos="10000">
                <a:schemeClr val="accent1"/>
              </a:gs>
              <a:gs pos="79000">
                <a:schemeClr val="accent1">
                  <a:alpha val="0"/>
                </a:schemeClr>
              </a:gs>
            </a:gsLst>
            <a:lin ang="18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latin typeface="+mj-lt"/>
            </a:endParaRPr>
          </a:p>
        </p:txBody>
      </p:sp>
      <p:sp>
        <p:nvSpPr>
          <p:cNvPr id="32" name="Oval 31">
            <a:extLst>
              <a:ext uri="{FF2B5EF4-FFF2-40B4-BE49-F238E27FC236}">
                <a16:creationId xmlns:a16="http://schemas.microsoft.com/office/drawing/2014/main" id="{5A438331-C85F-48AF-A24C-E2C430632BA0}"/>
              </a:ext>
            </a:extLst>
          </p:cNvPr>
          <p:cNvSpPr>
            <a:spLocks noChangeAspect="1"/>
          </p:cNvSpPr>
          <p:nvPr userDrawn="1"/>
        </p:nvSpPr>
        <p:spPr bwMode="gray">
          <a:xfrm>
            <a:off x="3990977" y="1067595"/>
            <a:ext cx="923544" cy="923544"/>
          </a:xfrm>
          <a:prstGeom prst="ellipse">
            <a:avLst/>
          </a:prstGeom>
          <a:gradFill flip="none" rotWithShape="1">
            <a:gsLst>
              <a:gs pos="49000">
                <a:schemeClr val="accent5">
                  <a:alpha val="30000"/>
                </a:schemeClr>
              </a:gs>
              <a:gs pos="10000">
                <a:schemeClr val="accent5"/>
              </a:gs>
              <a:gs pos="79000">
                <a:schemeClr val="accent5">
                  <a:alpha val="0"/>
                </a:schemeClr>
              </a:gs>
            </a:gsLst>
            <a:lin ang="18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latin typeface="+mj-lt"/>
            </a:endParaRPr>
          </a:p>
        </p:txBody>
      </p:sp>
      <p:sp>
        <p:nvSpPr>
          <p:cNvPr id="33" name="Oval 32">
            <a:extLst>
              <a:ext uri="{FF2B5EF4-FFF2-40B4-BE49-F238E27FC236}">
                <a16:creationId xmlns:a16="http://schemas.microsoft.com/office/drawing/2014/main" id="{CDED2A66-82D5-4890-B5B8-CCEB31BA74E9}"/>
              </a:ext>
            </a:extLst>
          </p:cNvPr>
          <p:cNvSpPr>
            <a:spLocks noChangeAspect="1"/>
          </p:cNvSpPr>
          <p:nvPr userDrawn="1"/>
        </p:nvSpPr>
        <p:spPr bwMode="gray">
          <a:xfrm>
            <a:off x="3074196" y="1712810"/>
            <a:ext cx="923544" cy="923544"/>
          </a:xfrm>
          <a:prstGeom prst="ellipse">
            <a:avLst/>
          </a:prstGeom>
          <a:gradFill flip="none" rotWithShape="1">
            <a:gsLst>
              <a:gs pos="49000">
                <a:schemeClr val="accent3">
                  <a:alpha val="30000"/>
                </a:schemeClr>
              </a:gs>
              <a:gs pos="10000">
                <a:schemeClr val="accent3"/>
              </a:gs>
              <a:gs pos="79000">
                <a:schemeClr val="accent3">
                  <a:alpha val="0"/>
                </a:schemeClr>
              </a:gs>
            </a:gsLst>
            <a:lin ang="18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latin typeface="+mj-lt"/>
            </a:endParaRPr>
          </a:p>
        </p:txBody>
      </p:sp>
      <p:sp>
        <p:nvSpPr>
          <p:cNvPr id="34" name="Oval 33">
            <a:extLst>
              <a:ext uri="{FF2B5EF4-FFF2-40B4-BE49-F238E27FC236}">
                <a16:creationId xmlns:a16="http://schemas.microsoft.com/office/drawing/2014/main" id="{B05863E1-0514-4EDC-A051-23EF69D0327D}"/>
              </a:ext>
            </a:extLst>
          </p:cNvPr>
          <p:cNvSpPr>
            <a:spLocks noChangeAspect="1"/>
          </p:cNvSpPr>
          <p:nvPr userDrawn="1"/>
        </p:nvSpPr>
        <p:spPr bwMode="gray">
          <a:xfrm>
            <a:off x="2157414" y="2358025"/>
            <a:ext cx="923544" cy="923544"/>
          </a:xfrm>
          <a:prstGeom prst="ellipse">
            <a:avLst/>
          </a:prstGeom>
          <a:gradFill flip="none" rotWithShape="1">
            <a:gsLst>
              <a:gs pos="49000">
                <a:schemeClr val="accent2">
                  <a:alpha val="30000"/>
                </a:schemeClr>
              </a:gs>
              <a:gs pos="10000">
                <a:schemeClr val="accent2"/>
              </a:gs>
              <a:gs pos="79000">
                <a:schemeClr val="accent2">
                  <a:alpha val="0"/>
                </a:schemeClr>
              </a:gs>
            </a:gsLst>
            <a:lin ang="18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latin typeface="+mj-lt"/>
            </a:endParaRPr>
          </a:p>
        </p:txBody>
      </p:sp>
      <p:sp>
        <p:nvSpPr>
          <p:cNvPr id="35" name="Oval 34">
            <a:extLst>
              <a:ext uri="{FF2B5EF4-FFF2-40B4-BE49-F238E27FC236}">
                <a16:creationId xmlns:a16="http://schemas.microsoft.com/office/drawing/2014/main" id="{EFF42376-58D1-4153-ADFE-E0F2635F3518}"/>
              </a:ext>
            </a:extLst>
          </p:cNvPr>
          <p:cNvSpPr>
            <a:spLocks noChangeAspect="1"/>
          </p:cNvSpPr>
          <p:nvPr userDrawn="1"/>
        </p:nvSpPr>
        <p:spPr bwMode="gray">
          <a:xfrm>
            <a:off x="1240632" y="3003240"/>
            <a:ext cx="923544" cy="923544"/>
          </a:xfrm>
          <a:prstGeom prst="ellipse">
            <a:avLst/>
          </a:prstGeom>
          <a:gradFill flip="none" rotWithShape="1">
            <a:gsLst>
              <a:gs pos="49000">
                <a:schemeClr val="accent4">
                  <a:alpha val="30000"/>
                </a:schemeClr>
              </a:gs>
              <a:gs pos="10000">
                <a:schemeClr val="accent4"/>
              </a:gs>
              <a:gs pos="79000">
                <a:schemeClr val="accent4">
                  <a:alpha val="0"/>
                </a:schemeClr>
              </a:gs>
            </a:gsLst>
            <a:lin ang="18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latin typeface="+mj-lt"/>
            </a:endParaRPr>
          </a:p>
        </p:txBody>
      </p:sp>
      <p:sp>
        <p:nvSpPr>
          <p:cNvPr id="36" name="Text Placeholder 5">
            <a:extLst>
              <a:ext uri="{FF2B5EF4-FFF2-40B4-BE49-F238E27FC236}">
                <a16:creationId xmlns:a16="http://schemas.microsoft.com/office/drawing/2014/main" id="{BA553ED2-1D0F-4A21-AC19-AD21E2B808D0}"/>
              </a:ext>
            </a:extLst>
          </p:cNvPr>
          <p:cNvSpPr>
            <a:spLocks noGrp="1"/>
          </p:cNvSpPr>
          <p:nvPr>
            <p:ph type="body" sz="quarter" idx="32" hasCustomPrompt="1"/>
          </p:nvPr>
        </p:nvSpPr>
        <p:spPr bwMode="gray">
          <a:xfrm>
            <a:off x="713487" y="3925562"/>
            <a:ext cx="144270" cy="369332"/>
          </a:xfrm>
        </p:spPr>
        <p:txBody>
          <a:bodyPr wrap="none" lIns="0" tIns="0" rIns="0" bIns="0" anchor="ctr">
            <a:spAutoFit/>
          </a:bodyPr>
          <a:lstStyle>
            <a:lvl1pPr marL="0" indent="0" algn="l">
              <a:buNone/>
              <a:defRPr sz="2400">
                <a:solidFill>
                  <a:schemeClr val="tx1"/>
                </a:solidFill>
                <a:latin typeface="+mj-lt"/>
              </a:defRPr>
            </a:lvl1pPr>
          </a:lstStyle>
          <a:p>
            <a:pPr lvl="0"/>
            <a:r>
              <a:rPr lang="en-US"/>
              <a:t>1</a:t>
            </a:r>
          </a:p>
        </p:txBody>
      </p:sp>
      <p:sp>
        <p:nvSpPr>
          <p:cNvPr id="37" name="Text Placeholder 5">
            <a:extLst>
              <a:ext uri="{FF2B5EF4-FFF2-40B4-BE49-F238E27FC236}">
                <a16:creationId xmlns:a16="http://schemas.microsoft.com/office/drawing/2014/main" id="{2DF333ED-9AC6-4BF6-B310-813AD8D5D37A}"/>
              </a:ext>
            </a:extLst>
          </p:cNvPr>
          <p:cNvSpPr>
            <a:spLocks noGrp="1"/>
          </p:cNvSpPr>
          <p:nvPr>
            <p:ph type="body" sz="quarter" idx="33" hasCustomPrompt="1"/>
          </p:nvPr>
        </p:nvSpPr>
        <p:spPr bwMode="gray">
          <a:xfrm>
            <a:off x="1613373" y="3243391"/>
            <a:ext cx="168316" cy="369332"/>
          </a:xfrm>
        </p:spPr>
        <p:txBody>
          <a:bodyPr wrap="none" lIns="0" tIns="0" rIns="0" bIns="0" anchor="ctr">
            <a:spAutoFit/>
          </a:bodyPr>
          <a:lstStyle>
            <a:lvl1pPr marL="0" indent="0" algn="l">
              <a:buNone/>
              <a:defRPr sz="2400">
                <a:solidFill>
                  <a:schemeClr val="tx1"/>
                </a:solidFill>
                <a:latin typeface="+mj-lt"/>
              </a:defRPr>
            </a:lvl1pPr>
          </a:lstStyle>
          <a:p>
            <a:pPr lvl="0"/>
            <a:r>
              <a:rPr lang="en-US"/>
              <a:t>2</a:t>
            </a:r>
          </a:p>
        </p:txBody>
      </p:sp>
      <p:sp>
        <p:nvSpPr>
          <p:cNvPr id="38" name="Text Placeholder 5">
            <a:extLst>
              <a:ext uri="{FF2B5EF4-FFF2-40B4-BE49-F238E27FC236}">
                <a16:creationId xmlns:a16="http://schemas.microsoft.com/office/drawing/2014/main" id="{209A6F68-8C0A-41BD-AC98-FC9BDC36C3C3}"/>
              </a:ext>
            </a:extLst>
          </p:cNvPr>
          <p:cNvSpPr>
            <a:spLocks noGrp="1"/>
          </p:cNvSpPr>
          <p:nvPr>
            <p:ph type="body" sz="quarter" idx="34" hasCustomPrompt="1"/>
          </p:nvPr>
        </p:nvSpPr>
        <p:spPr bwMode="gray">
          <a:xfrm>
            <a:off x="2547051" y="2635131"/>
            <a:ext cx="168316" cy="369332"/>
          </a:xfrm>
        </p:spPr>
        <p:txBody>
          <a:bodyPr wrap="none" lIns="0" tIns="0" rIns="0" bIns="0" anchor="ctr">
            <a:spAutoFit/>
          </a:bodyPr>
          <a:lstStyle>
            <a:lvl1pPr marL="0" indent="0" algn="l">
              <a:buNone/>
              <a:defRPr sz="2400">
                <a:solidFill>
                  <a:schemeClr val="tx1"/>
                </a:solidFill>
                <a:latin typeface="+mj-lt"/>
              </a:defRPr>
            </a:lvl1pPr>
          </a:lstStyle>
          <a:p>
            <a:pPr lvl="0"/>
            <a:r>
              <a:rPr lang="en-US"/>
              <a:t>3</a:t>
            </a:r>
          </a:p>
        </p:txBody>
      </p:sp>
      <p:sp>
        <p:nvSpPr>
          <p:cNvPr id="39" name="Text Placeholder 5">
            <a:extLst>
              <a:ext uri="{FF2B5EF4-FFF2-40B4-BE49-F238E27FC236}">
                <a16:creationId xmlns:a16="http://schemas.microsoft.com/office/drawing/2014/main" id="{8F393371-8C00-4B19-BB4B-D34D077027D3}"/>
              </a:ext>
            </a:extLst>
          </p:cNvPr>
          <p:cNvSpPr>
            <a:spLocks noGrp="1"/>
          </p:cNvSpPr>
          <p:nvPr>
            <p:ph type="body" sz="quarter" idx="35" hasCustomPrompt="1"/>
          </p:nvPr>
        </p:nvSpPr>
        <p:spPr bwMode="gray">
          <a:xfrm>
            <a:off x="3463833" y="1989916"/>
            <a:ext cx="173124" cy="369332"/>
          </a:xfrm>
        </p:spPr>
        <p:txBody>
          <a:bodyPr wrap="none" lIns="0" tIns="0" rIns="0" bIns="0" anchor="ctr">
            <a:spAutoFit/>
          </a:bodyPr>
          <a:lstStyle>
            <a:lvl1pPr marL="0" indent="0" algn="l">
              <a:buNone/>
              <a:defRPr sz="2400">
                <a:solidFill>
                  <a:schemeClr val="tx1"/>
                </a:solidFill>
                <a:latin typeface="+mj-lt"/>
              </a:defRPr>
            </a:lvl1pPr>
          </a:lstStyle>
          <a:p>
            <a:pPr lvl="0"/>
            <a:r>
              <a:rPr lang="en-US"/>
              <a:t>4</a:t>
            </a:r>
          </a:p>
        </p:txBody>
      </p:sp>
      <p:sp>
        <p:nvSpPr>
          <p:cNvPr id="40" name="Text Placeholder 5">
            <a:extLst>
              <a:ext uri="{FF2B5EF4-FFF2-40B4-BE49-F238E27FC236}">
                <a16:creationId xmlns:a16="http://schemas.microsoft.com/office/drawing/2014/main" id="{792273FE-E1E9-4FF4-AD6F-174466E8E357}"/>
              </a:ext>
            </a:extLst>
          </p:cNvPr>
          <p:cNvSpPr>
            <a:spLocks noGrp="1"/>
          </p:cNvSpPr>
          <p:nvPr>
            <p:ph type="body" sz="quarter" idx="36" hasCustomPrompt="1"/>
          </p:nvPr>
        </p:nvSpPr>
        <p:spPr bwMode="gray">
          <a:xfrm>
            <a:off x="4380614" y="1344701"/>
            <a:ext cx="169918" cy="369332"/>
          </a:xfrm>
        </p:spPr>
        <p:txBody>
          <a:bodyPr wrap="none" lIns="0" tIns="0" rIns="0" bIns="0" anchor="ctr">
            <a:spAutoFit/>
          </a:bodyPr>
          <a:lstStyle>
            <a:lvl1pPr marL="0" indent="0" algn="l">
              <a:buNone/>
              <a:defRPr sz="2400">
                <a:solidFill>
                  <a:schemeClr val="tx1"/>
                </a:solidFill>
                <a:latin typeface="+mj-lt"/>
              </a:defRPr>
            </a:lvl1pPr>
          </a:lstStyle>
          <a:p>
            <a:pPr lvl="0"/>
            <a:r>
              <a:rPr lang="en-US"/>
              <a:t>5</a:t>
            </a:r>
          </a:p>
        </p:txBody>
      </p:sp>
      <p:sp>
        <p:nvSpPr>
          <p:cNvPr id="24" name="Slide Number Placeholder 5">
            <a:extLst>
              <a:ext uri="{FF2B5EF4-FFF2-40B4-BE49-F238E27FC236}">
                <a16:creationId xmlns:a16="http://schemas.microsoft.com/office/drawing/2014/main" id="{F3437379-88ED-4EC2-B0D4-77DD6326F0CA}"/>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106926860"/>
      </p:ext>
    </p:extLst>
  </p:cSld>
  <p:clrMapOvr>
    <a:masterClrMapping/>
  </p:clrMapOvr>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with 6 column">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67FAC3D9-3CB7-44BC-8BD3-ED8D16B9C396}"/>
              </a:ext>
            </a:extLst>
          </p:cNvPr>
          <p:cNvSpPr/>
          <p:nvPr userDrawn="1"/>
        </p:nvSpPr>
        <p:spPr bwMode="gray">
          <a:xfrm>
            <a:off x="320675" y="1074738"/>
            <a:ext cx="2743200" cy="420624"/>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1"/>
              </a:solidFill>
              <a:latin typeface="+mj-lt"/>
            </a:endParaRPr>
          </a:p>
        </p:txBody>
      </p:sp>
      <p:sp>
        <p:nvSpPr>
          <p:cNvPr id="29" name="Rectangle: Rounded Corners 28">
            <a:extLst>
              <a:ext uri="{FF2B5EF4-FFF2-40B4-BE49-F238E27FC236}">
                <a16:creationId xmlns:a16="http://schemas.microsoft.com/office/drawing/2014/main" id="{EB0CDC1D-F65F-4E0F-A42A-B1115FC45140}"/>
              </a:ext>
            </a:extLst>
          </p:cNvPr>
          <p:cNvSpPr/>
          <p:nvPr userDrawn="1"/>
        </p:nvSpPr>
        <p:spPr bwMode="gray">
          <a:xfrm>
            <a:off x="6061808" y="1074738"/>
            <a:ext cx="2743200" cy="420624"/>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30" name="Rectangle: Rounded Corners 29">
            <a:extLst>
              <a:ext uri="{FF2B5EF4-FFF2-40B4-BE49-F238E27FC236}">
                <a16:creationId xmlns:a16="http://schemas.microsoft.com/office/drawing/2014/main" id="{1550A7E0-AA27-4593-906F-628101D0865C}"/>
              </a:ext>
            </a:extLst>
          </p:cNvPr>
          <p:cNvSpPr/>
          <p:nvPr userDrawn="1"/>
        </p:nvSpPr>
        <p:spPr bwMode="gray">
          <a:xfrm>
            <a:off x="3191242" y="1074738"/>
            <a:ext cx="2743200" cy="420624"/>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4"/>
              </a:solidFill>
              <a:latin typeface="+mj-lt"/>
            </a:endParaRPr>
          </a:p>
        </p:txBody>
      </p:sp>
      <p:sp>
        <p:nvSpPr>
          <p:cNvPr id="27" name="Text Placeholder 5">
            <a:extLst>
              <a:ext uri="{FF2B5EF4-FFF2-40B4-BE49-F238E27FC236}">
                <a16:creationId xmlns:a16="http://schemas.microsoft.com/office/drawing/2014/main" id="{A99F561A-3D04-4AD1-B624-3E5304B57315}"/>
              </a:ext>
            </a:extLst>
          </p:cNvPr>
          <p:cNvSpPr>
            <a:spLocks noGrp="1"/>
          </p:cNvSpPr>
          <p:nvPr>
            <p:ph type="body" sz="quarter" idx="23" hasCustomPrompt="1"/>
          </p:nvPr>
        </p:nvSpPr>
        <p:spPr bwMode="gray">
          <a:xfrm>
            <a:off x="320675" y="1074738"/>
            <a:ext cx="2743200" cy="420624"/>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47" name="Text Placeholder 5">
            <a:extLst>
              <a:ext uri="{FF2B5EF4-FFF2-40B4-BE49-F238E27FC236}">
                <a16:creationId xmlns:a16="http://schemas.microsoft.com/office/drawing/2014/main" id="{B8813ED6-0387-4311-86DE-6EE0C77DE451}"/>
              </a:ext>
            </a:extLst>
          </p:cNvPr>
          <p:cNvSpPr>
            <a:spLocks noGrp="1"/>
          </p:cNvSpPr>
          <p:nvPr>
            <p:ph type="body" sz="quarter" idx="24" hasCustomPrompt="1"/>
          </p:nvPr>
        </p:nvSpPr>
        <p:spPr bwMode="gray">
          <a:xfrm>
            <a:off x="3191241" y="1074738"/>
            <a:ext cx="2743200" cy="420624"/>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48" name="Text Placeholder 5">
            <a:extLst>
              <a:ext uri="{FF2B5EF4-FFF2-40B4-BE49-F238E27FC236}">
                <a16:creationId xmlns:a16="http://schemas.microsoft.com/office/drawing/2014/main" id="{4B248BA4-415C-4ED3-98C5-1C2FF0B2717C}"/>
              </a:ext>
            </a:extLst>
          </p:cNvPr>
          <p:cNvSpPr>
            <a:spLocks noGrp="1"/>
          </p:cNvSpPr>
          <p:nvPr>
            <p:ph type="body" sz="quarter" idx="25" hasCustomPrompt="1"/>
          </p:nvPr>
        </p:nvSpPr>
        <p:spPr bwMode="gray">
          <a:xfrm>
            <a:off x="6061808" y="1074738"/>
            <a:ext cx="2743200" cy="420624"/>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gray">
          <a:xfrm>
            <a:off x="320675" y="1529863"/>
            <a:ext cx="2743200" cy="1261872"/>
          </a:xfrm>
        </p:spPr>
        <p:txBody>
          <a:bodyPr lIns="91440" tIns="45720" rIns="91440" bIns="4572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gray">
          <a:xfrm>
            <a:off x="3191241" y="1529863"/>
            <a:ext cx="2743200" cy="1261872"/>
          </a:xfrm>
        </p:spPr>
        <p:txBody>
          <a:bodyPr lIns="91440" tIns="45720" rIns="91440" bIns="4572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53" name="Text Placeholder 5">
            <a:extLst>
              <a:ext uri="{FF2B5EF4-FFF2-40B4-BE49-F238E27FC236}">
                <a16:creationId xmlns:a16="http://schemas.microsoft.com/office/drawing/2014/main" id="{51A44452-CBAC-4F3B-A256-C86AB53549C3}"/>
              </a:ext>
            </a:extLst>
          </p:cNvPr>
          <p:cNvSpPr>
            <a:spLocks noGrp="1"/>
          </p:cNvSpPr>
          <p:nvPr>
            <p:ph type="body" sz="quarter" idx="28" hasCustomPrompt="1"/>
          </p:nvPr>
        </p:nvSpPr>
        <p:spPr bwMode="gray">
          <a:xfrm>
            <a:off x="6061808" y="1529863"/>
            <a:ext cx="2743200" cy="1261872"/>
          </a:xfrm>
        </p:spPr>
        <p:txBody>
          <a:bodyPr lIns="91440" tIns="45720" rIns="91440" bIns="4572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57" name="Rectangle: Rounded Corners 56">
            <a:extLst>
              <a:ext uri="{FF2B5EF4-FFF2-40B4-BE49-F238E27FC236}">
                <a16:creationId xmlns:a16="http://schemas.microsoft.com/office/drawing/2014/main" id="{439D8311-5867-4392-930D-CDDC27F9CC03}"/>
              </a:ext>
            </a:extLst>
          </p:cNvPr>
          <p:cNvSpPr/>
          <p:nvPr userDrawn="1"/>
        </p:nvSpPr>
        <p:spPr bwMode="gray">
          <a:xfrm>
            <a:off x="320675" y="2863795"/>
            <a:ext cx="2743200" cy="420624"/>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1"/>
              </a:solidFill>
              <a:latin typeface="+mj-lt"/>
            </a:endParaRPr>
          </a:p>
        </p:txBody>
      </p:sp>
      <p:sp>
        <p:nvSpPr>
          <p:cNvPr id="58" name="Rectangle: Rounded Corners 57">
            <a:extLst>
              <a:ext uri="{FF2B5EF4-FFF2-40B4-BE49-F238E27FC236}">
                <a16:creationId xmlns:a16="http://schemas.microsoft.com/office/drawing/2014/main" id="{841A6125-46B5-4F19-95FE-773C0281ADE4}"/>
              </a:ext>
            </a:extLst>
          </p:cNvPr>
          <p:cNvSpPr/>
          <p:nvPr userDrawn="1"/>
        </p:nvSpPr>
        <p:spPr bwMode="gray">
          <a:xfrm>
            <a:off x="6061808" y="2863795"/>
            <a:ext cx="2743200" cy="420624"/>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accent4"/>
              </a:solidFill>
              <a:latin typeface="+mj-lt"/>
            </a:endParaRPr>
          </a:p>
        </p:txBody>
      </p:sp>
      <p:sp>
        <p:nvSpPr>
          <p:cNvPr id="59" name="Rectangle: Rounded Corners 58">
            <a:extLst>
              <a:ext uri="{FF2B5EF4-FFF2-40B4-BE49-F238E27FC236}">
                <a16:creationId xmlns:a16="http://schemas.microsoft.com/office/drawing/2014/main" id="{C1A3F742-8DE5-4547-B40F-23DB2591AE39}"/>
              </a:ext>
            </a:extLst>
          </p:cNvPr>
          <p:cNvSpPr/>
          <p:nvPr userDrawn="1"/>
        </p:nvSpPr>
        <p:spPr bwMode="gray">
          <a:xfrm>
            <a:off x="3191242" y="2863795"/>
            <a:ext cx="2743200" cy="420624"/>
          </a:xfrm>
          <a:prstGeom prst="roundRect">
            <a:avLst/>
          </a:prstGeom>
          <a:gradFill flip="none" rotWithShape="1">
            <a:gsLst>
              <a:gs pos="0">
                <a:schemeClr val="bg2"/>
              </a:gs>
              <a:gs pos="37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accent4"/>
              </a:solidFill>
              <a:latin typeface="+mj-lt"/>
            </a:endParaRPr>
          </a:p>
        </p:txBody>
      </p:sp>
      <p:sp>
        <p:nvSpPr>
          <p:cNvPr id="60" name="Text Placeholder 5">
            <a:extLst>
              <a:ext uri="{FF2B5EF4-FFF2-40B4-BE49-F238E27FC236}">
                <a16:creationId xmlns:a16="http://schemas.microsoft.com/office/drawing/2014/main" id="{E4F73AE4-3ACA-46DF-A2F8-51C9D276C6C9}"/>
              </a:ext>
            </a:extLst>
          </p:cNvPr>
          <p:cNvSpPr>
            <a:spLocks noGrp="1"/>
          </p:cNvSpPr>
          <p:nvPr>
            <p:ph type="body" sz="quarter" idx="29" hasCustomPrompt="1"/>
          </p:nvPr>
        </p:nvSpPr>
        <p:spPr bwMode="gray">
          <a:xfrm>
            <a:off x="320675" y="2863795"/>
            <a:ext cx="2743200" cy="420624"/>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61" name="Text Placeholder 5">
            <a:extLst>
              <a:ext uri="{FF2B5EF4-FFF2-40B4-BE49-F238E27FC236}">
                <a16:creationId xmlns:a16="http://schemas.microsoft.com/office/drawing/2014/main" id="{C9D745B1-AB1E-4086-9CC3-3D525FF05E7C}"/>
              </a:ext>
            </a:extLst>
          </p:cNvPr>
          <p:cNvSpPr>
            <a:spLocks noGrp="1"/>
          </p:cNvSpPr>
          <p:nvPr>
            <p:ph type="body" sz="quarter" idx="30" hasCustomPrompt="1"/>
          </p:nvPr>
        </p:nvSpPr>
        <p:spPr bwMode="gray">
          <a:xfrm>
            <a:off x="3191241" y="2863795"/>
            <a:ext cx="2743200" cy="420624"/>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62" name="Text Placeholder 5">
            <a:extLst>
              <a:ext uri="{FF2B5EF4-FFF2-40B4-BE49-F238E27FC236}">
                <a16:creationId xmlns:a16="http://schemas.microsoft.com/office/drawing/2014/main" id="{33140BFA-0167-4E3B-9ACB-DF7E0D61B0EA}"/>
              </a:ext>
            </a:extLst>
          </p:cNvPr>
          <p:cNvSpPr>
            <a:spLocks noGrp="1"/>
          </p:cNvSpPr>
          <p:nvPr>
            <p:ph type="body" sz="quarter" idx="31" hasCustomPrompt="1"/>
          </p:nvPr>
        </p:nvSpPr>
        <p:spPr bwMode="gray">
          <a:xfrm>
            <a:off x="6061808" y="2863795"/>
            <a:ext cx="2743200" cy="420624"/>
          </a:xfrm>
        </p:spPr>
        <p:txBody>
          <a:bodyPr lIns="91440" tIns="45720" rIns="91440" bIns="45720" anchor="ctr"/>
          <a:lstStyle>
            <a:lvl1pPr marL="0" indent="0" algn="l">
              <a:buNone/>
              <a:defRPr sz="1200">
                <a:solidFill>
                  <a:schemeClr val="accent1"/>
                </a:solidFill>
                <a:latin typeface="+mj-lt"/>
              </a:defRPr>
            </a:lvl1pPr>
          </a:lstStyle>
          <a:p>
            <a:pPr lvl="0"/>
            <a:r>
              <a:rPr lang="en-US"/>
              <a:t>Title</a:t>
            </a:r>
          </a:p>
        </p:txBody>
      </p:sp>
      <p:sp>
        <p:nvSpPr>
          <p:cNvPr id="63" name="Text Placeholder 5">
            <a:extLst>
              <a:ext uri="{FF2B5EF4-FFF2-40B4-BE49-F238E27FC236}">
                <a16:creationId xmlns:a16="http://schemas.microsoft.com/office/drawing/2014/main" id="{25151AA9-F1AE-42EA-81BD-CE6A771801E4}"/>
              </a:ext>
            </a:extLst>
          </p:cNvPr>
          <p:cNvSpPr>
            <a:spLocks noGrp="1"/>
          </p:cNvSpPr>
          <p:nvPr>
            <p:ph type="body" sz="quarter" idx="32" hasCustomPrompt="1"/>
          </p:nvPr>
        </p:nvSpPr>
        <p:spPr bwMode="gray">
          <a:xfrm>
            <a:off x="320675" y="3310128"/>
            <a:ext cx="2743200" cy="1261872"/>
          </a:xfrm>
        </p:spPr>
        <p:txBody>
          <a:bodyPr lIns="91440" tIns="45720" rIns="91440" bIns="4572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64" name="Text Placeholder 5">
            <a:extLst>
              <a:ext uri="{FF2B5EF4-FFF2-40B4-BE49-F238E27FC236}">
                <a16:creationId xmlns:a16="http://schemas.microsoft.com/office/drawing/2014/main" id="{84591BF7-D684-400E-ADB3-8BA8566583A4}"/>
              </a:ext>
            </a:extLst>
          </p:cNvPr>
          <p:cNvSpPr>
            <a:spLocks noGrp="1"/>
          </p:cNvSpPr>
          <p:nvPr>
            <p:ph type="body" sz="quarter" idx="33" hasCustomPrompt="1"/>
          </p:nvPr>
        </p:nvSpPr>
        <p:spPr bwMode="gray">
          <a:xfrm>
            <a:off x="3191241" y="3310128"/>
            <a:ext cx="2743200" cy="1261872"/>
          </a:xfrm>
        </p:spPr>
        <p:txBody>
          <a:bodyPr lIns="91440" tIns="45720" rIns="91440" bIns="4572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65" name="Text Placeholder 5">
            <a:extLst>
              <a:ext uri="{FF2B5EF4-FFF2-40B4-BE49-F238E27FC236}">
                <a16:creationId xmlns:a16="http://schemas.microsoft.com/office/drawing/2014/main" id="{0621D659-92B1-4C6E-BA9E-340B7DE5A15D}"/>
              </a:ext>
            </a:extLst>
          </p:cNvPr>
          <p:cNvSpPr>
            <a:spLocks noGrp="1"/>
          </p:cNvSpPr>
          <p:nvPr>
            <p:ph type="body" sz="quarter" idx="34" hasCustomPrompt="1"/>
          </p:nvPr>
        </p:nvSpPr>
        <p:spPr bwMode="gray">
          <a:xfrm>
            <a:off x="6061808" y="3310128"/>
            <a:ext cx="2743200" cy="1261872"/>
          </a:xfrm>
        </p:spPr>
        <p:txBody>
          <a:bodyPr lIns="91440" tIns="45720" rIns="91440" bIns="4572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22" name="Slide Number Placeholder 5">
            <a:extLst>
              <a:ext uri="{FF2B5EF4-FFF2-40B4-BE49-F238E27FC236}">
                <a16:creationId xmlns:a16="http://schemas.microsoft.com/office/drawing/2014/main" id="{EA67ABB3-35B4-41B6-BB20-A50B6274435A}"/>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870465040"/>
      </p:ext>
    </p:extLst>
  </p:cSld>
  <p:clrMapOvr>
    <a:masterClrMapping/>
  </p:clrMapOvr>
  <p:hf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 column title">
    <p:spTree>
      <p:nvGrpSpPr>
        <p:cNvPr id="1" name=""/>
        <p:cNvGrpSpPr/>
        <p:nvPr/>
      </p:nvGrpSpPr>
      <p:grpSpPr>
        <a:xfrm>
          <a:off x="0" y="0"/>
          <a:ext cx="0" cy="0"/>
          <a:chOff x="0" y="0"/>
          <a:chExt cx="0" cy="0"/>
        </a:xfrm>
      </p:grpSpPr>
      <p:sp>
        <p:nvSpPr>
          <p:cNvPr id="27" name="Text Placeholder 5">
            <a:extLst>
              <a:ext uri="{FF2B5EF4-FFF2-40B4-BE49-F238E27FC236}">
                <a16:creationId xmlns:a16="http://schemas.microsoft.com/office/drawing/2014/main" id="{A99F561A-3D04-4AD1-B624-3E5304B57315}"/>
              </a:ext>
            </a:extLst>
          </p:cNvPr>
          <p:cNvSpPr>
            <a:spLocks noGrp="1"/>
          </p:cNvSpPr>
          <p:nvPr>
            <p:ph type="body" sz="quarter" idx="23" hasCustomPrompt="1"/>
          </p:nvPr>
        </p:nvSpPr>
        <p:spPr bwMode="gray">
          <a:xfrm>
            <a:off x="320675" y="1074738"/>
            <a:ext cx="2743200" cy="384048"/>
          </a:xfrm>
        </p:spPr>
        <p:txBody>
          <a:bodyPr lIns="0" tIns="0" rIns="0" bIns="0" anchor="ctr" anchorCtr="0"/>
          <a:lstStyle>
            <a:lvl1pPr marL="0" indent="0" algn="l">
              <a:buNone/>
              <a:defRPr sz="1400">
                <a:solidFill>
                  <a:schemeClr val="accent1"/>
                </a:solidFill>
                <a:latin typeface="+mj-lt"/>
              </a:defRPr>
            </a:lvl1pPr>
          </a:lstStyle>
          <a:p>
            <a:pPr lvl="0"/>
            <a:r>
              <a:rPr lang="en-US"/>
              <a:t>Title</a:t>
            </a:r>
          </a:p>
        </p:txBody>
      </p:sp>
      <p:sp>
        <p:nvSpPr>
          <p:cNvPr id="47" name="Text Placeholder 5">
            <a:extLst>
              <a:ext uri="{FF2B5EF4-FFF2-40B4-BE49-F238E27FC236}">
                <a16:creationId xmlns:a16="http://schemas.microsoft.com/office/drawing/2014/main" id="{B8813ED6-0387-4311-86DE-6EE0C77DE451}"/>
              </a:ext>
            </a:extLst>
          </p:cNvPr>
          <p:cNvSpPr>
            <a:spLocks noGrp="1"/>
          </p:cNvSpPr>
          <p:nvPr>
            <p:ph type="body" sz="quarter" idx="24" hasCustomPrompt="1"/>
          </p:nvPr>
        </p:nvSpPr>
        <p:spPr bwMode="gray">
          <a:xfrm>
            <a:off x="3191241" y="1074738"/>
            <a:ext cx="2743200" cy="384048"/>
          </a:xfrm>
        </p:spPr>
        <p:txBody>
          <a:bodyPr lIns="0" tIns="0" rIns="0" bIns="0" anchor="ctr" anchorCtr="0"/>
          <a:lstStyle>
            <a:lvl1pPr marL="0" indent="0" algn="l">
              <a:buNone/>
              <a:defRPr sz="1400">
                <a:solidFill>
                  <a:schemeClr val="accent1"/>
                </a:solidFill>
                <a:latin typeface="+mj-lt"/>
              </a:defRPr>
            </a:lvl1pPr>
          </a:lstStyle>
          <a:p>
            <a:pPr lvl="0"/>
            <a:r>
              <a:rPr lang="en-US"/>
              <a:t>Title</a:t>
            </a:r>
          </a:p>
        </p:txBody>
      </p:sp>
      <p:sp>
        <p:nvSpPr>
          <p:cNvPr id="48" name="Text Placeholder 5">
            <a:extLst>
              <a:ext uri="{FF2B5EF4-FFF2-40B4-BE49-F238E27FC236}">
                <a16:creationId xmlns:a16="http://schemas.microsoft.com/office/drawing/2014/main" id="{4B248BA4-415C-4ED3-98C5-1C2FF0B2717C}"/>
              </a:ext>
            </a:extLst>
          </p:cNvPr>
          <p:cNvSpPr>
            <a:spLocks noGrp="1"/>
          </p:cNvSpPr>
          <p:nvPr>
            <p:ph type="body" sz="quarter" idx="25" hasCustomPrompt="1"/>
          </p:nvPr>
        </p:nvSpPr>
        <p:spPr bwMode="gray">
          <a:xfrm>
            <a:off x="6061808" y="1074738"/>
            <a:ext cx="2743200" cy="384048"/>
          </a:xfrm>
        </p:spPr>
        <p:txBody>
          <a:bodyPr lIns="0" tIns="0" rIns="0" bIns="0" anchor="ctr" anchorCtr="0"/>
          <a:lstStyle>
            <a:lvl1pPr marL="0" indent="0" algn="l">
              <a:buNone/>
              <a:defRPr sz="1400">
                <a:solidFill>
                  <a:schemeClr val="accent1"/>
                </a:solidFill>
                <a:latin typeface="+mj-lt"/>
              </a:defRPr>
            </a:lvl1pPr>
          </a:lstStyle>
          <a:p>
            <a:pPr lvl="0"/>
            <a:r>
              <a:rPr lang="en-US"/>
              <a:t>Title</a:t>
            </a: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gray">
          <a:xfrm>
            <a:off x="320675" y="1600198"/>
            <a:ext cx="2743200" cy="2971800"/>
          </a:xfrm>
        </p:spPr>
        <p:txBody>
          <a:bodyPr lIns="0" tIns="0" rIns="0" bIns="0" anchor="t" anchorCtr="0"/>
          <a:lstStyle>
            <a:lvl1pPr marL="182880" indent="-182880" algn="l">
              <a:buFont typeface="Arial" panose="020B0604020202020204" pitchFamily="34" charset="0"/>
              <a:buChar char="•"/>
              <a:defRPr sz="1200">
                <a:latin typeface="+mn-lt"/>
              </a:defRPr>
            </a:lvl1pPr>
          </a:lstStyle>
          <a:p>
            <a:pPr lvl="0"/>
            <a:r>
              <a:rPr lang="en-US"/>
              <a:t>Text</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gray">
          <a:xfrm>
            <a:off x="3191241" y="1600198"/>
            <a:ext cx="2743200" cy="2971800"/>
          </a:xfrm>
        </p:spPr>
        <p:txBody>
          <a:bodyPr lIns="0" tIns="0" rIns="0" bIns="0" anchor="t" anchorCtr="0"/>
          <a:lstStyle>
            <a:lvl1pPr marL="182880" indent="-182880" algn="l">
              <a:buFont typeface="Arial" panose="020B0604020202020204" pitchFamily="34" charset="0"/>
              <a:buChar char="•"/>
              <a:defRPr sz="1200">
                <a:latin typeface="+mn-lt"/>
              </a:defRPr>
            </a:lvl1pPr>
          </a:lstStyle>
          <a:p>
            <a:pPr lvl="0"/>
            <a:r>
              <a:rPr lang="en-US"/>
              <a:t>Text</a:t>
            </a:r>
          </a:p>
        </p:txBody>
      </p:sp>
      <p:sp>
        <p:nvSpPr>
          <p:cNvPr id="53" name="Text Placeholder 5">
            <a:extLst>
              <a:ext uri="{FF2B5EF4-FFF2-40B4-BE49-F238E27FC236}">
                <a16:creationId xmlns:a16="http://schemas.microsoft.com/office/drawing/2014/main" id="{51A44452-CBAC-4F3B-A256-C86AB53549C3}"/>
              </a:ext>
            </a:extLst>
          </p:cNvPr>
          <p:cNvSpPr>
            <a:spLocks noGrp="1"/>
          </p:cNvSpPr>
          <p:nvPr>
            <p:ph type="body" sz="quarter" idx="28" hasCustomPrompt="1"/>
          </p:nvPr>
        </p:nvSpPr>
        <p:spPr bwMode="gray">
          <a:xfrm>
            <a:off x="6061808" y="1600198"/>
            <a:ext cx="2743200" cy="2971800"/>
          </a:xfrm>
        </p:spPr>
        <p:txBody>
          <a:bodyPr lIns="0" tIns="0" rIns="0" bIns="0" anchor="t" anchorCtr="0"/>
          <a:lstStyle>
            <a:lvl1pPr marL="182880" indent="-182880" algn="l">
              <a:buFont typeface="Arial" panose="020B0604020202020204" pitchFamily="34" charset="0"/>
              <a:buChar char="•"/>
              <a:defRPr sz="1200">
                <a:latin typeface="+mn-lt"/>
              </a:defRPr>
            </a:lvl1pPr>
          </a:lstStyle>
          <a:p>
            <a:pPr lvl="0"/>
            <a:r>
              <a:rPr lang="en-US"/>
              <a:t>Text</a:t>
            </a:r>
          </a:p>
        </p:txBody>
      </p:sp>
      <p:cxnSp>
        <p:nvCxnSpPr>
          <p:cNvPr id="22" name="Straight Connector 21">
            <a:extLst>
              <a:ext uri="{FF2B5EF4-FFF2-40B4-BE49-F238E27FC236}">
                <a16:creationId xmlns:a16="http://schemas.microsoft.com/office/drawing/2014/main" id="{C965112B-F066-4167-AA5D-CEB0B5B9A4A3}"/>
              </a:ext>
            </a:extLst>
          </p:cNvPr>
          <p:cNvCxnSpPr/>
          <p:nvPr userDrawn="1"/>
        </p:nvCxnSpPr>
        <p:spPr bwMode="gray">
          <a:xfrm>
            <a:off x="320675" y="1529492"/>
            <a:ext cx="2743199" cy="0"/>
          </a:xfrm>
          <a:prstGeom prst="line">
            <a:avLst/>
          </a:prstGeom>
          <a:ln>
            <a:gradFill flip="none" rotWithShape="1">
              <a:gsLst>
                <a:gs pos="50000">
                  <a:schemeClr val="accent1"/>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7D21243-3478-49BC-8C0E-62AF89B2F788}"/>
              </a:ext>
            </a:extLst>
          </p:cNvPr>
          <p:cNvCxnSpPr/>
          <p:nvPr userDrawn="1"/>
        </p:nvCxnSpPr>
        <p:spPr bwMode="gray">
          <a:xfrm>
            <a:off x="3191241" y="1529492"/>
            <a:ext cx="2743199" cy="0"/>
          </a:xfrm>
          <a:prstGeom prst="line">
            <a:avLst/>
          </a:prstGeom>
          <a:ln>
            <a:gradFill flip="none" rotWithShape="1">
              <a:gsLst>
                <a:gs pos="50000">
                  <a:schemeClr val="accent1"/>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3C89826-6E78-4C61-BAD8-BA75866F53A0}"/>
              </a:ext>
            </a:extLst>
          </p:cNvPr>
          <p:cNvCxnSpPr/>
          <p:nvPr userDrawn="1"/>
        </p:nvCxnSpPr>
        <p:spPr bwMode="gray">
          <a:xfrm>
            <a:off x="6061808" y="1529492"/>
            <a:ext cx="2743199" cy="0"/>
          </a:xfrm>
          <a:prstGeom prst="line">
            <a:avLst/>
          </a:prstGeom>
          <a:ln>
            <a:gradFill flip="none" rotWithShape="1">
              <a:gsLst>
                <a:gs pos="50000">
                  <a:schemeClr val="accent1"/>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3" name="Slide Number Placeholder 5">
            <a:extLst>
              <a:ext uri="{FF2B5EF4-FFF2-40B4-BE49-F238E27FC236}">
                <a16:creationId xmlns:a16="http://schemas.microsoft.com/office/drawing/2014/main" id="{B8F648AF-A468-4A92-A4DF-743DB47F466F}"/>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752770814"/>
      </p:ext>
    </p:extLst>
  </p:cSld>
  <p:clrMapOvr>
    <a:masterClrMapping/>
  </p:clrMapOvr>
  <p:hf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Key highlight">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A4FA160-A88D-4C57-9737-BA9733A36AAD}"/>
              </a:ext>
            </a:extLst>
          </p:cNvPr>
          <p:cNvSpPr/>
          <p:nvPr userDrawn="1"/>
        </p:nvSpPr>
        <p:spPr bwMode="gray">
          <a:xfrm>
            <a:off x="315058" y="1074738"/>
            <a:ext cx="2148840" cy="3497262"/>
          </a:xfrm>
          <a:prstGeom prst="rect">
            <a:avLst/>
          </a:prstGeom>
          <a:gradFill flip="none" rotWithShape="1">
            <a:gsLst>
              <a:gs pos="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lstStyle/>
          <a:p>
            <a:endParaRPr lang="en-IN">
              <a:solidFill>
                <a:schemeClr val="tx1"/>
              </a:solidFill>
              <a:latin typeface="+mj-lt"/>
            </a:endParaRP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gray">
          <a:xfrm>
            <a:off x="315058" y="1074738"/>
            <a:ext cx="2146788" cy="3493008"/>
          </a:xfrm>
        </p:spPr>
        <p:txBody>
          <a:bodyPr lIns="91440" tIns="45720" rIns="91440" bIns="45720" anchor="t"/>
          <a:lstStyle>
            <a:lvl1pPr marL="0" indent="0" algn="l">
              <a:buFont typeface="Arial" panose="020B0604020202020204" pitchFamily="34" charset="0"/>
              <a:buNone/>
              <a:defRPr sz="1800">
                <a:latin typeface="+mj-lt"/>
              </a:defRPr>
            </a:lvl1pPr>
          </a:lstStyle>
          <a:p>
            <a:pPr lvl="0"/>
            <a:r>
              <a:rPr lang="en-US"/>
              <a:t>Title</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gray">
          <a:xfrm>
            <a:off x="2691245" y="1074738"/>
            <a:ext cx="6113763" cy="3493008"/>
          </a:xfrm>
        </p:spPr>
        <p:txBody>
          <a:bodyPr lIns="91440" tIns="45720" rIns="91440" bIns="45720" anchor="t"/>
          <a:lstStyle>
            <a:lvl1pPr marL="182880" indent="-182880" algn="l">
              <a:buFont typeface="Arial" panose="020B0604020202020204" pitchFamily="34" charset="0"/>
              <a:buChar char="•"/>
              <a:defRPr sz="1400">
                <a:latin typeface="+mn-lt"/>
              </a:defRPr>
            </a:lvl1pPr>
          </a:lstStyle>
          <a:p>
            <a:pPr lvl="0"/>
            <a:r>
              <a:rPr lang="en-US"/>
              <a:t>Text</a:t>
            </a:r>
          </a:p>
        </p:txBody>
      </p:sp>
      <p:sp>
        <p:nvSpPr>
          <p:cNvPr id="7" name="Slide Number Placeholder 5">
            <a:extLst>
              <a:ext uri="{FF2B5EF4-FFF2-40B4-BE49-F238E27FC236}">
                <a16:creationId xmlns:a16="http://schemas.microsoft.com/office/drawing/2014/main" id="{285EDA46-3C2E-402D-9713-146D890414E4}"/>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22887092"/>
      </p:ext>
    </p:extLst>
  </p:cSld>
  <p:clrMapOvr>
    <a:masterClrMapping/>
  </p:clrMapOvr>
  <p:hf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mpany profile">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848549A-78CA-4189-82A2-507FB7B7D6B3}"/>
              </a:ext>
            </a:extLst>
          </p:cNvPr>
          <p:cNvSpPr>
            <a:spLocks noChangeAspect="1"/>
          </p:cNvSpPr>
          <p:nvPr userDrawn="1"/>
        </p:nvSpPr>
        <p:spPr bwMode="gray">
          <a:xfrm>
            <a:off x="3995400" y="0"/>
            <a:ext cx="5148600" cy="4586514"/>
          </a:xfrm>
          <a:custGeom>
            <a:avLst/>
            <a:gdLst>
              <a:gd name="connsiteX0" fmla="*/ 226716 w 5148600"/>
              <a:gd name="connsiteY0" fmla="*/ 0 h 4586514"/>
              <a:gd name="connsiteX1" fmla="*/ 5148600 w 5148600"/>
              <a:gd name="connsiteY1" fmla="*/ 0 h 4586514"/>
              <a:gd name="connsiteX2" fmla="*/ 5148600 w 5148600"/>
              <a:gd name="connsiteY2" fmla="*/ 4081005 h 4586514"/>
              <a:gd name="connsiteX3" fmla="*/ 4987528 w 5148600"/>
              <a:gd name="connsiteY3" fmla="*/ 4178859 h 4586514"/>
              <a:gd name="connsiteX4" fmla="*/ 3377575 w 5148600"/>
              <a:gd name="connsiteY4" fmla="*/ 4586514 h 4586514"/>
              <a:gd name="connsiteX5" fmla="*/ 0 w 5148600"/>
              <a:gd name="connsiteY5" fmla="*/ 1208939 h 4586514"/>
              <a:gd name="connsiteX6" fmla="*/ 151849 w 5148600"/>
              <a:gd name="connsiteY6" fmla="*/ 204552 h 4586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8600" h="4586514">
                <a:moveTo>
                  <a:pt x="226716" y="0"/>
                </a:moveTo>
                <a:lnTo>
                  <a:pt x="5148600" y="0"/>
                </a:lnTo>
                <a:lnTo>
                  <a:pt x="5148600" y="4081005"/>
                </a:lnTo>
                <a:lnTo>
                  <a:pt x="4987528" y="4178859"/>
                </a:lnTo>
                <a:cubicBezTo>
                  <a:pt x="4508948" y="4438839"/>
                  <a:pt x="3960508" y="4586514"/>
                  <a:pt x="3377575" y="4586514"/>
                </a:cubicBezTo>
                <a:cubicBezTo>
                  <a:pt x="1512192" y="4586514"/>
                  <a:pt x="0" y="3074322"/>
                  <a:pt x="0" y="1208939"/>
                </a:cubicBezTo>
                <a:cubicBezTo>
                  <a:pt x="0" y="859180"/>
                  <a:pt x="53163" y="521837"/>
                  <a:pt x="151849" y="204552"/>
                </a:cubicBezTo>
                <a:close/>
              </a:path>
            </a:pathLst>
          </a:custGeom>
          <a:gradFill flip="none" rotWithShape="1">
            <a:gsLst>
              <a:gs pos="49000">
                <a:schemeClr val="accent1">
                  <a:alpha val="30000"/>
                </a:schemeClr>
              </a:gs>
              <a:gs pos="10000">
                <a:schemeClr val="accent1"/>
              </a:gs>
              <a:gs pos="79000">
                <a:schemeClr val="accent1">
                  <a:alpha val="0"/>
                </a:schemeClr>
              </a:gs>
            </a:gsLst>
            <a:lin ang="18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solidFill>
                <a:schemeClr val="tx1"/>
              </a:solidFill>
              <a:latin typeface="+mj-lt"/>
            </a:endParaRP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gray">
          <a:xfrm>
            <a:off x="320675" y="1074738"/>
            <a:ext cx="4389120" cy="3493008"/>
          </a:xfrm>
        </p:spPr>
        <p:txBody>
          <a:bodyPr lIns="0" tIns="0" rIns="0" bIns="0" anchor="t"/>
          <a:lstStyle>
            <a:lvl1pPr marL="0" indent="0" algn="l">
              <a:buFont typeface="Arial" panose="020B0604020202020204" pitchFamily="34" charset="0"/>
              <a:buNone/>
              <a:defRPr sz="1800">
                <a:latin typeface="+mn-lt"/>
              </a:defRPr>
            </a:lvl1pPr>
          </a:lstStyle>
          <a:p>
            <a:pPr lvl="0"/>
            <a:r>
              <a:rPr lang="en-US"/>
              <a:t>Text</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gray">
          <a:xfrm>
            <a:off x="4853355" y="1074736"/>
            <a:ext cx="3951653" cy="3493008"/>
          </a:xfrm>
        </p:spPr>
        <p:txBody>
          <a:bodyPr lIns="0" tIns="0" rIns="0" bIns="0" anchor="t"/>
          <a:lstStyle>
            <a:lvl1pPr marL="0" indent="0" algn="r">
              <a:buFont typeface="Arial" panose="020B0604020202020204" pitchFamily="34" charset="0"/>
              <a:buNone/>
              <a:defRPr sz="1800">
                <a:latin typeface="+mn-lt"/>
              </a:defRPr>
            </a:lvl1pPr>
          </a:lstStyle>
          <a:p>
            <a:pPr lvl="0"/>
            <a:r>
              <a:rPr lang="en-US"/>
              <a:t>Key highlight points</a:t>
            </a:r>
          </a:p>
        </p:txBody>
      </p:sp>
      <p:sp>
        <p:nvSpPr>
          <p:cNvPr id="7" name="Slide Number Placeholder 5">
            <a:extLst>
              <a:ext uri="{FF2B5EF4-FFF2-40B4-BE49-F238E27FC236}">
                <a16:creationId xmlns:a16="http://schemas.microsoft.com/office/drawing/2014/main" id="{B174F644-523C-4D80-A49F-9F46C283CAE7}"/>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3743634"/>
      </p:ext>
    </p:extLst>
  </p:cSld>
  <p:clrMapOvr>
    <a:masterClrMapping/>
  </p:clrMapOvr>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imple 4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gray">
          <a:xfrm>
            <a:off x="320675" y="1074738"/>
            <a:ext cx="1975104" cy="3493008"/>
          </a:xfrm>
        </p:spPr>
        <p:txBody>
          <a:bodyPr lIns="0" tIns="0" rIns="0" bIns="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gray">
          <a:xfrm>
            <a:off x="2490417" y="1074738"/>
            <a:ext cx="1975104" cy="3493008"/>
          </a:xfrm>
        </p:spPr>
        <p:txBody>
          <a:bodyPr lIns="0" tIns="0" rIns="0" bIns="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53" name="Text Placeholder 5">
            <a:extLst>
              <a:ext uri="{FF2B5EF4-FFF2-40B4-BE49-F238E27FC236}">
                <a16:creationId xmlns:a16="http://schemas.microsoft.com/office/drawing/2014/main" id="{51A44452-CBAC-4F3B-A256-C86AB53549C3}"/>
              </a:ext>
            </a:extLst>
          </p:cNvPr>
          <p:cNvSpPr>
            <a:spLocks noGrp="1"/>
          </p:cNvSpPr>
          <p:nvPr>
            <p:ph type="body" sz="quarter" idx="28" hasCustomPrompt="1"/>
          </p:nvPr>
        </p:nvSpPr>
        <p:spPr bwMode="gray">
          <a:xfrm>
            <a:off x="6829904" y="1074738"/>
            <a:ext cx="1975104" cy="3493008"/>
          </a:xfrm>
        </p:spPr>
        <p:txBody>
          <a:bodyPr lIns="0" tIns="0" rIns="0" bIns="0" anchor="t"/>
          <a:lstStyle>
            <a:lvl1pPr marL="182880" indent="-182880" algn="l">
              <a:buFont typeface="Arial" panose="020B0604020202020204" pitchFamily="34" charset="0"/>
              <a:buChar char="•"/>
              <a:defRPr sz="1100">
                <a:latin typeface="+mn-lt"/>
              </a:defRPr>
            </a:lvl1pPr>
          </a:lstStyle>
          <a:p>
            <a:pPr lvl="0"/>
            <a:r>
              <a:rPr lang="en-US"/>
              <a:t>Text</a:t>
            </a:r>
          </a:p>
        </p:txBody>
      </p:sp>
      <p:cxnSp>
        <p:nvCxnSpPr>
          <p:cNvPr id="22" name="Straight Connector 21">
            <a:extLst>
              <a:ext uri="{FF2B5EF4-FFF2-40B4-BE49-F238E27FC236}">
                <a16:creationId xmlns:a16="http://schemas.microsoft.com/office/drawing/2014/main" id="{75E64FA6-F473-4A30-B276-B4630E307355}"/>
              </a:ext>
            </a:extLst>
          </p:cNvPr>
          <p:cNvCxnSpPr/>
          <p:nvPr userDrawn="1"/>
        </p:nvCxnSpPr>
        <p:spPr bwMode="gray">
          <a:xfrm>
            <a:off x="2393098" y="1076325"/>
            <a:ext cx="0" cy="3495675"/>
          </a:xfrm>
          <a:prstGeom prst="line">
            <a:avLst/>
          </a:prstGeom>
          <a:ln>
            <a:gradFill flip="none" rotWithShape="1">
              <a:gsLst>
                <a:gs pos="0">
                  <a:schemeClr val="accent1">
                    <a:alpha val="0"/>
                  </a:schemeClr>
                </a:gs>
                <a:gs pos="50000">
                  <a:schemeClr val="accent1"/>
                </a:gs>
                <a:gs pos="100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10BBC1D-6A56-4B4D-9FCC-B5FD2DA8FE0A}"/>
              </a:ext>
            </a:extLst>
          </p:cNvPr>
          <p:cNvCxnSpPr/>
          <p:nvPr userDrawn="1"/>
        </p:nvCxnSpPr>
        <p:spPr bwMode="gray">
          <a:xfrm>
            <a:off x="4562840" y="1076325"/>
            <a:ext cx="0" cy="3495675"/>
          </a:xfrm>
          <a:prstGeom prst="line">
            <a:avLst/>
          </a:prstGeom>
          <a:ln>
            <a:gradFill flip="none" rotWithShape="1">
              <a:gsLst>
                <a:gs pos="0">
                  <a:schemeClr val="accent1">
                    <a:alpha val="0"/>
                  </a:schemeClr>
                </a:gs>
                <a:gs pos="50000">
                  <a:schemeClr val="accent1"/>
                </a:gs>
                <a:gs pos="100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4C3338C-CABF-4D14-8545-BBD18F911B01}"/>
              </a:ext>
            </a:extLst>
          </p:cNvPr>
          <p:cNvCxnSpPr/>
          <p:nvPr userDrawn="1"/>
        </p:nvCxnSpPr>
        <p:spPr bwMode="gray">
          <a:xfrm>
            <a:off x="6732583" y="1076325"/>
            <a:ext cx="0" cy="3495675"/>
          </a:xfrm>
          <a:prstGeom prst="line">
            <a:avLst/>
          </a:prstGeom>
          <a:ln>
            <a:gradFill flip="none" rotWithShape="1">
              <a:gsLst>
                <a:gs pos="0">
                  <a:schemeClr val="accent1">
                    <a:alpha val="0"/>
                  </a:schemeClr>
                </a:gs>
                <a:gs pos="50000">
                  <a:schemeClr val="accent1"/>
                </a:gs>
                <a:gs pos="100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28" name="Text Placeholder 5">
            <a:extLst>
              <a:ext uri="{FF2B5EF4-FFF2-40B4-BE49-F238E27FC236}">
                <a16:creationId xmlns:a16="http://schemas.microsoft.com/office/drawing/2014/main" id="{5656678E-EDE5-4D8F-A429-5F02485F11C7}"/>
              </a:ext>
            </a:extLst>
          </p:cNvPr>
          <p:cNvSpPr>
            <a:spLocks noGrp="1"/>
          </p:cNvSpPr>
          <p:nvPr>
            <p:ph type="body" sz="quarter" idx="30" hasCustomPrompt="1"/>
          </p:nvPr>
        </p:nvSpPr>
        <p:spPr bwMode="gray">
          <a:xfrm>
            <a:off x="4660159" y="1074738"/>
            <a:ext cx="1975104" cy="3493008"/>
          </a:xfrm>
        </p:spPr>
        <p:txBody>
          <a:bodyPr lIns="0" tIns="0" rIns="0" bIns="0" anchor="t"/>
          <a:lstStyle>
            <a:lvl1pPr marL="182880" indent="-182880" algn="l">
              <a:buFont typeface="Arial" panose="020B0604020202020204" pitchFamily="34" charset="0"/>
              <a:buChar char="•"/>
              <a:defRPr sz="1100">
                <a:latin typeface="+mn-lt"/>
              </a:defRPr>
            </a:lvl1pPr>
          </a:lstStyle>
          <a:p>
            <a:pPr lvl="0"/>
            <a:r>
              <a:rPr lang="en-US"/>
              <a:t>Text</a:t>
            </a:r>
          </a:p>
        </p:txBody>
      </p:sp>
      <p:sp>
        <p:nvSpPr>
          <p:cNvPr id="11" name="Slide Number Placeholder 5">
            <a:extLst>
              <a:ext uri="{FF2B5EF4-FFF2-40B4-BE49-F238E27FC236}">
                <a16:creationId xmlns:a16="http://schemas.microsoft.com/office/drawing/2014/main" id="{F7C65DF4-1AA1-4846-A410-402BDA336875}"/>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171357195"/>
      </p:ext>
    </p:extLst>
  </p:cSld>
  <p:clrMapOvr>
    <a:masterClrMapping/>
  </p:clrMapOvr>
  <p:hf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hree pointers">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EEF578A6-0CF5-4E17-910B-7C67E58AB278}"/>
              </a:ext>
            </a:extLst>
          </p:cNvPr>
          <p:cNvSpPr/>
          <p:nvPr userDrawn="1"/>
        </p:nvSpPr>
        <p:spPr bwMode="gray">
          <a:xfrm>
            <a:off x="332728" y="1120458"/>
            <a:ext cx="914400" cy="914400"/>
          </a:xfrm>
          <a:prstGeom prst="ellipse">
            <a:avLst/>
          </a:prstGeom>
          <a:gradFill flip="none" rotWithShape="1">
            <a:gsLst>
              <a:gs pos="25000">
                <a:schemeClr val="accent1">
                  <a:alpha val="0"/>
                </a:schemeClr>
              </a:gs>
              <a:gs pos="100000">
                <a:schemeClr val="accent1"/>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mj-lt"/>
            </a:endParaRPr>
          </a:p>
        </p:txBody>
      </p:sp>
      <p:sp>
        <p:nvSpPr>
          <p:cNvPr id="23" name="Oval 22">
            <a:extLst>
              <a:ext uri="{FF2B5EF4-FFF2-40B4-BE49-F238E27FC236}">
                <a16:creationId xmlns:a16="http://schemas.microsoft.com/office/drawing/2014/main" id="{B4A69D49-88CA-4168-827B-076392BB2441}"/>
              </a:ext>
            </a:extLst>
          </p:cNvPr>
          <p:cNvSpPr/>
          <p:nvPr userDrawn="1"/>
        </p:nvSpPr>
        <p:spPr bwMode="gray">
          <a:xfrm>
            <a:off x="332728" y="2363529"/>
            <a:ext cx="914400" cy="914400"/>
          </a:xfrm>
          <a:prstGeom prst="ellipse">
            <a:avLst/>
          </a:prstGeom>
          <a:gradFill flip="none" rotWithShape="1">
            <a:gsLst>
              <a:gs pos="25000">
                <a:schemeClr val="accent2">
                  <a:alpha val="0"/>
                </a:schemeClr>
              </a:gs>
              <a:gs pos="100000">
                <a:schemeClr val="accent2"/>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mj-lt"/>
            </a:endParaRPr>
          </a:p>
        </p:txBody>
      </p:sp>
      <p:sp>
        <p:nvSpPr>
          <p:cNvPr id="25" name="Oval 24">
            <a:extLst>
              <a:ext uri="{FF2B5EF4-FFF2-40B4-BE49-F238E27FC236}">
                <a16:creationId xmlns:a16="http://schemas.microsoft.com/office/drawing/2014/main" id="{6008EED8-CF13-4BA3-9ABC-B01B8D81F6D5}"/>
              </a:ext>
            </a:extLst>
          </p:cNvPr>
          <p:cNvSpPr/>
          <p:nvPr userDrawn="1"/>
        </p:nvSpPr>
        <p:spPr bwMode="gray">
          <a:xfrm>
            <a:off x="332728" y="3606600"/>
            <a:ext cx="914400" cy="914400"/>
          </a:xfrm>
          <a:prstGeom prst="ellipse">
            <a:avLst/>
          </a:prstGeom>
          <a:gradFill flip="none" rotWithShape="1">
            <a:gsLst>
              <a:gs pos="25000">
                <a:schemeClr val="accent3">
                  <a:alpha val="0"/>
                </a:schemeClr>
              </a:gs>
              <a:gs pos="100000">
                <a:schemeClr val="accent3"/>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mj-lt"/>
            </a:endParaRP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gray">
          <a:xfrm>
            <a:off x="1402125" y="1074738"/>
            <a:ext cx="7406640" cy="1005840"/>
          </a:xfrm>
        </p:spPr>
        <p:txBody>
          <a:bodyPr lIns="0" tIns="0" rIns="0" bIns="0" anchor="ctr"/>
          <a:lstStyle>
            <a:lvl1pPr marL="182880" indent="-182880" algn="l">
              <a:buFont typeface="Arial" panose="020B0604020202020204" pitchFamily="34" charset="0"/>
              <a:buChar char="•"/>
              <a:defRPr sz="1200">
                <a:latin typeface="+mn-lt"/>
              </a:defRPr>
            </a:lvl1pPr>
          </a:lstStyle>
          <a:p>
            <a:pPr lvl="0"/>
            <a:r>
              <a:rPr lang="en-US"/>
              <a:t>Text</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gray">
          <a:xfrm>
            <a:off x="1402125" y="2317809"/>
            <a:ext cx="7406640" cy="1005840"/>
          </a:xfrm>
        </p:spPr>
        <p:txBody>
          <a:bodyPr lIns="0" tIns="0" rIns="0" bIns="0" anchor="ctr"/>
          <a:lstStyle>
            <a:lvl1pPr marL="182880" indent="-182880" algn="l">
              <a:buFont typeface="Arial" panose="020B0604020202020204" pitchFamily="34" charset="0"/>
              <a:buChar char="•"/>
              <a:defRPr sz="1200">
                <a:latin typeface="+mn-lt"/>
              </a:defRPr>
            </a:lvl1pPr>
          </a:lstStyle>
          <a:p>
            <a:pPr lvl="0"/>
            <a:r>
              <a:rPr lang="en-US"/>
              <a:t>Text</a:t>
            </a:r>
          </a:p>
        </p:txBody>
      </p:sp>
      <p:sp>
        <p:nvSpPr>
          <p:cNvPr id="53" name="Text Placeholder 5">
            <a:extLst>
              <a:ext uri="{FF2B5EF4-FFF2-40B4-BE49-F238E27FC236}">
                <a16:creationId xmlns:a16="http://schemas.microsoft.com/office/drawing/2014/main" id="{51A44452-CBAC-4F3B-A256-C86AB53549C3}"/>
              </a:ext>
            </a:extLst>
          </p:cNvPr>
          <p:cNvSpPr>
            <a:spLocks noGrp="1"/>
          </p:cNvSpPr>
          <p:nvPr>
            <p:ph type="body" sz="quarter" idx="28" hasCustomPrompt="1"/>
          </p:nvPr>
        </p:nvSpPr>
        <p:spPr bwMode="gray">
          <a:xfrm>
            <a:off x="1402125" y="3560880"/>
            <a:ext cx="7406640" cy="1005840"/>
          </a:xfrm>
        </p:spPr>
        <p:txBody>
          <a:bodyPr lIns="0" tIns="0" rIns="0" bIns="0" anchor="ctr"/>
          <a:lstStyle>
            <a:lvl1pPr marL="182880" indent="-182880" algn="l">
              <a:buFont typeface="Arial" panose="020B0604020202020204" pitchFamily="34" charset="0"/>
              <a:buChar char="•"/>
              <a:defRPr sz="1200">
                <a:latin typeface="+mn-lt"/>
              </a:defRPr>
            </a:lvl1pPr>
          </a:lstStyle>
          <a:p>
            <a:pPr lvl="0"/>
            <a:r>
              <a:rPr lang="en-US"/>
              <a:t>Text</a:t>
            </a:r>
          </a:p>
        </p:txBody>
      </p:sp>
      <p:sp>
        <p:nvSpPr>
          <p:cNvPr id="26" name="Text Placeholder 5">
            <a:extLst>
              <a:ext uri="{FF2B5EF4-FFF2-40B4-BE49-F238E27FC236}">
                <a16:creationId xmlns:a16="http://schemas.microsoft.com/office/drawing/2014/main" id="{F80B1E3F-4EBE-460F-9AB0-4C8CFFE5BEDE}"/>
              </a:ext>
            </a:extLst>
          </p:cNvPr>
          <p:cNvSpPr>
            <a:spLocks noGrp="1"/>
          </p:cNvSpPr>
          <p:nvPr>
            <p:ph type="body" sz="quarter" idx="35" hasCustomPrompt="1"/>
          </p:nvPr>
        </p:nvSpPr>
        <p:spPr bwMode="gray">
          <a:xfrm>
            <a:off x="704969" y="1362215"/>
            <a:ext cx="169918"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1</a:t>
            </a:r>
          </a:p>
        </p:txBody>
      </p:sp>
      <p:sp>
        <p:nvSpPr>
          <p:cNvPr id="28" name="Text Placeholder 5">
            <a:extLst>
              <a:ext uri="{FF2B5EF4-FFF2-40B4-BE49-F238E27FC236}">
                <a16:creationId xmlns:a16="http://schemas.microsoft.com/office/drawing/2014/main" id="{4701CB5E-364C-4C21-BFA4-7310E2F21E11}"/>
              </a:ext>
            </a:extLst>
          </p:cNvPr>
          <p:cNvSpPr>
            <a:spLocks noGrp="1"/>
          </p:cNvSpPr>
          <p:nvPr>
            <p:ph type="body" sz="quarter" idx="36" hasCustomPrompt="1"/>
          </p:nvPr>
        </p:nvSpPr>
        <p:spPr bwMode="gray">
          <a:xfrm>
            <a:off x="691343" y="2605286"/>
            <a:ext cx="197170"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2</a:t>
            </a:r>
          </a:p>
        </p:txBody>
      </p:sp>
      <p:sp>
        <p:nvSpPr>
          <p:cNvPr id="31" name="Text Placeholder 5">
            <a:extLst>
              <a:ext uri="{FF2B5EF4-FFF2-40B4-BE49-F238E27FC236}">
                <a16:creationId xmlns:a16="http://schemas.microsoft.com/office/drawing/2014/main" id="{5661BFBD-5CAA-4C36-A3D0-3A86A9BCFCD5}"/>
              </a:ext>
            </a:extLst>
          </p:cNvPr>
          <p:cNvSpPr>
            <a:spLocks noGrp="1"/>
          </p:cNvSpPr>
          <p:nvPr>
            <p:ph type="body" sz="quarter" idx="37" hasCustomPrompt="1"/>
          </p:nvPr>
        </p:nvSpPr>
        <p:spPr bwMode="gray">
          <a:xfrm>
            <a:off x="691343" y="3848357"/>
            <a:ext cx="197170"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3</a:t>
            </a:r>
          </a:p>
        </p:txBody>
      </p:sp>
      <p:sp>
        <p:nvSpPr>
          <p:cNvPr id="13" name="Slide Number Placeholder 5">
            <a:extLst>
              <a:ext uri="{FF2B5EF4-FFF2-40B4-BE49-F238E27FC236}">
                <a16:creationId xmlns:a16="http://schemas.microsoft.com/office/drawing/2014/main" id="{C066C6BC-D315-4648-B3CB-F84027919D25}"/>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4171810576"/>
      </p:ext>
    </p:extLst>
  </p:cSld>
  <p:clrMapOvr>
    <a:masterClrMapping/>
  </p:clrMapOvr>
  <p:hf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our pointers">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EECA5578-48F8-48F0-B63A-6207C42776B7}"/>
              </a:ext>
            </a:extLst>
          </p:cNvPr>
          <p:cNvSpPr/>
          <p:nvPr userDrawn="1"/>
        </p:nvSpPr>
        <p:spPr bwMode="gray">
          <a:xfrm>
            <a:off x="332728" y="2820574"/>
            <a:ext cx="914400" cy="914400"/>
          </a:xfrm>
          <a:prstGeom prst="ellipse">
            <a:avLst/>
          </a:prstGeom>
          <a:gradFill flip="none" rotWithShape="1">
            <a:gsLst>
              <a:gs pos="25000">
                <a:schemeClr val="accent2">
                  <a:alpha val="0"/>
                </a:schemeClr>
              </a:gs>
              <a:gs pos="100000">
                <a:schemeClr val="accent2"/>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mj-lt"/>
            </a:endParaRPr>
          </a:p>
        </p:txBody>
      </p:sp>
      <p:sp>
        <p:nvSpPr>
          <p:cNvPr id="23" name="Oval 22">
            <a:extLst>
              <a:ext uri="{FF2B5EF4-FFF2-40B4-BE49-F238E27FC236}">
                <a16:creationId xmlns:a16="http://schemas.microsoft.com/office/drawing/2014/main" id="{5A7ECD16-5800-4004-A2E1-80FD33B55E31}"/>
              </a:ext>
            </a:extLst>
          </p:cNvPr>
          <p:cNvSpPr/>
          <p:nvPr userDrawn="1"/>
        </p:nvSpPr>
        <p:spPr bwMode="gray">
          <a:xfrm>
            <a:off x="4656154" y="2820574"/>
            <a:ext cx="914400" cy="914400"/>
          </a:xfrm>
          <a:prstGeom prst="ellipse">
            <a:avLst/>
          </a:prstGeom>
          <a:gradFill flip="none" rotWithShape="1">
            <a:gsLst>
              <a:gs pos="25000">
                <a:schemeClr val="accent4">
                  <a:alpha val="0"/>
                </a:schemeClr>
              </a:gs>
              <a:gs pos="100000">
                <a:schemeClr val="accent4"/>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mj-lt"/>
            </a:endParaRPr>
          </a:p>
        </p:txBody>
      </p:sp>
      <p:sp>
        <p:nvSpPr>
          <p:cNvPr id="25" name="Oval 24">
            <a:extLst>
              <a:ext uri="{FF2B5EF4-FFF2-40B4-BE49-F238E27FC236}">
                <a16:creationId xmlns:a16="http://schemas.microsoft.com/office/drawing/2014/main" id="{E46CDADF-D8FC-4F51-804A-F053CD8807F3}"/>
              </a:ext>
            </a:extLst>
          </p:cNvPr>
          <p:cNvSpPr/>
          <p:nvPr userDrawn="1"/>
        </p:nvSpPr>
        <p:spPr bwMode="gray">
          <a:xfrm>
            <a:off x="4656154" y="969234"/>
            <a:ext cx="914400" cy="914400"/>
          </a:xfrm>
          <a:prstGeom prst="ellipse">
            <a:avLst/>
          </a:prstGeom>
          <a:gradFill flip="none" rotWithShape="1">
            <a:gsLst>
              <a:gs pos="25000">
                <a:schemeClr val="accent3">
                  <a:alpha val="0"/>
                </a:schemeClr>
              </a:gs>
              <a:gs pos="100000">
                <a:schemeClr val="accent3"/>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mj-lt"/>
            </a:endParaRPr>
          </a:p>
        </p:txBody>
      </p:sp>
      <p:sp>
        <p:nvSpPr>
          <p:cNvPr id="26" name="Oval 25">
            <a:extLst>
              <a:ext uri="{FF2B5EF4-FFF2-40B4-BE49-F238E27FC236}">
                <a16:creationId xmlns:a16="http://schemas.microsoft.com/office/drawing/2014/main" id="{9077E065-72E5-4934-9A50-2319553E0BD6}"/>
              </a:ext>
            </a:extLst>
          </p:cNvPr>
          <p:cNvSpPr/>
          <p:nvPr userDrawn="1"/>
        </p:nvSpPr>
        <p:spPr bwMode="gray">
          <a:xfrm>
            <a:off x="332728" y="969234"/>
            <a:ext cx="914400" cy="914400"/>
          </a:xfrm>
          <a:prstGeom prst="ellipse">
            <a:avLst/>
          </a:prstGeom>
          <a:gradFill flip="none" rotWithShape="1">
            <a:gsLst>
              <a:gs pos="25000">
                <a:schemeClr val="accent1">
                  <a:alpha val="0"/>
                </a:schemeClr>
              </a:gs>
              <a:gs pos="100000">
                <a:schemeClr val="accent1"/>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mj-lt"/>
            </a:endParaRP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gray">
          <a:xfrm>
            <a:off x="1349373" y="1162658"/>
            <a:ext cx="3108960" cy="155448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gray">
          <a:xfrm>
            <a:off x="5692529" y="1162658"/>
            <a:ext cx="3108960" cy="155448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63" name="Text Placeholder 5">
            <a:extLst>
              <a:ext uri="{FF2B5EF4-FFF2-40B4-BE49-F238E27FC236}">
                <a16:creationId xmlns:a16="http://schemas.microsoft.com/office/drawing/2014/main" id="{25151AA9-F1AE-42EA-81BD-CE6A771801E4}"/>
              </a:ext>
            </a:extLst>
          </p:cNvPr>
          <p:cNvSpPr>
            <a:spLocks noGrp="1"/>
          </p:cNvSpPr>
          <p:nvPr>
            <p:ph type="body" sz="quarter" idx="32" hasCustomPrompt="1"/>
          </p:nvPr>
        </p:nvSpPr>
        <p:spPr bwMode="gray">
          <a:xfrm>
            <a:off x="1349373" y="3014000"/>
            <a:ext cx="3108960" cy="155448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64" name="Text Placeholder 5">
            <a:extLst>
              <a:ext uri="{FF2B5EF4-FFF2-40B4-BE49-F238E27FC236}">
                <a16:creationId xmlns:a16="http://schemas.microsoft.com/office/drawing/2014/main" id="{84591BF7-D684-400E-ADB3-8BA8566583A4}"/>
              </a:ext>
            </a:extLst>
          </p:cNvPr>
          <p:cNvSpPr>
            <a:spLocks noGrp="1"/>
          </p:cNvSpPr>
          <p:nvPr>
            <p:ph type="body" sz="quarter" idx="33" hasCustomPrompt="1"/>
          </p:nvPr>
        </p:nvSpPr>
        <p:spPr bwMode="gray">
          <a:xfrm>
            <a:off x="5692529" y="3014000"/>
            <a:ext cx="3108960" cy="155448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28" name="Text Placeholder 5">
            <a:extLst>
              <a:ext uri="{FF2B5EF4-FFF2-40B4-BE49-F238E27FC236}">
                <a16:creationId xmlns:a16="http://schemas.microsoft.com/office/drawing/2014/main" id="{7D219C71-7DFD-48A6-947F-3615F84EA79D}"/>
              </a:ext>
            </a:extLst>
          </p:cNvPr>
          <p:cNvSpPr>
            <a:spLocks noGrp="1"/>
          </p:cNvSpPr>
          <p:nvPr>
            <p:ph type="body" sz="quarter" idx="35" hasCustomPrompt="1"/>
          </p:nvPr>
        </p:nvSpPr>
        <p:spPr bwMode="gray">
          <a:xfrm>
            <a:off x="704969" y="1210991"/>
            <a:ext cx="169918"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1</a:t>
            </a:r>
          </a:p>
        </p:txBody>
      </p:sp>
      <p:sp>
        <p:nvSpPr>
          <p:cNvPr id="31" name="Text Placeholder 5">
            <a:extLst>
              <a:ext uri="{FF2B5EF4-FFF2-40B4-BE49-F238E27FC236}">
                <a16:creationId xmlns:a16="http://schemas.microsoft.com/office/drawing/2014/main" id="{AFEC8A96-BE1D-46F4-B8D3-623534550827}"/>
              </a:ext>
            </a:extLst>
          </p:cNvPr>
          <p:cNvSpPr>
            <a:spLocks noGrp="1"/>
          </p:cNvSpPr>
          <p:nvPr>
            <p:ph type="body" sz="quarter" idx="36" hasCustomPrompt="1"/>
          </p:nvPr>
        </p:nvSpPr>
        <p:spPr bwMode="gray">
          <a:xfrm>
            <a:off x="691343" y="3062331"/>
            <a:ext cx="197170"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2</a:t>
            </a:r>
          </a:p>
        </p:txBody>
      </p:sp>
      <p:sp>
        <p:nvSpPr>
          <p:cNvPr id="32" name="Text Placeholder 5">
            <a:extLst>
              <a:ext uri="{FF2B5EF4-FFF2-40B4-BE49-F238E27FC236}">
                <a16:creationId xmlns:a16="http://schemas.microsoft.com/office/drawing/2014/main" id="{AD18C644-4CF1-429A-9B90-F7ED19A34A93}"/>
              </a:ext>
            </a:extLst>
          </p:cNvPr>
          <p:cNvSpPr>
            <a:spLocks noGrp="1"/>
          </p:cNvSpPr>
          <p:nvPr>
            <p:ph type="body" sz="quarter" idx="37" hasCustomPrompt="1"/>
          </p:nvPr>
        </p:nvSpPr>
        <p:spPr bwMode="gray">
          <a:xfrm>
            <a:off x="5014769" y="1210991"/>
            <a:ext cx="197170"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3</a:t>
            </a:r>
          </a:p>
        </p:txBody>
      </p:sp>
      <p:sp>
        <p:nvSpPr>
          <p:cNvPr id="33" name="Text Placeholder 5">
            <a:extLst>
              <a:ext uri="{FF2B5EF4-FFF2-40B4-BE49-F238E27FC236}">
                <a16:creationId xmlns:a16="http://schemas.microsoft.com/office/drawing/2014/main" id="{77BF248C-7C12-48A0-9663-31D29549B2F1}"/>
              </a:ext>
            </a:extLst>
          </p:cNvPr>
          <p:cNvSpPr>
            <a:spLocks noGrp="1"/>
          </p:cNvSpPr>
          <p:nvPr>
            <p:ph type="body" sz="quarter" idx="38" hasCustomPrompt="1"/>
          </p:nvPr>
        </p:nvSpPr>
        <p:spPr bwMode="gray">
          <a:xfrm>
            <a:off x="5012365" y="3062331"/>
            <a:ext cx="201979"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4</a:t>
            </a:r>
          </a:p>
        </p:txBody>
      </p:sp>
      <p:sp>
        <p:nvSpPr>
          <p:cNvPr id="16" name="Slide Number Placeholder 5">
            <a:extLst>
              <a:ext uri="{FF2B5EF4-FFF2-40B4-BE49-F238E27FC236}">
                <a16:creationId xmlns:a16="http://schemas.microsoft.com/office/drawing/2014/main" id="{00A02186-B017-43ED-961D-9A6E55B0ED16}"/>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813447685"/>
      </p:ext>
    </p:extLst>
  </p:cSld>
  <p:clrMapOvr>
    <a:masterClrMapping/>
  </p:clrMapOvr>
  <p:hf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Four pointers 2">
    <p:spTree>
      <p:nvGrpSpPr>
        <p:cNvPr id="1" name=""/>
        <p:cNvGrpSpPr/>
        <p:nvPr/>
      </p:nvGrpSpPr>
      <p:grpSpPr>
        <a:xfrm>
          <a:off x="0" y="0"/>
          <a:ext cx="0" cy="0"/>
          <a:chOff x="0" y="0"/>
          <a:chExt cx="0" cy="0"/>
        </a:xfrm>
      </p:grpSpPr>
      <p:sp>
        <p:nvSpPr>
          <p:cNvPr id="38" name="Oval 37">
            <a:extLst>
              <a:ext uri="{FF2B5EF4-FFF2-40B4-BE49-F238E27FC236}">
                <a16:creationId xmlns:a16="http://schemas.microsoft.com/office/drawing/2014/main" id="{8B69CA36-CE59-4393-97E4-CD163469E8A7}"/>
              </a:ext>
            </a:extLst>
          </p:cNvPr>
          <p:cNvSpPr/>
          <p:nvPr userDrawn="1"/>
        </p:nvSpPr>
        <p:spPr bwMode="gray">
          <a:xfrm>
            <a:off x="332728" y="1984877"/>
            <a:ext cx="779099" cy="779099"/>
          </a:xfrm>
          <a:prstGeom prst="ellipse">
            <a:avLst/>
          </a:prstGeom>
          <a:gradFill flip="none" rotWithShape="1">
            <a:gsLst>
              <a:gs pos="39800">
                <a:schemeClr val="bg1">
                  <a:alpha val="12000"/>
                </a:schemeClr>
              </a:gs>
              <a:gs pos="0">
                <a:schemeClr val="bg1"/>
              </a:gs>
              <a:gs pos="77000">
                <a:schemeClr val="accent2"/>
              </a:gs>
            </a:gsLst>
            <a:path path="circle">
              <a:fillToRect l="50000" t="50000" r="50000" b="50000"/>
            </a:path>
            <a:tileRect/>
          </a:gradFill>
          <a:ln w="19050">
            <a:noFill/>
            <a:prstDash val="sysDot"/>
          </a:ln>
        </p:spPr>
        <p:style>
          <a:lnRef idx="2">
            <a:schemeClr val="accent1">
              <a:shade val="50000"/>
            </a:schemeClr>
          </a:lnRef>
          <a:fillRef idx="1">
            <a:schemeClr val="accent1"/>
          </a:fillRef>
          <a:effectRef idx="0">
            <a:schemeClr val="accent1"/>
          </a:effectRef>
          <a:fontRef idx="minor">
            <a:schemeClr val="lt1"/>
          </a:fontRef>
        </p:style>
        <p:txBody>
          <a:bodyPr bIns="137160" rtlCol="0" anchor="ctr"/>
          <a:lstStyle/>
          <a:p>
            <a:pPr algn="ctr"/>
            <a:endParaRPr lang="en-US" sz="2800">
              <a:solidFill>
                <a:schemeClr val="tx1"/>
              </a:solidFill>
              <a:latin typeface="+mj-lt"/>
            </a:endParaRPr>
          </a:p>
        </p:txBody>
      </p:sp>
      <p:sp>
        <p:nvSpPr>
          <p:cNvPr id="39" name="Oval 38">
            <a:extLst>
              <a:ext uri="{FF2B5EF4-FFF2-40B4-BE49-F238E27FC236}">
                <a16:creationId xmlns:a16="http://schemas.microsoft.com/office/drawing/2014/main" id="{99A51914-D29A-48D3-A5EB-AB68A7A3F9D9}"/>
              </a:ext>
            </a:extLst>
          </p:cNvPr>
          <p:cNvSpPr/>
          <p:nvPr userDrawn="1"/>
        </p:nvSpPr>
        <p:spPr bwMode="gray">
          <a:xfrm>
            <a:off x="332728" y="3792901"/>
            <a:ext cx="779099" cy="779099"/>
          </a:xfrm>
          <a:prstGeom prst="ellipse">
            <a:avLst/>
          </a:prstGeom>
          <a:gradFill flip="none" rotWithShape="1">
            <a:gsLst>
              <a:gs pos="39800">
                <a:schemeClr val="bg1">
                  <a:alpha val="12000"/>
                </a:schemeClr>
              </a:gs>
              <a:gs pos="0">
                <a:schemeClr val="bg1"/>
              </a:gs>
              <a:gs pos="77000">
                <a:schemeClr val="accent4"/>
              </a:gs>
            </a:gsLst>
            <a:path path="circle">
              <a:fillToRect l="50000" t="50000" r="50000" b="50000"/>
            </a:path>
            <a:tileRect/>
          </a:gradFill>
          <a:ln w="19050">
            <a:noFill/>
            <a:prstDash val="sysDot"/>
          </a:ln>
        </p:spPr>
        <p:style>
          <a:lnRef idx="2">
            <a:schemeClr val="accent1">
              <a:shade val="50000"/>
            </a:schemeClr>
          </a:lnRef>
          <a:fillRef idx="1">
            <a:schemeClr val="accent1"/>
          </a:fillRef>
          <a:effectRef idx="0">
            <a:schemeClr val="accent1"/>
          </a:effectRef>
          <a:fontRef idx="minor">
            <a:schemeClr val="lt1"/>
          </a:fontRef>
        </p:style>
        <p:txBody>
          <a:bodyPr bIns="137160" rtlCol="0" anchor="ctr"/>
          <a:lstStyle/>
          <a:p>
            <a:pPr algn="ctr"/>
            <a:endParaRPr lang="en-US" sz="2800">
              <a:solidFill>
                <a:schemeClr val="tx1"/>
              </a:solidFill>
              <a:latin typeface="+mj-lt"/>
            </a:endParaRPr>
          </a:p>
        </p:txBody>
      </p:sp>
      <p:sp>
        <p:nvSpPr>
          <p:cNvPr id="40" name="Oval 39">
            <a:extLst>
              <a:ext uri="{FF2B5EF4-FFF2-40B4-BE49-F238E27FC236}">
                <a16:creationId xmlns:a16="http://schemas.microsoft.com/office/drawing/2014/main" id="{34D19F3C-CD6E-4A54-9827-D89932A9E806}"/>
              </a:ext>
            </a:extLst>
          </p:cNvPr>
          <p:cNvSpPr/>
          <p:nvPr userDrawn="1"/>
        </p:nvSpPr>
        <p:spPr bwMode="gray">
          <a:xfrm>
            <a:off x="332728" y="2888889"/>
            <a:ext cx="779099" cy="779099"/>
          </a:xfrm>
          <a:prstGeom prst="ellipse">
            <a:avLst/>
          </a:prstGeom>
          <a:gradFill flip="none" rotWithShape="1">
            <a:gsLst>
              <a:gs pos="39800">
                <a:schemeClr val="bg1">
                  <a:alpha val="12000"/>
                </a:schemeClr>
              </a:gs>
              <a:gs pos="0">
                <a:schemeClr val="bg1"/>
              </a:gs>
              <a:gs pos="77000">
                <a:schemeClr val="accent3"/>
              </a:gs>
            </a:gsLst>
            <a:path path="circle">
              <a:fillToRect l="50000" t="50000" r="50000" b="50000"/>
            </a:path>
            <a:tileRect/>
          </a:gradFill>
          <a:ln w="19050">
            <a:noFill/>
            <a:prstDash val="sysDot"/>
          </a:ln>
        </p:spPr>
        <p:style>
          <a:lnRef idx="2">
            <a:schemeClr val="accent1">
              <a:shade val="50000"/>
            </a:schemeClr>
          </a:lnRef>
          <a:fillRef idx="1">
            <a:schemeClr val="accent1"/>
          </a:fillRef>
          <a:effectRef idx="0">
            <a:schemeClr val="accent1"/>
          </a:effectRef>
          <a:fontRef idx="minor">
            <a:schemeClr val="lt1"/>
          </a:fontRef>
        </p:style>
        <p:txBody>
          <a:bodyPr bIns="137160" rtlCol="0" anchor="ctr"/>
          <a:lstStyle/>
          <a:p>
            <a:pPr algn="ctr"/>
            <a:endParaRPr lang="en-US" sz="2800">
              <a:solidFill>
                <a:schemeClr val="tx1"/>
              </a:solidFill>
              <a:latin typeface="+mj-lt"/>
            </a:endParaRP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2" name="Oval 21">
            <a:extLst>
              <a:ext uri="{FF2B5EF4-FFF2-40B4-BE49-F238E27FC236}">
                <a16:creationId xmlns:a16="http://schemas.microsoft.com/office/drawing/2014/main" id="{77C88163-9478-4FC6-9CAA-991EE3808E7B}"/>
              </a:ext>
            </a:extLst>
          </p:cNvPr>
          <p:cNvSpPr/>
          <p:nvPr userDrawn="1"/>
        </p:nvSpPr>
        <p:spPr bwMode="gray">
          <a:xfrm>
            <a:off x="332728" y="1077802"/>
            <a:ext cx="779099" cy="779099"/>
          </a:xfrm>
          <a:prstGeom prst="ellipse">
            <a:avLst/>
          </a:prstGeom>
          <a:gradFill flip="none" rotWithShape="1">
            <a:gsLst>
              <a:gs pos="40000">
                <a:schemeClr val="bg1">
                  <a:alpha val="12000"/>
                </a:schemeClr>
              </a:gs>
              <a:gs pos="0">
                <a:schemeClr val="bg1"/>
              </a:gs>
              <a:gs pos="77000">
                <a:schemeClr val="accent1"/>
              </a:gs>
            </a:gsLst>
            <a:path path="circle">
              <a:fillToRect l="50000" t="50000" r="50000" b="50000"/>
            </a:path>
            <a:tileRect/>
          </a:gradFill>
          <a:ln w="19050">
            <a:noFill/>
            <a:prstDash val="sysDot"/>
          </a:ln>
        </p:spPr>
        <p:style>
          <a:lnRef idx="2">
            <a:schemeClr val="accent1">
              <a:shade val="50000"/>
            </a:schemeClr>
          </a:lnRef>
          <a:fillRef idx="1">
            <a:schemeClr val="accent1"/>
          </a:fillRef>
          <a:effectRef idx="0">
            <a:schemeClr val="accent1"/>
          </a:effectRef>
          <a:fontRef idx="minor">
            <a:schemeClr val="lt1"/>
          </a:fontRef>
        </p:style>
        <p:txBody>
          <a:bodyPr bIns="137160" rtlCol="0" anchor="ctr"/>
          <a:lstStyle/>
          <a:p>
            <a:pPr algn="ctr"/>
            <a:endParaRPr lang="en-US" sz="2800">
              <a:solidFill>
                <a:schemeClr val="tx1"/>
              </a:solidFill>
              <a:latin typeface="+mj-lt"/>
            </a:endParaRPr>
          </a:p>
        </p:txBody>
      </p:sp>
      <p:sp>
        <p:nvSpPr>
          <p:cNvPr id="28" name="Text Placeholder 5">
            <a:extLst>
              <a:ext uri="{FF2B5EF4-FFF2-40B4-BE49-F238E27FC236}">
                <a16:creationId xmlns:a16="http://schemas.microsoft.com/office/drawing/2014/main" id="{15D7A6A0-17BF-4668-B1DB-1152BB7616D4}"/>
              </a:ext>
            </a:extLst>
          </p:cNvPr>
          <p:cNvSpPr>
            <a:spLocks noGrp="1"/>
          </p:cNvSpPr>
          <p:nvPr>
            <p:ph type="body" sz="quarter" idx="35" hasCustomPrompt="1"/>
          </p:nvPr>
        </p:nvSpPr>
        <p:spPr bwMode="gray">
          <a:xfrm>
            <a:off x="637318" y="1251908"/>
            <a:ext cx="169918"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1</a:t>
            </a:r>
          </a:p>
        </p:txBody>
      </p:sp>
      <p:sp>
        <p:nvSpPr>
          <p:cNvPr id="31" name="Text Placeholder 5">
            <a:extLst>
              <a:ext uri="{FF2B5EF4-FFF2-40B4-BE49-F238E27FC236}">
                <a16:creationId xmlns:a16="http://schemas.microsoft.com/office/drawing/2014/main" id="{DEC47592-CDD0-4868-BD9F-72EDB7CC8322}"/>
              </a:ext>
            </a:extLst>
          </p:cNvPr>
          <p:cNvSpPr>
            <a:spLocks noGrp="1"/>
          </p:cNvSpPr>
          <p:nvPr>
            <p:ph type="body" sz="quarter" idx="36" hasCustomPrompt="1"/>
          </p:nvPr>
        </p:nvSpPr>
        <p:spPr bwMode="gray">
          <a:xfrm>
            <a:off x="623692" y="2158983"/>
            <a:ext cx="197170"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2</a:t>
            </a:r>
          </a:p>
        </p:txBody>
      </p:sp>
      <p:sp>
        <p:nvSpPr>
          <p:cNvPr id="32" name="Text Placeholder 5">
            <a:extLst>
              <a:ext uri="{FF2B5EF4-FFF2-40B4-BE49-F238E27FC236}">
                <a16:creationId xmlns:a16="http://schemas.microsoft.com/office/drawing/2014/main" id="{5C7B62DC-86F4-4502-9466-F3A722AEC63E}"/>
              </a:ext>
            </a:extLst>
          </p:cNvPr>
          <p:cNvSpPr>
            <a:spLocks noGrp="1"/>
          </p:cNvSpPr>
          <p:nvPr>
            <p:ph type="body" sz="quarter" idx="37" hasCustomPrompt="1"/>
          </p:nvPr>
        </p:nvSpPr>
        <p:spPr bwMode="gray">
          <a:xfrm>
            <a:off x="623692" y="3062995"/>
            <a:ext cx="197170"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3</a:t>
            </a:r>
          </a:p>
        </p:txBody>
      </p:sp>
      <p:sp>
        <p:nvSpPr>
          <p:cNvPr id="33" name="Text Placeholder 5">
            <a:extLst>
              <a:ext uri="{FF2B5EF4-FFF2-40B4-BE49-F238E27FC236}">
                <a16:creationId xmlns:a16="http://schemas.microsoft.com/office/drawing/2014/main" id="{D27B0307-EDD1-461D-87F5-849AAABA7B18}"/>
              </a:ext>
            </a:extLst>
          </p:cNvPr>
          <p:cNvSpPr>
            <a:spLocks noGrp="1"/>
          </p:cNvSpPr>
          <p:nvPr>
            <p:ph type="body" sz="quarter" idx="38" hasCustomPrompt="1"/>
          </p:nvPr>
        </p:nvSpPr>
        <p:spPr bwMode="gray">
          <a:xfrm>
            <a:off x="621288" y="3967007"/>
            <a:ext cx="201979" cy="430887"/>
          </a:xfrm>
        </p:spPr>
        <p:txBody>
          <a:bodyPr wrap="none" lIns="0" tIns="0" rIns="0" bIns="0" anchor="ctr">
            <a:spAutoFit/>
          </a:bodyPr>
          <a:lstStyle>
            <a:lvl1pPr marL="0" indent="0" algn="ctr">
              <a:buNone/>
              <a:defRPr sz="2800">
                <a:solidFill>
                  <a:schemeClr val="tx1"/>
                </a:solidFill>
                <a:latin typeface="+mj-lt"/>
              </a:defRPr>
            </a:lvl1pPr>
          </a:lstStyle>
          <a:p>
            <a:pPr lvl="0"/>
            <a:r>
              <a:rPr lang="en-US"/>
              <a:t>4</a:t>
            </a:r>
          </a:p>
        </p:txBody>
      </p:sp>
      <p:sp>
        <p:nvSpPr>
          <p:cNvPr id="34" name="Text Placeholder 5">
            <a:extLst>
              <a:ext uri="{FF2B5EF4-FFF2-40B4-BE49-F238E27FC236}">
                <a16:creationId xmlns:a16="http://schemas.microsoft.com/office/drawing/2014/main" id="{1F762FAA-9C21-4066-9192-FC1DE4FEAB09}"/>
              </a:ext>
            </a:extLst>
          </p:cNvPr>
          <p:cNvSpPr>
            <a:spLocks noGrp="1"/>
          </p:cNvSpPr>
          <p:nvPr>
            <p:ph type="body" sz="quarter" idx="13" hasCustomPrompt="1"/>
          </p:nvPr>
        </p:nvSpPr>
        <p:spPr bwMode="gray">
          <a:xfrm>
            <a:off x="1266092" y="1078731"/>
            <a:ext cx="7543800" cy="777240"/>
          </a:xfrm>
        </p:spPr>
        <p:txBody>
          <a:bodyPr lIns="0" tIns="0" rIns="0" bIns="0" anchor="ctr"/>
          <a:lstStyle>
            <a:lvl1pPr marL="0" indent="0" algn="l">
              <a:buFont typeface="Arial" panose="020B0604020202020204" pitchFamily="34" charset="0"/>
              <a:buNone/>
              <a:defRPr sz="1200">
                <a:latin typeface="+mn-lt"/>
              </a:defRPr>
            </a:lvl1pPr>
          </a:lstStyle>
          <a:p>
            <a:pPr lvl="0"/>
            <a:r>
              <a:rPr lang="en-US"/>
              <a:t>Text</a:t>
            </a:r>
          </a:p>
        </p:txBody>
      </p:sp>
      <p:sp>
        <p:nvSpPr>
          <p:cNvPr id="35" name="Text Placeholder 5">
            <a:extLst>
              <a:ext uri="{FF2B5EF4-FFF2-40B4-BE49-F238E27FC236}">
                <a16:creationId xmlns:a16="http://schemas.microsoft.com/office/drawing/2014/main" id="{42EFFB73-47C6-4A28-BD0B-C885575AE15C}"/>
              </a:ext>
            </a:extLst>
          </p:cNvPr>
          <p:cNvSpPr>
            <a:spLocks noGrp="1"/>
          </p:cNvSpPr>
          <p:nvPr>
            <p:ph type="body" sz="quarter" idx="39" hasCustomPrompt="1"/>
          </p:nvPr>
        </p:nvSpPr>
        <p:spPr bwMode="gray">
          <a:xfrm>
            <a:off x="1266092" y="1984074"/>
            <a:ext cx="7543800" cy="777240"/>
          </a:xfrm>
        </p:spPr>
        <p:txBody>
          <a:bodyPr lIns="0" tIns="0" rIns="0" bIns="0" anchor="ctr"/>
          <a:lstStyle>
            <a:lvl1pPr marL="0" indent="0" algn="l">
              <a:buFont typeface="Arial" panose="020B0604020202020204" pitchFamily="34" charset="0"/>
              <a:buNone/>
              <a:defRPr sz="1200">
                <a:latin typeface="+mn-lt"/>
              </a:defRPr>
            </a:lvl1pPr>
          </a:lstStyle>
          <a:p>
            <a:pPr lvl="0"/>
            <a:r>
              <a:rPr lang="en-US"/>
              <a:t>Text</a:t>
            </a:r>
          </a:p>
        </p:txBody>
      </p:sp>
      <p:sp>
        <p:nvSpPr>
          <p:cNvPr id="36" name="Text Placeholder 5">
            <a:extLst>
              <a:ext uri="{FF2B5EF4-FFF2-40B4-BE49-F238E27FC236}">
                <a16:creationId xmlns:a16="http://schemas.microsoft.com/office/drawing/2014/main" id="{B03CF380-C024-4E2C-8056-0E78DD8C9318}"/>
              </a:ext>
            </a:extLst>
          </p:cNvPr>
          <p:cNvSpPr>
            <a:spLocks noGrp="1"/>
          </p:cNvSpPr>
          <p:nvPr>
            <p:ph type="body" sz="quarter" idx="40" hasCustomPrompt="1"/>
          </p:nvPr>
        </p:nvSpPr>
        <p:spPr bwMode="gray">
          <a:xfrm>
            <a:off x="1266092" y="2889417"/>
            <a:ext cx="7543800" cy="777240"/>
          </a:xfrm>
        </p:spPr>
        <p:txBody>
          <a:bodyPr lIns="0" tIns="0" rIns="0" bIns="0" anchor="ctr"/>
          <a:lstStyle>
            <a:lvl1pPr marL="0" indent="0" algn="l">
              <a:buFont typeface="Arial" panose="020B0604020202020204" pitchFamily="34" charset="0"/>
              <a:buNone/>
              <a:defRPr sz="1200">
                <a:latin typeface="+mn-lt"/>
              </a:defRPr>
            </a:lvl1pPr>
          </a:lstStyle>
          <a:p>
            <a:pPr lvl="0"/>
            <a:r>
              <a:rPr lang="en-US"/>
              <a:t>Text</a:t>
            </a:r>
          </a:p>
        </p:txBody>
      </p:sp>
      <p:sp>
        <p:nvSpPr>
          <p:cNvPr id="37" name="Text Placeholder 5">
            <a:extLst>
              <a:ext uri="{FF2B5EF4-FFF2-40B4-BE49-F238E27FC236}">
                <a16:creationId xmlns:a16="http://schemas.microsoft.com/office/drawing/2014/main" id="{53462861-EF4E-4EFC-8601-5C62CE30AB66}"/>
              </a:ext>
            </a:extLst>
          </p:cNvPr>
          <p:cNvSpPr>
            <a:spLocks noGrp="1"/>
          </p:cNvSpPr>
          <p:nvPr>
            <p:ph type="body" sz="quarter" idx="41" hasCustomPrompt="1"/>
          </p:nvPr>
        </p:nvSpPr>
        <p:spPr bwMode="gray">
          <a:xfrm>
            <a:off x="1266092" y="3793830"/>
            <a:ext cx="7543800" cy="777240"/>
          </a:xfrm>
        </p:spPr>
        <p:txBody>
          <a:bodyPr lIns="0" tIns="0" rIns="0" bIns="0" anchor="ctr"/>
          <a:lstStyle>
            <a:lvl1pPr marL="0" indent="0" algn="l">
              <a:buFont typeface="Arial" panose="020B0604020202020204" pitchFamily="34" charset="0"/>
              <a:buNone/>
              <a:defRPr sz="1200">
                <a:latin typeface="+mn-lt"/>
              </a:defRPr>
            </a:lvl1pPr>
          </a:lstStyle>
          <a:p>
            <a:pPr lvl="0"/>
            <a:r>
              <a:rPr lang="en-US"/>
              <a:t>Text</a:t>
            </a:r>
          </a:p>
        </p:txBody>
      </p:sp>
      <p:sp>
        <p:nvSpPr>
          <p:cNvPr id="16" name="Slide Number Placeholder 5">
            <a:extLst>
              <a:ext uri="{FF2B5EF4-FFF2-40B4-BE49-F238E27FC236}">
                <a16:creationId xmlns:a16="http://schemas.microsoft.com/office/drawing/2014/main" id="{397FD103-2A12-4686-A607-B1A36FAF721B}"/>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70965113"/>
      </p:ext>
    </p:extLst>
  </p:cSld>
  <p:clrMapOvr>
    <a:masterClrMapping/>
  </p:clrMapOvr>
  <p:hf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wo titles">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863FB3A0-AAAC-4191-B457-22FBE9D6EC4E}"/>
              </a:ext>
            </a:extLst>
          </p:cNvPr>
          <p:cNvSpPr txBox="1"/>
          <p:nvPr userDrawn="1"/>
        </p:nvSpPr>
        <p:spPr bwMode="gray">
          <a:xfrm>
            <a:off x="323851" y="1080468"/>
            <a:ext cx="4160520" cy="548640"/>
          </a:xfrm>
          <a:prstGeom prst="rect">
            <a:avLst/>
          </a:prstGeom>
          <a:gradFill flip="none" rotWithShape="1">
            <a:gsLst>
              <a:gs pos="0">
                <a:schemeClr val="accent1">
                  <a:alpha val="0"/>
                </a:schemeClr>
              </a:gs>
              <a:gs pos="100000">
                <a:schemeClr val="accent1"/>
              </a:gs>
            </a:gsLst>
            <a:lin ang="16200000" scaled="1"/>
            <a:tileRect/>
          </a:gradFill>
        </p:spPr>
        <p:txBody>
          <a:bodyPr wrap="none" lIns="0" tIns="91440" rIns="0" bIns="0" rtlCol="0" anchor="t" anchorCtr="0">
            <a:noAutofit/>
          </a:bodyPr>
          <a:lstStyle/>
          <a:p>
            <a:pPr algn="ctr"/>
            <a:endParaRPr lang="en-US" sz="1600">
              <a:latin typeface="+mj-lt"/>
            </a:endParaRPr>
          </a:p>
        </p:txBody>
      </p:sp>
      <p:sp>
        <p:nvSpPr>
          <p:cNvPr id="28" name="TextBox 27">
            <a:extLst>
              <a:ext uri="{FF2B5EF4-FFF2-40B4-BE49-F238E27FC236}">
                <a16:creationId xmlns:a16="http://schemas.microsoft.com/office/drawing/2014/main" id="{88644FCC-2D7D-4A92-A351-05D1EECE4B58}"/>
              </a:ext>
            </a:extLst>
          </p:cNvPr>
          <p:cNvSpPr txBox="1"/>
          <p:nvPr userDrawn="1"/>
        </p:nvSpPr>
        <p:spPr bwMode="gray">
          <a:xfrm>
            <a:off x="4644488" y="1080468"/>
            <a:ext cx="4160520" cy="548640"/>
          </a:xfrm>
          <a:prstGeom prst="rect">
            <a:avLst/>
          </a:prstGeom>
          <a:gradFill flip="none" rotWithShape="1">
            <a:gsLst>
              <a:gs pos="0">
                <a:schemeClr val="accent4">
                  <a:alpha val="0"/>
                </a:schemeClr>
              </a:gs>
              <a:gs pos="100000">
                <a:schemeClr val="accent4"/>
              </a:gs>
            </a:gsLst>
            <a:lin ang="16200000" scaled="1"/>
            <a:tileRect/>
          </a:gradFill>
        </p:spPr>
        <p:txBody>
          <a:bodyPr wrap="none" lIns="0" tIns="91440" rIns="0" bIns="0" rtlCol="0" anchor="t" anchorCtr="0">
            <a:noAutofit/>
          </a:bodyPr>
          <a:lstStyle/>
          <a:p>
            <a:pPr algn="ctr"/>
            <a:endParaRPr lang="en-US" sz="1600">
              <a:latin typeface="+mj-lt"/>
            </a:endParaRPr>
          </a:p>
        </p:txBody>
      </p:sp>
      <p:sp>
        <p:nvSpPr>
          <p:cNvPr id="26" name="Text Placeholder 5">
            <a:extLst>
              <a:ext uri="{FF2B5EF4-FFF2-40B4-BE49-F238E27FC236}">
                <a16:creationId xmlns:a16="http://schemas.microsoft.com/office/drawing/2014/main" id="{DED1562F-7727-42AD-B83F-B500F206D106}"/>
              </a:ext>
            </a:extLst>
          </p:cNvPr>
          <p:cNvSpPr>
            <a:spLocks noGrp="1"/>
          </p:cNvSpPr>
          <p:nvPr>
            <p:ph type="body" sz="quarter" idx="27" hasCustomPrompt="1"/>
          </p:nvPr>
        </p:nvSpPr>
        <p:spPr bwMode="gray">
          <a:xfrm>
            <a:off x="4644488" y="1080468"/>
            <a:ext cx="4160520" cy="548640"/>
          </a:xfrm>
        </p:spPr>
        <p:txBody>
          <a:bodyPr lIns="91440" tIns="45720" rIns="91440" bIns="45720" anchor="ctr"/>
          <a:lstStyle>
            <a:lvl1pPr marL="0" indent="0" algn="ctr">
              <a:buNone/>
              <a:defRPr sz="1400">
                <a:solidFill>
                  <a:schemeClr val="tx1"/>
                </a:solidFill>
                <a:latin typeface="+mj-lt"/>
              </a:defRPr>
            </a:lvl1pPr>
          </a:lstStyle>
          <a:p>
            <a:pPr lvl="0"/>
            <a:r>
              <a:rPr lang="en-US"/>
              <a:t>Title</a:t>
            </a:r>
          </a:p>
        </p:txBody>
      </p:sp>
      <p:sp>
        <p:nvSpPr>
          <p:cNvPr id="25" name="Text Placeholder 5">
            <a:extLst>
              <a:ext uri="{FF2B5EF4-FFF2-40B4-BE49-F238E27FC236}">
                <a16:creationId xmlns:a16="http://schemas.microsoft.com/office/drawing/2014/main" id="{1AD75614-E53F-4AA5-8BD7-EF0EB52F42D3}"/>
              </a:ext>
            </a:extLst>
          </p:cNvPr>
          <p:cNvSpPr>
            <a:spLocks noGrp="1"/>
          </p:cNvSpPr>
          <p:nvPr>
            <p:ph type="body" sz="quarter" idx="23" hasCustomPrompt="1"/>
          </p:nvPr>
        </p:nvSpPr>
        <p:spPr bwMode="gray">
          <a:xfrm>
            <a:off x="323851" y="1080468"/>
            <a:ext cx="4160520" cy="548640"/>
          </a:xfrm>
        </p:spPr>
        <p:txBody>
          <a:bodyPr lIns="91440" tIns="45720" rIns="91440" bIns="45720" anchor="ctr"/>
          <a:lstStyle>
            <a:lvl1pPr marL="0" indent="0" algn="ctr">
              <a:buNone/>
              <a:defRPr sz="1400">
                <a:solidFill>
                  <a:schemeClr val="tx1"/>
                </a:solidFill>
                <a:latin typeface="+mj-lt"/>
              </a:defRPr>
            </a:lvl1pPr>
          </a:lstStyle>
          <a:p>
            <a:pPr lvl="0"/>
            <a:r>
              <a:rPr lang="en-US"/>
              <a:t>Title</a:t>
            </a:r>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gray">
          <a:xfrm>
            <a:off x="320675" y="1714501"/>
            <a:ext cx="4160520" cy="2852928"/>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gray">
          <a:xfrm>
            <a:off x="4644488" y="1714501"/>
            <a:ext cx="4160520" cy="2852928"/>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10" name="Slide Number Placeholder 5">
            <a:extLst>
              <a:ext uri="{FF2B5EF4-FFF2-40B4-BE49-F238E27FC236}">
                <a16:creationId xmlns:a16="http://schemas.microsoft.com/office/drawing/2014/main" id="{E458B08E-5FD9-40F7-90BC-45ABCABB80D8}"/>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4144582177"/>
      </p:ext>
    </p:extLst>
  </p:cSld>
  <p:clrMapOvr>
    <a:masterClrMapping/>
  </p:clrMapOvr>
  <p:hf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wo titles with ic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2" name="Oval 21">
            <a:extLst>
              <a:ext uri="{FF2B5EF4-FFF2-40B4-BE49-F238E27FC236}">
                <a16:creationId xmlns:a16="http://schemas.microsoft.com/office/drawing/2014/main" id="{492926B3-0432-465B-B08E-8EBDD7F5CD8C}"/>
              </a:ext>
            </a:extLst>
          </p:cNvPr>
          <p:cNvSpPr/>
          <p:nvPr userDrawn="1"/>
        </p:nvSpPr>
        <p:spPr bwMode="gray">
          <a:xfrm>
            <a:off x="332728" y="1074383"/>
            <a:ext cx="914400" cy="914400"/>
          </a:xfrm>
          <a:prstGeom prst="ellipse">
            <a:avLst/>
          </a:prstGeom>
          <a:gradFill flip="none" rotWithShape="1">
            <a:gsLst>
              <a:gs pos="25000">
                <a:schemeClr val="accent1">
                  <a:alpha val="0"/>
                </a:schemeClr>
              </a:gs>
              <a:gs pos="100000">
                <a:schemeClr val="accent1"/>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23" name="Oval 22">
            <a:extLst>
              <a:ext uri="{FF2B5EF4-FFF2-40B4-BE49-F238E27FC236}">
                <a16:creationId xmlns:a16="http://schemas.microsoft.com/office/drawing/2014/main" id="{3C01C190-F20E-4DD7-928E-DBC8A845999E}"/>
              </a:ext>
            </a:extLst>
          </p:cNvPr>
          <p:cNvSpPr/>
          <p:nvPr userDrawn="1"/>
        </p:nvSpPr>
        <p:spPr bwMode="gray">
          <a:xfrm>
            <a:off x="4659329" y="1074738"/>
            <a:ext cx="914400" cy="914400"/>
          </a:xfrm>
          <a:prstGeom prst="ellipse">
            <a:avLst/>
          </a:prstGeom>
          <a:gradFill flip="none" rotWithShape="1">
            <a:gsLst>
              <a:gs pos="25000">
                <a:schemeClr val="accent2">
                  <a:alpha val="0"/>
                </a:schemeClr>
              </a:gs>
              <a:gs pos="100000">
                <a:schemeClr val="accent2"/>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mn-lt"/>
            </a:endParaRPr>
          </a:p>
        </p:txBody>
      </p:sp>
      <p:sp>
        <p:nvSpPr>
          <p:cNvPr id="25" name="Text Placeholder 5">
            <a:extLst>
              <a:ext uri="{FF2B5EF4-FFF2-40B4-BE49-F238E27FC236}">
                <a16:creationId xmlns:a16="http://schemas.microsoft.com/office/drawing/2014/main" id="{A3E71761-1385-4F8B-99E0-968B9C3EC323}"/>
              </a:ext>
            </a:extLst>
          </p:cNvPr>
          <p:cNvSpPr>
            <a:spLocks noGrp="1"/>
          </p:cNvSpPr>
          <p:nvPr>
            <p:ph type="body" sz="quarter" idx="13" hasCustomPrompt="1"/>
          </p:nvPr>
        </p:nvSpPr>
        <p:spPr bwMode="gray">
          <a:xfrm>
            <a:off x="1402129" y="1652954"/>
            <a:ext cx="3072384" cy="2919046"/>
          </a:xfrm>
        </p:spPr>
        <p:txBody>
          <a:bodyPr lIns="0" tIns="0" rIns="0" bIns="0" anchor="t"/>
          <a:lstStyle>
            <a:lvl1pPr marL="0" indent="0" algn="l">
              <a:buFont typeface="Arial" panose="020B0604020202020204" pitchFamily="34" charset="0"/>
              <a:buNone/>
              <a:defRPr sz="1400">
                <a:latin typeface="+mn-lt"/>
              </a:defRPr>
            </a:lvl1pPr>
          </a:lstStyle>
          <a:p>
            <a:pPr lvl="0"/>
            <a:r>
              <a:rPr lang="en-US"/>
              <a:t>Text</a:t>
            </a:r>
          </a:p>
        </p:txBody>
      </p:sp>
      <p:sp>
        <p:nvSpPr>
          <p:cNvPr id="26" name="Text Placeholder 5">
            <a:extLst>
              <a:ext uri="{FF2B5EF4-FFF2-40B4-BE49-F238E27FC236}">
                <a16:creationId xmlns:a16="http://schemas.microsoft.com/office/drawing/2014/main" id="{B78D1D2F-1CF6-41FD-9735-9990D3D90235}"/>
              </a:ext>
            </a:extLst>
          </p:cNvPr>
          <p:cNvSpPr>
            <a:spLocks noGrp="1"/>
          </p:cNvSpPr>
          <p:nvPr>
            <p:ph type="body" sz="quarter" idx="49" hasCustomPrompt="1"/>
          </p:nvPr>
        </p:nvSpPr>
        <p:spPr bwMode="gray">
          <a:xfrm>
            <a:off x="1402129" y="1074737"/>
            <a:ext cx="3072384" cy="507877"/>
          </a:xfrm>
        </p:spPr>
        <p:txBody>
          <a:bodyPr lIns="0" tIns="0" rIns="0" bIns="0" anchor="ctr"/>
          <a:lstStyle>
            <a:lvl1pPr marL="0" indent="0" algn="l">
              <a:buFont typeface="Arial" panose="020B0604020202020204" pitchFamily="34" charset="0"/>
              <a:buNone/>
              <a:defRPr sz="1600">
                <a:solidFill>
                  <a:schemeClr val="accent1"/>
                </a:solidFill>
                <a:latin typeface="+mj-lt"/>
              </a:defRPr>
            </a:lvl1pPr>
          </a:lstStyle>
          <a:p>
            <a:pPr lvl="0"/>
            <a:r>
              <a:rPr lang="en-US"/>
              <a:t>Title</a:t>
            </a:r>
          </a:p>
        </p:txBody>
      </p:sp>
      <p:sp>
        <p:nvSpPr>
          <p:cNvPr id="28" name="Text Placeholder 5">
            <a:extLst>
              <a:ext uri="{FF2B5EF4-FFF2-40B4-BE49-F238E27FC236}">
                <a16:creationId xmlns:a16="http://schemas.microsoft.com/office/drawing/2014/main" id="{05C714B7-D051-4A10-9F71-625D90671EBC}"/>
              </a:ext>
            </a:extLst>
          </p:cNvPr>
          <p:cNvSpPr>
            <a:spLocks noGrp="1"/>
          </p:cNvSpPr>
          <p:nvPr>
            <p:ph type="body" sz="quarter" idx="50" hasCustomPrompt="1"/>
          </p:nvPr>
        </p:nvSpPr>
        <p:spPr bwMode="gray">
          <a:xfrm>
            <a:off x="5731216" y="1652954"/>
            <a:ext cx="3072384" cy="2919046"/>
          </a:xfrm>
        </p:spPr>
        <p:txBody>
          <a:bodyPr lIns="0" tIns="0" rIns="0" bIns="0" anchor="t"/>
          <a:lstStyle>
            <a:lvl1pPr marL="0" indent="0" algn="l">
              <a:buFont typeface="Arial" panose="020B0604020202020204" pitchFamily="34" charset="0"/>
              <a:buNone/>
              <a:defRPr sz="1400">
                <a:latin typeface="+mn-lt"/>
              </a:defRPr>
            </a:lvl1pPr>
          </a:lstStyle>
          <a:p>
            <a:pPr lvl="0"/>
            <a:r>
              <a:rPr lang="en-US"/>
              <a:t>Text</a:t>
            </a:r>
          </a:p>
        </p:txBody>
      </p:sp>
      <p:sp>
        <p:nvSpPr>
          <p:cNvPr id="31" name="Text Placeholder 5">
            <a:extLst>
              <a:ext uri="{FF2B5EF4-FFF2-40B4-BE49-F238E27FC236}">
                <a16:creationId xmlns:a16="http://schemas.microsoft.com/office/drawing/2014/main" id="{4E246567-4A4A-470F-B439-18388B24BB96}"/>
              </a:ext>
            </a:extLst>
          </p:cNvPr>
          <p:cNvSpPr>
            <a:spLocks noGrp="1"/>
          </p:cNvSpPr>
          <p:nvPr>
            <p:ph type="body" sz="quarter" idx="51" hasCustomPrompt="1"/>
          </p:nvPr>
        </p:nvSpPr>
        <p:spPr bwMode="gray">
          <a:xfrm>
            <a:off x="5731216" y="1074737"/>
            <a:ext cx="3072384" cy="507877"/>
          </a:xfrm>
        </p:spPr>
        <p:txBody>
          <a:bodyPr lIns="0" tIns="0" rIns="0" bIns="0" anchor="ctr"/>
          <a:lstStyle>
            <a:lvl1pPr marL="0" indent="0" algn="l">
              <a:buFont typeface="Arial" panose="020B0604020202020204" pitchFamily="34" charset="0"/>
              <a:buNone/>
              <a:defRPr sz="1600">
                <a:solidFill>
                  <a:schemeClr val="accent2"/>
                </a:solidFill>
                <a:latin typeface="+mj-lt"/>
              </a:defRPr>
            </a:lvl1pPr>
          </a:lstStyle>
          <a:p>
            <a:pPr lvl="0"/>
            <a:r>
              <a:rPr lang="en-US"/>
              <a:t>Title</a:t>
            </a:r>
          </a:p>
        </p:txBody>
      </p:sp>
      <p:sp>
        <p:nvSpPr>
          <p:cNvPr id="32" name="Text Placeholder 5">
            <a:extLst>
              <a:ext uri="{FF2B5EF4-FFF2-40B4-BE49-F238E27FC236}">
                <a16:creationId xmlns:a16="http://schemas.microsoft.com/office/drawing/2014/main" id="{1431687D-F746-4CC0-A749-0A90B9472E6D}"/>
              </a:ext>
            </a:extLst>
          </p:cNvPr>
          <p:cNvSpPr>
            <a:spLocks noGrp="1"/>
          </p:cNvSpPr>
          <p:nvPr>
            <p:ph type="body" sz="quarter" idx="35" hasCustomPrompt="1"/>
          </p:nvPr>
        </p:nvSpPr>
        <p:spPr bwMode="gray">
          <a:xfrm>
            <a:off x="640047" y="1439250"/>
            <a:ext cx="299762" cy="184666"/>
          </a:xfrm>
        </p:spPr>
        <p:txBody>
          <a:bodyPr wrap="none" lIns="0" tIns="0" rIns="0" bIns="0" anchor="ctr">
            <a:spAutoFit/>
          </a:bodyPr>
          <a:lstStyle>
            <a:lvl1pPr marL="0" indent="0" algn="ctr">
              <a:buNone/>
              <a:defRPr sz="1200">
                <a:solidFill>
                  <a:schemeClr val="tx1"/>
                </a:solidFill>
                <a:latin typeface="+mn-lt"/>
              </a:defRPr>
            </a:lvl1pPr>
          </a:lstStyle>
          <a:p>
            <a:pPr lvl="0"/>
            <a:r>
              <a:rPr lang="en-US"/>
              <a:t>Icon</a:t>
            </a:r>
          </a:p>
        </p:txBody>
      </p:sp>
      <p:sp>
        <p:nvSpPr>
          <p:cNvPr id="33" name="Text Placeholder 5">
            <a:extLst>
              <a:ext uri="{FF2B5EF4-FFF2-40B4-BE49-F238E27FC236}">
                <a16:creationId xmlns:a16="http://schemas.microsoft.com/office/drawing/2014/main" id="{20883FF7-9702-4473-8FF2-A940DC42E300}"/>
              </a:ext>
            </a:extLst>
          </p:cNvPr>
          <p:cNvSpPr>
            <a:spLocks noGrp="1"/>
          </p:cNvSpPr>
          <p:nvPr>
            <p:ph type="body" sz="quarter" idx="52" hasCustomPrompt="1"/>
          </p:nvPr>
        </p:nvSpPr>
        <p:spPr bwMode="gray">
          <a:xfrm>
            <a:off x="4966648" y="1439605"/>
            <a:ext cx="299762" cy="184666"/>
          </a:xfrm>
        </p:spPr>
        <p:txBody>
          <a:bodyPr wrap="none" lIns="0" tIns="0" rIns="0" bIns="0" anchor="ctr">
            <a:spAutoFit/>
          </a:bodyPr>
          <a:lstStyle>
            <a:lvl1pPr marL="0" indent="0" algn="ctr">
              <a:buNone/>
              <a:defRPr sz="1200">
                <a:solidFill>
                  <a:schemeClr val="tx1"/>
                </a:solidFill>
                <a:latin typeface="+mn-lt"/>
              </a:defRPr>
            </a:lvl1pPr>
          </a:lstStyle>
          <a:p>
            <a:pPr lvl="0"/>
            <a:r>
              <a:rPr lang="en-US"/>
              <a:t>Icon</a:t>
            </a:r>
          </a:p>
        </p:txBody>
      </p:sp>
      <p:sp>
        <p:nvSpPr>
          <p:cNvPr id="12" name="Slide Number Placeholder 5">
            <a:extLst>
              <a:ext uri="{FF2B5EF4-FFF2-40B4-BE49-F238E27FC236}">
                <a16:creationId xmlns:a16="http://schemas.microsoft.com/office/drawing/2014/main" id="{67F85D52-26E3-4265-B740-8AE7D7EB14B4}"/>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272648780"/>
      </p:ext>
    </p:extLst>
  </p:cSld>
  <p:clrMapOvr>
    <a:masterClrMapping/>
  </p:clrMapOvr>
  <p:hf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 x 3 Titles with ic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2" name="Oval 21">
            <a:extLst>
              <a:ext uri="{FF2B5EF4-FFF2-40B4-BE49-F238E27FC236}">
                <a16:creationId xmlns:a16="http://schemas.microsoft.com/office/drawing/2014/main" id="{7CBA39B7-A27E-460A-A6B5-9655C6FFF37E}"/>
              </a:ext>
            </a:extLst>
          </p:cNvPr>
          <p:cNvSpPr/>
          <p:nvPr userDrawn="1"/>
        </p:nvSpPr>
        <p:spPr bwMode="gray">
          <a:xfrm>
            <a:off x="323850" y="1472667"/>
            <a:ext cx="914400" cy="914400"/>
          </a:xfrm>
          <a:prstGeom prst="ellipse">
            <a:avLst/>
          </a:prstGeom>
          <a:gradFill flip="none" rotWithShape="1">
            <a:gsLst>
              <a:gs pos="25000">
                <a:schemeClr val="accent1">
                  <a:alpha val="0"/>
                </a:schemeClr>
              </a:gs>
              <a:gs pos="100000">
                <a:schemeClr val="accent1"/>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3" name="Oval 22">
            <a:extLst>
              <a:ext uri="{FF2B5EF4-FFF2-40B4-BE49-F238E27FC236}">
                <a16:creationId xmlns:a16="http://schemas.microsoft.com/office/drawing/2014/main" id="{5FC3F0C6-F095-4B53-B6C1-F06866F554AC}"/>
              </a:ext>
            </a:extLst>
          </p:cNvPr>
          <p:cNvSpPr/>
          <p:nvPr userDrawn="1"/>
        </p:nvSpPr>
        <p:spPr bwMode="gray">
          <a:xfrm>
            <a:off x="323850" y="2565134"/>
            <a:ext cx="914400" cy="914400"/>
          </a:xfrm>
          <a:prstGeom prst="ellipse">
            <a:avLst/>
          </a:prstGeom>
          <a:gradFill flip="none" rotWithShape="1">
            <a:gsLst>
              <a:gs pos="25000">
                <a:schemeClr val="accent2">
                  <a:alpha val="0"/>
                </a:schemeClr>
              </a:gs>
              <a:gs pos="100000">
                <a:schemeClr val="accent2"/>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5" name="Oval 24">
            <a:extLst>
              <a:ext uri="{FF2B5EF4-FFF2-40B4-BE49-F238E27FC236}">
                <a16:creationId xmlns:a16="http://schemas.microsoft.com/office/drawing/2014/main" id="{5482D622-AAA7-4A97-BDC5-77F70D964AD9}"/>
              </a:ext>
            </a:extLst>
          </p:cNvPr>
          <p:cNvSpPr/>
          <p:nvPr userDrawn="1"/>
        </p:nvSpPr>
        <p:spPr bwMode="gray">
          <a:xfrm>
            <a:off x="323850" y="3657600"/>
            <a:ext cx="914400" cy="914400"/>
          </a:xfrm>
          <a:prstGeom prst="ellipse">
            <a:avLst/>
          </a:prstGeom>
          <a:gradFill flip="none" rotWithShape="1">
            <a:gsLst>
              <a:gs pos="25000">
                <a:schemeClr val="accent3">
                  <a:alpha val="0"/>
                </a:schemeClr>
              </a:gs>
              <a:gs pos="100000">
                <a:schemeClr val="accent3"/>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6" name="Text Placeholder 5">
            <a:extLst>
              <a:ext uri="{FF2B5EF4-FFF2-40B4-BE49-F238E27FC236}">
                <a16:creationId xmlns:a16="http://schemas.microsoft.com/office/drawing/2014/main" id="{A928ED84-7A49-4862-BEAE-26655C61FF1A}"/>
              </a:ext>
            </a:extLst>
          </p:cNvPr>
          <p:cNvSpPr>
            <a:spLocks noGrp="1"/>
          </p:cNvSpPr>
          <p:nvPr>
            <p:ph type="body" sz="quarter" idx="35" hasCustomPrompt="1"/>
          </p:nvPr>
        </p:nvSpPr>
        <p:spPr bwMode="gray">
          <a:xfrm>
            <a:off x="631169" y="1837534"/>
            <a:ext cx="299762" cy="184666"/>
          </a:xfrm>
        </p:spPr>
        <p:txBody>
          <a:bodyPr wrap="none" lIns="0" tIns="0" rIns="0" bIns="0" anchor="ctr">
            <a:spAutoFit/>
          </a:bodyPr>
          <a:lstStyle>
            <a:lvl1pPr marL="0" indent="0" algn="ctr">
              <a:buNone/>
              <a:defRPr sz="1200">
                <a:solidFill>
                  <a:schemeClr val="tx1"/>
                </a:solidFill>
                <a:latin typeface="+mn-lt"/>
              </a:defRPr>
            </a:lvl1pPr>
          </a:lstStyle>
          <a:p>
            <a:pPr lvl="0"/>
            <a:r>
              <a:rPr lang="en-US"/>
              <a:t>Icon</a:t>
            </a:r>
          </a:p>
        </p:txBody>
      </p:sp>
      <p:sp>
        <p:nvSpPr>
          <p:cNvPr id="28" name="Text Placeholder 5">
            <a:extLst>
              <a:ext uri="{FF2B5EF4-FFF2-40B4-BE49-F238E27FC236}">
                <a16:creationId xmlns:a16="http://schemas.microsoft.com/office/drawing/2014/main" id="{AD86F44B-927D-45F9-B0F8-129711914423}"/>
              </a:ext>
            </a:extLst>
          </p:cNvPr>
          <p:cNvSpPr>
            <a:spLocks noGrp="1"/>
          </p:cNvSpPr>
          <p:nvPr>
            <p:ph type="body" sz="quarter" idx="36" hasCustomPrompt="1"/>
          </p:nvPr>
        </p:nvSpPr>
        <p:spPr bwMode="gray">
          <a:xfrm>
            <a:off x="631169" y="2930001"/>
            <a:ext cx="299762" cy="184666"/>
          </a:xfrm>
        </p:spPr>
        <p:txBody>
          <a:bodyPr wrap="none" lIns="0" tIns="0" rIns="0" bIns="0" anchor="ctr">
            <a:spAutoFit/>
          </a:bodyPr>
          <a:lstStyle>
            <a:lvl1pPr marL="0" indent="0" algn="ctr">
              <a:buNone/>
              <a:defRPr sz="1200">
                <a:solidFill>
                  <a:schemeClr val="tx1"/>
                </a:solidFill>
                <a:latin typeface="+mn-lt"/>
              </a:defRPr>
            </a:lvl1pPr>
          </a:lstStyle>
          <a:p>
            <a:pPr lvl="0"/>
            <a:r>
              <a:rPr lang="en-US"/>
              <a:t>Icon</a:t>
            </a:r>
          </a:p>
        </p:txBody>
      </p:sp>
      <p:sp>
        <p:nvSpPr>
          <p:cNvPr id="31" name="Text Placeholder 5">
            <a:extLst>
              <a:ext uri="{FF2B5EF4-FFF2-40B4-BE49-F238E27FC236}">
                <a16:creationId xmlns:a16="http://schemas.microsoft.com/office/drawing/2014/main" id="{3D4CCDE1-9A12-4E71-91A0-C086E94A12C6}"/>
              </a:ext>
            </a:extLst>
          </p:cNvPr>
          <p:cNvSpPr>
            <a:spLocks noGrp="1"/>
          </p:cNvSpPr>
          <p:nvPr>
            <p:ph type="body" sz="quarter" idx="37" hasCustomPrompt="1"/>
          </p:nvPr>
        </p:nvSpPr>
        <p:spPr bwMode="gray">
          <a:xfrm>
            <a:off x="631169" y="4022467"/>
            <a:ext cx="299762" cy="184666"/>
          </a:xfrm>
        </p:spPr>
        <p:txBody>
          <a:bodyPr wrap="none" lIns="0" tIns="0" rIns="0" bIns="0" anchor="ctr">
            <a:spAutoFit/>
          </a:bodyPr>
          <a:lstStyle>
            <a:lvl1pPr marL="0" indent="0" algn="ctr">
              <a:buNone/>
              <a:defRPr sz="1200">
                <a:solidFill>
                  <a:schemeClr val="tx1"/>
                </a:solidFill>
                <a:latin typeface="+mn-lt"/>
              </a:defRPr>
            </a:lvl1pPr>
          </a:lstStyle>
          <a:p>
            <a:pPr lvl="0"/>
            <a:r>
              <a:rPr lang="en-US"/>
              <a:t>Icon</a:t>
            </a:r>
          </a:p>
        </p:txBody>
      </p:sp>
      <p:sp>
        <p:nvSpPr>
          <p:cNvPr id="32" name="Text Placeholder 5">
            <a:extLst>
              <a:ext uri="{FF2B5EF4-FFF2-40B4-BE49-F238E27FC236}">
                <a16:creationId xmlns:a16="http://schemas.microsoft.com/office/drawing/2014/main" id="{5CFD6443-4873-4FD2-A44B-75D2F65DFEBB}"/>
              </a:ext>
            </a:extLst>
          </p:cNvPr>
          <p:cNvSpPr>
            <a:spLocks noGrp="1"/>
          </p:cNvSpPr>
          <p:nvPr>
            <p:ph type="body" sz="quarter" idx="23" hasCustomPrompt="1"/>
          </p:nvPr>
        </p:nvSpPr>
        <p:spPr bwMode="gray">
          <a:xfrm>
            <a:off x="1380392" y="1080468"/>
            <a:ext cx="3108960" cy="457200"/>
          </a:xfrm>
        </p:spPr>
        <p:txBody>
          <a:bodyPr lIns="0" tIns="0" rIns="0" bIns="0" anchor="t"/>
          <a:lstStyle>
            <a:lvl1pPr marL="0" indent="0" algn="l">
              <a:buNone/>
              <a:defRPr sz="1600">
                <a:solidFill>
                  <a:schemeClr val="accent1"/>
                </a:solidFill>
                <a:latin typeface="+mj-lt"/>
              </a:defRPr>
            </a:lvl1pPr>
          </a:lstStyle>
          <a:p>
            <a:pPr lvl="0"/>
            <a:r>
              <a:rPr lang="en-US"/>
              <a:t>Title</a:t>
            </a:r>
          </a:p>
        </p:txBody>
      </p:sp>
      <p:sp>
        <p:nvSpPr>
          <p:cNvPr id="33" name="Text Placeholder 5">
            <a:extLst>
              <a:ext uri="{FF2B5EF4-FFF2-40B4-BE49-F238E27FC236}">
                <a16:creationId xmlns:a16="http://schemas.microsoft.com/office/drawing/2014/main" id="{6465BC5F-0FDA-4FAF-B829-BE36F8384D4F}"/>
              </a:ext>
            </a:extLst>
          </p:cNvPr>
          <p:cNvSpPr>
            <a:spLocks noGrp="1"/>
          </p:cNvSpPr>
          <p:nvPr>
            <p:ph type="body" sz="quarter" idx="13" hasCustomPrompt="1"/>
          </p:nvPr>
        </p:nvSpPr>
        <p:spPr bwMode="gray">
          <a:xfrm>
            <a:off x="1377216" y="1617784"/>
            <a:ext cx="3108960" cy="91440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34" name="Text Placeholder 5">
            <a:extLst>
              <a:ext uri="{FF2B5EF4-FFF2-40B4-BE49-F238E27FC236}">
                <a16:creationId xmlns:a16="http://schemas.microsoft.com/office/drawing/2014/main" id="{72B57244-34E1-4D4E-BC3F-DA97EE6A0C7A}"/>
              </a:ext>
            </a:extLst>
          </p:cNvPr>
          <p:cNvSpPr>
            <a:spLocks noGrp="1"/>
          </p:cNvSpPr>
          <p:nvPr>
            <p:ph type="body" sz="quarter" idx="38" hasCustomPrompt="1"/>
          </p:nvPr>
        </p:nvSpPr>
        <p:spPr bwMode="gray">
          <a:xfrm>
            <a:off x="1377216" y="2633297"/>
            <a:ext cx="3108960" cy="91440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35" name="Text Placeholder 5">
            <a:extLst>
              <a:ext uri="{FF2B5EF4-FFF2-40B4-BE49-F238E27FC236}">
                <a16:creationId xmlns:a16="http://schemas.microsoft.com/office/drawing/2014/main" id="{4A9BD519-8AC3-4B0A-A46D-CA604EED86F0}"/>
              </a:ext>
            </a:extLst>
          </p:cNvPr>
          <p:cNvSpPr>
            <a:spLocks noGrp="1"/>
          </p:cNvSpPr>
          <p:nvPr>
            <p:ph type="body" sz="quarter" idx="39" hasCustomPrompt="1"/>
          </p:nvPr>
        </p:nvSpPr>
        <p:spPr bwMode="gray">
          <a:xfrm>
            <a:off x="1377216" y="3648810"/>
            <a:ext cx="3108960" cy="91440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36" name="Oval 35">
            <a:extLst>
              <a:ext uri="{FF2B5EF4-FFF2-40B4-BE49-F238E27FC236}">
                <a16:creationId xmlns:a16="http://schemas.microsoft.com/office/drawing/2014/main" id="{653C653F-6252-473E-B62E-C6A5150C1DFA}"/>
              </a:ext>
            </a:extLst>
          </p:cNvPr>
          <p:cNvSpPr/>
          <p:nvPr userDrawn="1"/>
        </p:nvSpPr>
        <p:spPr bwMode="gray">
          <a:xfrm>
            <a:off x="4639506" y="1472667"/>
            <a:ext cx="914400" cy="914400"/>
          </a:xfrm>
          <a:prstGeom prst="ellipse">
            <a:avLst/>
          </a:prstGeom>
          <a:gradFill flip="none" rotWithShape="1">
            <a:gsLst>
              <a:gs pos="25000">
                <a:schemeClr val="accent1">
                  <a:alpha val="0"/>
                </a:schemeClr>
              </a:gs>
              <a:gs pos="100000">
                <a:schemeClr val="accent1"/>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7" name="Oval 36">
            <a:extLst>
              <a:ext uri="{FF2B5EF4-FFF2-40B4-BE49-F238E27FC236}">
                <a16:creationId xmlns:a16="http://schemas.microsoft.com/office/drawing/2014/main" id="{CD69C3EE-16E1-49C9-8B87-2E9502AEBCC8}"/>
              </a:ext>
            </a:extLst>
          </p:cNvPr>
          <p:cNvSpPr/>
          <p:nvPr userDrawn="1"/>
        </p:nvSpPr>
        <p:spPr bwMode="gray">
          <a:xfrm>
            <a:off x="4639506" y="2565134"/>
            <a:ext cx="914400" cy="914400"/>
          </a:xfrm>
          <a:prstGeom prst="ellipse">
            <a:avLst/>
          </a:prstGeom>
          <a:gradFill flip="none" rotWithShape="1">
            <a:gsLst>
              <a:gs pos="25000">
                <a:schemeClr val="accent2">
                  <a:alpha val="0"/>
                </a:schemeClr>
              </a:gs>
              <a:gs pos="100000">
                <a:schemeClr val="accent2"/>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8" name="Oval 37">
            <a:extLst>
              <a:ext uri="{FF2B5EF4-FFF2-40B4-BE49-F238E27FC236}">
                <a16:creationId xmlns:a16="http://schemas.microsoft.com/office/drawing/2014/main" id="{D7241A9D-9908-43FA-8421-ED87D89C5FB8}"/>
              </a:ext>
            </a:extLst>
          </p:cNvPr>
          <p:cNvSpPr/>
          <p:nvPr userDrawn="1"/>
        </p:nvSpPr>
        <p:spPr bwMode="gray">
          <a:xfrm>
            <a:off x="4639506" y="3657600"/>
            <a:ext cx="914400" cy="914400"/>
          </a:xfrm>
          <a:prstGeom prst="ellipse">
            <a:avLst/>
          </a:prstGeom>
          <a:gradFill flip="none" rotWithShape="1">
            <a:gsLst>
              <a:gs pos="25000">
                <a:schemeClr val="accent3">
                  <a:alpha val="0"/>
                </a:schemeClr>
              </a:gs>
              <a:gs pos="100000">
                <a:schemeClr val="accent3"/>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9" name="Text Placeholder 5">
            <a:extLst>
              <a:ext uri="{FF2B5EF4-FFF2-40B4-BE49-F238E27FC236}">
                <a16:creationId xmlns:a16="http://schemas.microsoft.com/office/drawing/2014/main" id="{097B0B3E-3C6C-4A63-86FE-2CD17083A07D}"/>
              </a:ext>
            </a:extLst>
          </p:cNvPr>
          <p:cNvSpPr>
            <a:spLocks noGrp="1"/>
          </p:cNvSpPr>
          <p:nvPr>
            <p:ph type="body" sz="quarter" idx="40" hasCustomPrompt="1"/>
          </p:nvPr>
        </p:nvSpPr>
        <p:spPr bwMode="gray">
          <a:xfrm>
            <a:off x="4946825" y="1837534"/>
            <a:ext cx="299762" cy="184666"/>
          </a:xfrm>
        </p:spPr>
        <p:txBody>
          <a:bodyPr wrap="none" lIns="0" tIns="0" rIns="0" bIns="0" anchor="ctr">
            <a:spAutoFit/>
          </a:bodyPr>
          <a:lstStyle>
            <a:lvl1pPr marL="0" indent="0" algn="ctr">
              <a:buNone/>
              <a:defRPr sz="1200">
                <a:solidFill>
                  <a:schemeClr val="tx1"/>
                </a:solidFill>
                <a:latin typeface="+mn-lt"/>
              </a:defRPr>
            </a:lvl1pPr>
          </a:lstStyle>
          <a:p>
            <a:pPr lvl="0"/>
            <a:r>
              <a:rPr lang="en-US"/>
              <a:t>Icon</a:t>
            </a:r>
          </a:p>
        </p:txBody>
      </p:sp>
      <p:sp>
        <p:nvSpPr>
          <p:cNvPr id="40" name="Text Placeholder 5">
            <a:extLst>
              <a:ext uri="{FF2B5EF4-FFF2-40B4-BE49-F238E27FC236}">
                <a16:creationId xmlns:a16="http://schemas.microsoft.com/office/drawing/2014/main" id="{B401FB5F-38F7-49F3-9FC5-121C5D58D572}"/>
              </a:ext>
            </a:extLst>
          </p:cNvPr>
          <p:cNvSpPr>
            <a:spLocks noGrp="1"/>
          </p:cNvSpPr>
          <p:nvPr>
            <p:ph type="body" sz="quarter" idx="41" hasCustomPrompt="1"/>
          </p:nvPr>
        </p:nvSpPr>
        <p:spPr bwMode="gray">
          <a:xfrm>
            <a:off x="4946825" y="2930001"/>
            <a:ext cx="299762" cy="184666"/>
          </a:xfrm>
        </p:spPr>
        <p:txBody>
          <a:bodyPr wrap="none" lIns="0" tIns="0" rIns="0" bIns="0" anchor="ctr">
            <a:spAutoFit/>
          </a:bodyPr>
          <a:lstStyle>
            <a:lvl1pPr marL="0" indent="0" algn="ctr">
              <a:buNone/>
              <a:defRPr sz="1200">
                <a:solidFill>
                  <a:schemeClr val="tx1"/>
                </a:solidFill>
                <a:latin typeface="+mn-lt"/>
              </a:defRPr>
            </a:lvl1pPr>
          </a:lstStyle>
          <a:p>
            <a:pPr lvl="0"/>
            <a:r>
              <a:rPr lang="en-US"/>
              <a:t>Icon</a:t>
            </a:r>
          </a:p>
        </p:txBody>
      </p:sp>
      <p:sp>
        <p:nvSpPr>
          <p:cNvPr id="41" name="Text Placeholder 5">
            <a:extLst>
              <a:ext uri="{FF2B5EF4-FFF2-40B4-BE49-F238E27FC236}">
                <a16:creationId xmlns:a16="http://schemas.microsoft.com/office/drawing/2014/main" id="{2A463556-916F-4946-B18E-76F98E8B7407}"/>
              </a:ext>
            </a:extLst>
          </p:cNvPr>
          <p:cNvSpPr>
            <a:spLocks noGrp="1"/>
          </p:cNvSpPr>
          <p:nvPr>
            <p:ph type="body" sz="quarter" idx="42" hasCustomPrompt="1"/>
          </p:nvPr>
        </p:nvSpPr>
        <p:spPr bwMode="gray">
          <a:xfrm>
            <a:off x="4946825" y="4022467"/>
            <a:ext cx="299762" cy="184666"/>
          </a:xfrm>
        </p:spPr>
        <p:txBody>
          <a:bodyPr wrap="none" lIns="0" tIns="0" rIns="0" bIns="0" anchor="ctr">
            <a:spAutoFit/>
          </a:bodyPr>
          <a:lstStyle>
            <a:lvl1pPr marL="0" indent="0" algn="ctr">
              <a:buNone/>
              <a:defRPr sz="1200">
                <a:solidFill>
                  <a:schemeClr val="tx1"/>
                </a:solidFill>
                <a:latin typeface="+mn-lt"/>
              </a:defRPr>
            </a:lvl1pPr>
          </a:lstStyle>
          <a:p>
            <a:pPr lvl="0"/>
            <a:r>
              <a:rPr lang="en-US"/>
              <a:t>Icon</a:t>
            </a:r>
          </a:p>
        </p:txBody>
      </p:sp>
      <p:sp>
        <p:nvSpPr>
          <p:cNvPr id="42" name="Text Placeholder 5">
            <a:extLst>
              <a:ext uri="{FF2B5EF4-FFF2-40B4-BE49-F238E27FC236}">
                <a16:creationId xmlns:a16="http://schemas.microsoft.com/office/drawing/2014/main" id="{7550C26B-0501-4388-9887-63FDE0D22CF5}"/>
              </a:ext>
            </a:extLst>
          </p:cNvPr>
          <p:cNvSpPr>
            <a:spLocks noGrp="1"/>
          </p:cNvSpPr>
          <p:nvPr>
            <p:ph type="body" sz="quarter" idx="43" hasCustomPrompt="1"/>
          </p:nvPr>
        </p:nvSpPr>
        <p:spPr bwMode="gray">
          <a:xfrm>
            <a:off x="5696048" y="1080468"/>
            <a:ext cx="3108960" cy="457200"/>
          </a:xfrm>
        </p:spPr>
        <p:txBody>
          <a:bodyPr lIns="0" tIns="0" rIns="0" bIns="0" anchor="t"/>
          <a:lstStyle>
            <a:lvl1pPr marL="0" indent="0" algn="l">
              <a:buNone/>
              <a:defRPr sz="1600">
                <a:solidFill>
                  <a:schemeClr val="accent4"/>
                </a:solidFill>
                <a:latin typeface="+mj-lt"/>
              </a:defRPr>
            </a:lvl1pPr>
          </a:lstStyle>
          <a:p>
            <a:pPr lvl="0"/>
            <a:r>
              <a:rPr lang="en-US"/>
              <a:t>Title</a:t>
            </a:r>
          </a:p>
        </p:txBody>
      </p:sp>
      <p:sp>
        <p:nvSpPr>
          <p:cNvPr id="43" name="Text Placeholder 5">
            <a:extLst>
              <a:ext uri="{FF2B5EF4-FFF2-40B4-BE49-F238E27FC236}">
                <a16:creationId xmlns:a16="http://schemas.microsoft.com/office/drawing/2014/main" id="{0521E56C-E85D-4D25-AEEA-02E586184A73}"/>
              </a:ext>
            </a:extLst>
          </p:cNvPr>
          <p:cNvSpPr>
            <a:spLocks noGrp="1"/>
          </p:cNvSpPr>
          <p:nvPr>
            <p:ph type="body" sz="quarter" idx="44" hasCustomPrompt="1"/>
          </p:nvPr>
        </p:nvSpPr>
        <p:spPr bwMode="gray">
          <a:xfrm>
            <a:off x="5692872" y="1617784"/>
            <a:ext cx="3108960" cy="91440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44" name="Text Placeholder 5">
            <a:extLst>
              <a:ext uri="{FF2B5EF4-FFF2-40B4-BE49-F238E27FC236}">
                <a16:creationId xmlns:a16="http://schemas.microsoft.com/office/drawing/2014/main" id="{C955E9A9-80A2-4F02-B594-AADA02FE063E}"/>
              </a:ext>
            </a:extLst>
          </p:cNvPr>
          <p:cNvSpPr>
            <a:spLocks noGrp="1"/>
          </p:cNvSpPr>
          <p:nvPr>
            <p:ph type="body" sz="quarter" idx="45" hasCustomPrompt="1"/>
          </p:nvPr>
        </p:nvSpPr>
        <p:spPr bwMode="gray">
          <a:xfrm>
            <a:off x="5692872" y="2633297"/>
            <a:ext cx="3108960" cy="91440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45" name="Text Placeholder 5">
            <a:extLst>
              <a:ext uri="{FF2B5EF4-FFF2-40B4-BE49-F238E27FC236}">
                <a16:creationId xmlns:a16="http://schemas.microsoft.com/office/drawing/2014/main" id="{C1F76ED5-4BF3-46CC-A650-BC77DB17084A}"/>
              </a:ext>
            </a:extLst>
          </p:cNvPr>
          <p:cNvSpPr>
            <a:spLocks noGrp="1"/>
          </p:cNvSpPr>
          <p:nvPr>
            <p:ph type="body" sz="quarter" idx="46" hasCustomPrompt="1"/>
          </p:nvPr>
        </p:nvSpPr>
        <p:spPr bwMode="gray">
          <a:xfrm>
            <a:off x="5692872" y="3648810"/>
            <a:ext cx="3108960" cy="914400"/>
          </a:xfrm>
        </p:spPr>
        <p:txBody>
          <a:bodyPr lIns="0" tIns="0" rIns="0" bIns="0" anchor="t"/>
          <a:lstStyle>
            <a:lvl1pPr marL="182880" indent="-182880" algn="l">
              <a:buFont typeface="Arial" panose="020B0604020202020204" pitchFamily="34" charset="0"/>
              <a:buChar char="•"/>
              <a:defRPr sz="1200">
                <a:latin typeface="+mn-lt"/>
              </a:defRPr>
            </a:lvl1pPr>
          </a:lstStyle>
          <a:p>
            <a:pPr lvl="0"/>
            <a:r>
              <a:rPr lang="en-US"/>
              <a:t>Text</a:t>
            </a:r>
          </a:p>
        </p:txBody>
      </p:sp>
      <p:sp>
        <p:nvSpPr>
          <p:cNvPr id="24" name="Slide Number Placeholder 5">
            <a:extLst>
              <a:ext uri="{FF2B5EF4-FFF2-40B4-BE49-F238E27FC236}">
                <a16:creationId xmlns:a16="http://schemas.microsoft.com/office/drawing/2014/main" id="{531E63E9-AD6A-453B-B833-D1A0F614143B}"/>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482058953"/>
      </p:ext>
    </p:extLst>
  </p:cSld>
  <p:clrMapOvr>
    <a:masterClrMapping/>
  </p:clrMapOvr>
  <p:hf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Four titles with numbers">
    <p:spTree>
      <p:nvGrpSpPr>
        <p:cNvPr id="1" name=""/>
        <p:cNvGrpSpPr/>
        <p:nvPr/>
      </p:nvGrpSpPr>
      <p:grpSpPr>
        <a:xfrm>
          <a:off x="0" y="0"/>
          <a:ext cx="0" cy="0"/>
          <a:chOff x="0" y="0"/>
          <a:chExt cx="0" cy="0"/>
        </a:xfrm>
      </p:grpSpPr>
      <p:sp>
        <p:nvSpPr>
          <p:cNvPr id="28" name="Diamond 27">
            <a:extLst>
              <a:ext uri="{FF2B5EF4-FFF2-40B4-BE49-F238E27FC236}">
                <a16:creationId xmlns:a16="http://schemas.microsoft.com/office/drawing/2014/main" id="{D647EE49-82E3-4DA9-BA5D-DF952F6318D3}"/>
              </a:ext>
            </a:extLst>
          </p:cNvPr>
          <p:cNvSpPr/>
          <p:nvPr userDrawn="1"/>
        </p:nvSpPr>
        <p:spPr bwMode="gray">
          <a:xfrm>
            <a:off x="3717528" y="1986368"/>
            <a:ext cx="1686758" cy="1686758"/>
          </a:xfrm>
          <a:prstGeom prst="diamond">
            <a:avLst/>
          </a:prstGeom>
          <a:noFill/>
          <a:ln w="19050">
            <a:solidFill>
              <a:schemeClr val="accent6">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22" name="Oval 21">
            <a:extLst>
              <a:ext uri="{FF2B5EF4-FFF2-40B4-BE49-F238E27FC236}">
                <a16:creationId xmlns:a16="http://schemas.microsoft.com/office/drawing/2014/main" id="{2F259ADB-D31C-4678-B56E-8C1A040D3936}"/>
              </a:ext>
            </a:extLst>
          </p:cNvPr>
          <p:cNvSpPr/>
          <p:nvPr userDrawn="1"/>
        </p:nvSpPr>
        <p:spPr bwMode="gray">
          <a:xfrm rot="5400000">
            <a:off x="4544847" y="2807727"/>
            <a:ext cx="1068720" cy="1068720"/>
          </a:xfrm>
          <a:prstGeom prst="ellipse">
            <a:avLst/>
          </a:prstGeom>
          <a:gradFill>
            <a:gsLst>
              <a:gs pos="0">
                <a:schemeClr val="accent2"/>
              </a:gs>
              <a:gs pos="58000">
                <a:schemeClr val="bg1"/>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78ED4925-A51C-41FB-B448-144821E0E698}"/>
              </a:ext>
            </a:extLst>
          </p:cNvPr>
          <p:cNvSpPr/>
          <p:nvPr userDrawn="1"/>
        </p:nvSpPr>
        <p:spPr bwMode="gray">
          <a:xfrm>
            <a:off x="4540083" y="1781965"/>
            <a:ext cx="1068720" cy="1068720"/>
          </a:xfrm>
          <a:prstGeom prst="ellipse">
            <a:avLst/>
          </a:prstGeom>
          <a:gradFill>
            <a:gsLst>
              <a:gs pos="0">
                <a:schemeClr val="accent1"/>
              </a:gs>
              <a:gs pos="58000">
                <a:schemeClr val="bg1"/>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CE02FE3-DCC2-4DAB-BB88-F5E7B81E86EF}"/>
              </a:ext>
            </a:extLst>
          </p:cNvPr>
          <p:cNvSpPr/>
          <p:nvPr userDrawn="1"/>
        </p:nvSpPr>
        <p:spPr bwMode="gray">
          <a:xfrm rot="16200000" flipH="1">
            <a:off x="3518529" y="2802965"/>
            <a:ext cx="1068720" cy="1068720"/>
          </a:xfrm>
          <a:prstGeom prst="ellipse">
            <a:avLst/>
          </a:prstGeom>
          <a:gradFill>
            <a:gsLst>
              <a:gs pos="0">
                <a:schemeClr val="accent3"/>
              </a:gs>
              <a:gs pos="58000">
                <a:schemeClr val="bg1"/>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708E8DB-73F0-4E36-BB08-D76CD25BDE19}"/>
              </a:ext>
            </a:extLst>
          </p:cNvPr>
          <p:cNvSpPr/>
          <p:nvPr userDrawn="1"/>
        </p:nvSpPr>
        <p:spPr bwMode="gray">
          <a:xfrm flipH="1">
            <a:off x="3530436" y="1789108"/>
            <a:ext cx="1068720" cy="1068720"/>
          </a:xfrm>
          <a:prstGeom prst="ellipse">
            <a:avLst/>
          </a:prstGeom>
          <a:gradFill>
            <a:gsLst>
              <a:gs pos="0">
                <a:schemeClr val="accent4"/>
              </a:gs>
              <a:gs pos="58000">
                <a:schemeClr val="bg1"/>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5">
            <a:extLst>
              <a:ext uri="{FF2B5EF4-FFF2-40B4-BE49-F238E27FC236}">
                <a16:creationId xmlns:a16="http://schemas.microsoft.com/office/drawing/2014/main" id="{D686D3A1-D555-4836-BDB4-AA547069B54A}"/>
              </a:ext>
            </a:extLst>
          </p:cNvPr>
          <p:cNvSpPr>
            <a:spLocks noGrp="1"/>
          </p:cNvSpPr>
          <p:nvPr>
            <p:ph type="body" sz="quarter" idx="35" hasCustomPrompt="1"/>
          </p:nvPr>
        </p:nvSpPr>
        <p:spPr bwMode="gray">
          <a:xfrm>
            <a:off x="3833428" y="1953945"/>
            <a:ext cx="173124" cy="369332"/>
          </a:xfrm>
        </p:spPr>
        <p:txBody>
          <a:bodyPr wrap="none" lIns="0" tIns="0" rIns="0" bIns="0" anchor="ctr">
            <a:spAutoFit/>
          </a:bodyPr>
          <a:lstStyle>
            <a:lvl1pPr marL="0" indent="0" algn="ctr">
              <a:buNone/>
              <a:defRPr sz="2400">
                <a:solidFill>
                  <a:schemeClr val="tx1"/>
                </a:solidFill>
                <a:latin typeface="+mj-lt"/>
              </a:defRPr>
            </a:lvl1pPr>
          </a:lstStyle>
          <a:p>
            <a:pPr lvl="0"/>
            <a:r>
              <a:rPr lang="en-US"/>
              <a:t>4</a:t>
            </a:r>
          </a:p>
        </p:txBody>
      </p:sp>
      <p:sp>
        <p:nvSpPr>
          <p:cNvPr id="32" name="Text Placeholder 5">
            <a:extLst>
              <a:ext uri="{FF2B5EF4-FFF2-40B4-BE49-F238E27FC236}">
                <a16:creationId xmlns:a16="http://schemas.microsoft.com/office/drawing/2014/main" id="{DE9DF25D-2CC5-43CE-8BB0-FF8BA97B2636}"/>
              </a:ext>
            </a:extLst>
          </p:cNvPr>
          <p:cNvSpPr>
            <a:spLocks noGrp="1"/>
          </p:cNvSpPr>
          <p:nvPr>
            <p:ph type="body" sz="quarter" idx="36" hasCustomPrompt="1"/>
          </p:nvPr>
        </p:nvSpPr>
        <p:spPr bwMode="gray">
          <a:xfrm>
            <a:off x="3973750" y="2473366"/>
            <a:ext cx="1174314" cy="660010"/>
          </a:xfrm>
        </p:spPr>
        <p:txBody>
          <a:bodyPr wrap="none" lIns="0" tIns="0" rIns="0" bIns="0" anchor="ctr">
            <a:noAutofit/>
          </a:bodyPr>
          <a:lstStyle>
            <a:lvl1pPr marL="0" indent="0" algn="ctr">
              <a:buNone/>
              <a:defRPr sz="1800">
                <a:solidFill>
                  <a:schemeClr val="tx1"/>
                </a:solidFill>
                <a:latin typeface="+mj-lt"/>
              </a:defRPr>
            </a:lvl1pPr>
          </a:lstStyle>
          <a:p>
            <a:pPr lvl="0"/>
            <a:r>
              <a:rPr lang="en-US"/>
              <a:t>Text</a:t>
            </a:r>
          </a:p>
        </p:txBody>
      </p:sp>
      <p:sp>
        <p:nvSpPr>
          <p:cNvPr id="33" name="Text Placeholder 5">
            <a:extLst>
              <a:ext uri="{FF2B5EF4-FFF2-40B4-BE49-F238E27FC236}">
                <a16:creationId xmlns:a16="http://schemas.microsoft.com/office/drawing/2014/main" id="{B04C66A7-2AC5-4BB4-AA67-9FEE4F390519}"/>
              </a:ext>
            </a:extLst>
          </p:cNvPr>
          <p:cNvSpPr>
            <a:spLocks noGrp="1"/>
          </p:cNvSpPr>
          <p:nvPr>
            <p:ph type="body" sz="quarter" idx="37" hasCustomPrompt="1"/>
          </p:nvPr>
        </p:nvSpPr>
        <p:spPr bwMode="gray">
          <a:xfrm>
            <a:off x="3835833" y="3256804"/>
            <a:ext cx="168315" cy="369332"/>
          </a:xfrm>
        </p:spPr>
        <p:txBody>
          <a:bodyPr wrap="none" lIns="0" tIns="0" rIns="0" bIns="0" anchor="ctr">
            <a:spAutoFit/>
          </a:bodyPr>
          <a:lstStyle>
            <a:lvl1pPr marL="0" indent="0" algn="ctr">
              <a:buNone/>
              <a:defRPr sz="2400">
                <a:solidFill>
                  <a:schemeClr val="tx1"/>
                </a:solidFill>
                <a:latin typeface="+mj-lt"/>
              </a:defRPr>
            </a:lvl1pPr>
          </a:lstStyle>
          <a:p>
            <a:pPr lvl="0"/>
            <a:r>
              <a:rPr lang="en-US"/>
              <a:t>3</a:t>
            </a:r>
          </a:p>
        </p:txBody>
      </p:sp>
      <p:sp>
        <p:nvSpPr>
          <p:cNvPr id="34" name="Text Placeholder 5">
            <a:extLst>
              <a:ext uri="{FF2B5EF4-FFF2-40B4-BE49-F238E27FC236}">
                <a16:creationId xmlns:a16="http://schemas.microsoft.com/office/drawing/2014/main" id="{2ADA71F5-7129-400C-B0DF-AC357FF32F31}"/>
              </a:ext>
            </a:extLst>
          </p:cNvPr>
          <p:cNvSpPr>
            <a:spLocks noGrp="1"/>
          </p:cNvSpPr>
          <p:nvPr>
            <p:ph type="body" sz="quarter" idx="38" hasCustomPrompt="1"/>
          </p:nvPr>
        </p:nvSpPr>
        <p:spPr bwMode="gray">
          <a:xfrm>
            <a:off x="5188282" y="1953945"/>
            <a:ext cx="144270" cy="369332"/>
          </a:xfrm>
        </p:spPr>
        <p:txBody>
          <a:bodyPr wrap="none" lIns="0" tIns="0" rIns="0" bIns="0" anchor="ctr">
            <a:spAutoFit/>
          </a:bodyPr>
          <a:lstStyle>
            <a:lvl1pPr marL="0" indent="0" algn="ctr">
              <a:buNone/>
              <a:defRPr sz="2400">
                <a:solidFill>
                  <a:schemeClr val="tx1"/>
                </a:solidFill>
                <a:latin typeface="+mj-lt"/>
              </a:defRPr>
            </a:lvl1pPr>
          </a:lstStyle>
          <a:p>
            <a:pPr lvl="0"/>
            <a:r>
              <a:rPr lang="en-US"/>
              <a:t>1</a:t>
            </a:r>
          </a:p>
        </p:txBody>
      </p:sp>
      <p:sp>
        <p:nvSpPr>
          <p:cNvPr id="35" name="Text Placeholder 5">
            <a:extLst>
              <a:ext uri="{FF2B5EF4-FFF2-40B4-BE49-F238E27FC236}">
                <a16:creationId xmlns:a16="http://schemas.microsoft.com/office/drawing/2014/main" id="{9728EC26-22D9-446A-858E-1380646BEC8D}"/>
              </a:ext>
            </a:extLst>
          </p:cNvPr>
          <p:cNvSpPr>
            <a:spLocks noGrp="1"/>
          </p:cNvSpPr>
          <p:nvPr>
            <p:ph type="body" sz="quarter" idx="39" hasCustomPrompt="1"/>
          </p:nvPr>
        </p:nvSpPr>
        <p:spPr bwMode="gray">
          <a:xfrm>
            <a:off x="5176260" y="3256804"/>
            <a:ext cx="168315" cy="369332"/>
          </a:xfrm>
        </p:spPr>
        <p:txBody>
          <a:bodyPr wrap="none" lIns="0" tIns="0" rIns="0" bIns="0" anchor="ctr">
            <a:spAutoFit/>
          </a:bodyPr>
          <a:lstStyle>
            <a:lvl1pPr marL="0" indent="0" algn="ctr">
              <a:buNone/>
              <a:defRPr sz="2400">
                <a:solidFill>
                  <a:schemeClr val="tx1"/>
                </a:solidFill>
                <a:latin typeface="+mj-lt"/>
              </a:defRPr>
            </a:lvl1pPr>
          </a:lstStyle>
          <a:p>
            <a:pPr lvl="0"/>
            <a:r>
              <a:rPr lang="en-US"/>
              <a:t>2</a:t>
            </a:r>
          </a:p>
        </p:txBody>
      </p:sp>
      <p:sp>
        <p:nvSpPr>
          <p:cNvPr id="44" name="Text Placeholder 5">
            <a:extLst>
              <a:ext uri="{FF2B5EF4-FFF2-40B4-BE49-F238E27FC236}">
                <a16:creationId xmlns:a16="http://schemas.microsoft.com/office/drawing/2014/main" id="{B228C6B8-C454-4F13-B085-2826A647087E}"/>
              </a:ext>
            </a:extLst>
          </p:cNvPr>
          <p:cNvSpPr>
            <a:spLocks noGrp="1"/>
          </p:cNvSpPr>
          <p:nvPr>
            <p:ph type="body" sz="quarter" idx="13" hasCustomPrompt="1"/>
          </p:nvPr>
        </p:nvSpPr>
        <p:spPr bwMode="gray">
          <a:xfrm>
            <a:off x="320675" y="1441938"/>
            <a:ext cx="3017520" cy="1318847"/>
          </a:xfrm>
        </p:spPr>
        <p:txBody>
          <a:bodyPr lIns="0" tIns="0" rIns="0" bIns="0" anchor="t"/>
          <a:lstStyle>
            <a:lvl1pPr marL="0" indent="0" algn="l">
              <a:buFont typeface="Arial" panose="020B0604020202020204" pitchFamily="34" charset="0"/>
              <a:buNone/>
              <a:defRPr sz="1200">
                <a:latin typeface="+mn-lt"/>
              </a:defRPr>
            </a:lvl1pPr>
          </a:lstStyle>
          <a:p>
            <a:pPr lvl="0"/>
            <a:r>
              <a:rPr lang="en-US"/>
              <a:t>Text</a:t>
            </a:r>
          </a:p>
        </p:txBody>
      </p:sp>
      <p:sp>
        <p:nvSpPr>
          <p:cNvPr id="45" name="Text Placeholder 5">
            <a:extLst>
              <a:ext uri="{FF2B5EF4-FFF2-40B4-BE49-F238E27FC236}">
                <a16:creationId xmlns:a16="http://schemas.microsoft.com/office/drawing/2014/main" id="{59DE835B-E0E7-4904-B71F-7A45A531F3E4}"/>
              </a:ext>
            </a:extLst>
          </p:cNvPr>
          <p:cNvSpPr>
            <a:spLocks noGrp="1"/>
          </p:cNvSpPr>
          <p:nvPr>
            <p:ph type="body" sz="quarter" idx="49" hasCustomPrompt="1"/>
          </p:nvPr>
        </p:nvSpPr>
        <p:spPr bwMode="gray">
          <a:xfrm>
            <a:off x="320675" y="1074738"/>
            <a:ext cx="3017520" cy="349616"/>
          </a:xfrm>
        </p:spPr>
        <p:txBody>
          <a:bodyPr lIns="0" tIns="0" rIns="0" bIns="0" anchor="ctr"/>
          <a:lstStyle>
            <a:lvl1pPr marL="0" indent="0" algn="l">
              <a:buFont typeface="Arial" panose="020B0604020202020204" pitchFamily="34" charset="0"/>
              <a:buNone/>
              <a:defRPr sz="1400">
                <a:solidFill>
                  <a:schemeClr val="accent4"/>
                </a:solidFill>
                <a:latin typeface="+mj-lt"/>
              </a:defRPr>
            </a:lvl1pPr>
          </a:lstStyle>
          <a:p>
            <a:pPr lvl="0"/>
            <a:r>
              <a:rPr lang="en-US"/>
              <a:t>Title</a:t>
            </a:r>
          </a:p>
        </p:txBody>
      </p:sp>
      <p:sp>
        <p:nvSpPr>
          <p:cNvPr id="46" name="Text Placeholder 5">
            <a:extLst>
              <a:ext uri="{FF2B5EF4-FFF2-40B4-BE49-F238E27FC236}">
                <a16:creationId xmlns:a16="http://schemas.microsoft.com/office/drawing/2014/main" id="{FFE36F5A-6540-404B-BAC3-45490143A4BB}"/>
              </a:ext>
            </a:extLst>
          </p:cNvPr>
          <p:cNvSpPr>
            <a:spLocks noGrp="1"/>
          </p:cNvSpPr>
          <p:nvPr>
            <p:ph type="body" sz="quarter" idx="50" hasCustomPrompt="1"/>
          </p:nvPr>
        </p:nvSpPr>
        <p:spPr bwMode="gray">
          <a:xfrm>
            <a:off x="320675" y="3253153"/>
            <a:ext cx="3017520" cy="1318847"/>
          </a:xfrm>
        </p:spPr>
        <p:txBody>
          <a:bodyPr lIns="0" tIns="0" rIns="0" bIns="0" anchor="t"/>
          <a:lstStyle>
            <a:lvl1pPr marL="0" indent="0" algn="l">
              <a:buFont typeface="Arial" panose="020B0604020202020204" pitchFamily="34" charset="0"/>
              <a:buNone/>
              <a:defRPr sz="1200">
                <a:latin typeface="+mn-lt"/>
              </a:defRPr>
            </a:lvl1pPr>
          </a:lstStyle>
          <a:p>
            <a:pPr lvl="0"/>
            <a:r>
              <a:rPr lang="en-US"/>
              <a:t>Text</a:t>
            </a:r>
          </a:p>
        </p:txBody>
      </p:sp>
      <p:sp>
        <p:nvSpPr>
          <p:cNvPr id="49" name="Text Placeholder 5">
            <a:extLst>
              <a:ext uri="{FF2B5EF4-FFF2-40B4-BE49-F238E27FC236}">
                <a16:creationId xmlns:a16="http://schemas.microsoft.com/office/drawing/2014/main" id="{37E674A5-D356-4589-8349-70F08635D01D}"/>
              </a:ext>
            </a:extLst>
          </p:cNvPr>
          <p:cNvSpPr>
            <a:spLocks noGrp="1"/>
          </p:cNvSpPr>
          <p:nvPr>
            <p:ph type="body" sz="quarter" idx="51" hasCustomPrompt="1"/>
          </p:nvPr>
        </p:nvSpPr>
        <p:spPr bwMode="gray">
          <a:xfrm>
            <a:off x="320675" y="2885953"/>
            <a:ext cx="3017520" cy="349616"/>
          </a:xfrm>
        </p:spPr>
        <p:txBody>
          <a:bodyPr lIns="0" tIns="0" rIns="0" bIns="0" anchor="ctr"/>
          <a:lstStyle>
            <a:lvl1pPr marL="0" marR="0" indent="0" algn="l" defTabSz="914400" rtl="0" eaLnBrk="1" fontAlgn="auto" latinLnBrk="0" hangingPunct="1">
              <a:lnSpc>
                <a:spcPct val="100000"/>
              </a:lnSpc>
              <a:spcBef>
                <a:spcPts val="0"/>
              </a:spcBef>
              <a:spcAft>
                <a:spcPts val="400"/>
              </a:spcAft>
              <a:buClr>
                <a:srgbClr val="FFFFFF"/>
              </a:buClr>
              <a:buSzPct val="100000"/>
              <a:buFont typeface="Arial" panose="020B0604020202020204" pitchFamily="34" charset="0"/>
              <a:buNone/>
              <a:tabLst/>
              <a:defRPr sz="1400">
                <a:solidFill>
                  <a:schemeClr val="accent3"/>
                </a:solidFill>
                <a:latin typeface="+mj-lt"/>
              </a:defRPr>
            </a:lvl1pPr>
          </a:lstStyle>
          <a:p>
            <a:pPr lvl="0"/>
            <a:r>
              <a:rPr lang="en-US"/>
              <a:t>Title</a:t>
            </a:r>
          </a:p>
        </p:txBody>
      </p:sp>
      <p:sp>
        <p:nvSpPr>
          <p:cNvPr id="50" name="Text Placeholder 5">
            <a:extLst>
              <a:ext uri="{FF2B5EF4-FFF2-40B4-BE49-F238E27FC236}">
                <a16:creationId xmlns:a16="http://schemas.microsoft.com/office/drawing/2014/main" id="{C34FA53B-F531-4886-B345-0ECF29DACF5A}"/>
              </a:ext>
            </a:extLst>
          </p:cNvPr>
          <p:cNvSpPr>
            <a:spLocks noGrp="1"/>
          </p:cNvSpPr>
          <p:nvPr>
            <p:ph type="body" sz="quarter" idx="52" hasCustomPrompt="1"/>
          </p:nvPr>
        </p:nvSpPr>
        <p:spPr bwMode="gray">
          <a:xfrm>
            <a:off x="5787488" y="1441938"/>
            <a:ext cx="3017520" cy="1318847"/>
          </a:xfrm>
        </p:spPr>
        <p:txBody>
          <a:bodyPr lIns="0" tIns="0" rIns="0" bIns="0" anchor="t"/>
          <a:lstStyle>
            <a:lvl1pPr marL="0" indent="0" algn="r">
              <a:buFont typeface="Arial" panose="020B0604020202020204" pitchFamily="34" charset="0"/>
              <a:buNone/>
              <a:defRPr sz="1200">
                <a:latin typeface="+mn-lt"/>
              </a:defRPr>
            </a:lvl1pPr>
          </a:lstStyle>
          <a:p>
            <a:pPr lvl="0"/>
            <a:r>
              <a:rPr lang="en-US"/>
              <a:t>Text</a:t>
            </a:r>
          </a:p>
        </p:txBody>
      </p:sp>
      <p:sp>
        <p:nvSpPr>
          <p:cNvPr id="54" name="Text Placeholder 5">
            <a:extLst>
              <a:ext uri="{FF2B5EF4-FFF2-40B4-BE49-F238E27FC236}">
                <a16:creationId xmlns:a16="http://schemas.microsoft.com/office/drawing/2014/main" id="{94B3C364-5411-4916-A935-D899A61821A4}"/>
              </a:ext>
            </a:extLst>
          </p:cNvPr>
          <p:cNvSpPr>
            <a:spLocks noGrp="1"/>
          </p:cNvSpPr>
          <p:nvPr>
            <p:ph type="body" sz="quarter" idx="53" hasCustomPrompt="1"/>
          </p:nvPr>
        </p:nvSpPr>
        <p:spPr bwMode="gray">
          <a:xfrm>
            <a:off x="5787488" y="1074738"/>
            <a:ext cx="3017520" cy="349616"/>
          </a:xfrm>
        </p:spPr>
        <p:txBody>
          <a:bodyPr lIns="0" tIns="0" rIns="0" bIns="0" anchor="ctr"/>
          <a:lstStyle>
            <a:lvl1pPr marL="0" indent="0" algn="r">
              <a:buFont typeface="Arial" panose="020B0604020202020204" pitchFamily="34" charset="0"/>
              <a:buNone/>
              <a:defRPr sz="1400">
                <a:solidFill>
                  <a:schemeClr val="accent1"/>
                </a:solidFill>
                <a:latin typeface="+mj-lt"/>
              </a:defRPr>
            </a:lvl1pPr>
          </a:lstStyle>
          <a:p>
            <a:pPr lvl="0"/>
            <a:r>
              <a:rPr lang="en-US"/>
              <a:t>Title</a:t>
            </a:r>
          </a:p>
        </p:txBody>
      </p:sp>
      <p:sp>
        <p:nvSpPr>
          <p:cNvPr id="55" name="Text Placeholder 5">
            <a:extLst>
              <a:ext uri="{FF2B5EF4-FFF2-40B4-BE49-F238E27FC236}">
                <a16:creationId xmlns:a16="http://schemas.microsoft.com/office/drawing/2014/main" id="{6704B853-92BC-4755-8429-4E8BF0F67255}"/>
              </a:ext>
            </a:extLst>
          </p:cNvPr>
          <p:cNvSpPr>
            <a:spLocks noGrp="1"/>
          </p:cNvSpPr>
          <p:nvPr>
            <p:ph type="body" sz="quarter" idx="54" hasCustomPrompt="1"/>
          </p:nvPr>
        </p:nvSpPr>
        <p:spPr bwMode="gray">
          <a:xfrm>
            <a:off x="5787488" y="3253153"/>
            <a:ext cx="3017520" cy="1318847"/>
          </a:xfrm>
        </p:spPr>
        <p:txBody>
          <a:bodyPr lIns="0" tIns="0" rIns="0" bIns="0" anchor="t"/>
          <a:lstStyle>
            <a:lvl1pPr marL="0" indent="0" algn="r">
              <a:buFont typeface="Arial" panose="020B0604020202020204" pitchFamily="34" charset="0"/>
              <a:buNone/>
              <a:defRPr sz="1200">
                <a:latin typeface="+mn-lt"/>
              </a:defRPr>
            </a:lvl1pPr>
          </a:lstStyle>
          <a:p>
            <a:pPr lvl="0"/>
            <a:r>
              <a:rPr lang="en-US"/>
              <a:t>Text</a:t>
            </a:r>
          </a:p>
        </p:txBody>
      </p:sp>
      <p:sp>
        <p:nvSpPr>
          <p:cNvPr id="56" name="Text Placeholder 5">
            <a:extLst>
              <a:ext uri="{FF2B5EF4-FFF2-40B4-BE49-F238E27FC236}">
                <a16:creationId xmlns:a16="http://schemas.microsoft.com/office/drawing/2014/main" id="{10F7BB3B-070D-44D0-8532-22A766ECACC4}"/>
              </a:ext>
            </a:extLst>
          </p:cNvPr>
          <p:cNvSpPr>
            <a:spLocks noGrp="1"/>
          </p:cNvSpPr>
          <p:nvPr>
            <p:ph type="body" sz="quarter" idx="55" hasCustomPrompt="1"/>
          </p:nvPr>
        </p:nvSpPr>
        <p:spPr bwMode="gray">
          <a:xfrm>
            <a:off x="5787488" y="2885953"/>
            <a:ext cx="3017520" cy="349616"/>
          </a:xfrm>
        </p:spPr>
        <p:txBody>
          <a:bodyPr lIns="0" tIns="0" rIns="0" bIns="0" anchor="ctr"/>
          <a:lstStyle>
            <a:lvl1pPr marL="0" indent="0" algn="r">
              <a:buFont typeface="Arial" panose="020B0604020202020204" pitchFamily="34" charset="0"/>
              <a:buNone/>
              <a:defRPr sz="1400">
                <a:solidFill>
                  <a:schemeClr val="accent2"/>
                </a:solidFill>
                <a:latin typeface="+mj-lt"/>
              </a:defRPr>
            </a:lvl1pPr>
          </a:lstStyle>
          <a:p>
            <a:pPr lvl="0"/>
            <a:r>
              <a:rPr lang="en-US"/>
              <a:t>Title</a:t>
            </a:r>
          </a:p>
        </p:txBody>
      </p:sp>
      <p:sp>
        <p:nvSpPr>
          <p:cNvPr id="24" name="Slide Number Placeholder 5">
            <a:extLst>
              <a:ext uri="{FF2B5EF4-FFF2-40B4-BE49-F238E27FC236}">
                <a16:creationId xmlns:a16="http://schemas.microsoft.com/office/drawing/2014/main" id="{6516CC99-23E1-4843-B71E-361FD0E9802B}"/>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851454228"/>
      </p:ext>
    </p:extLst>
  </p:cSld>
  <p:clrMapOvr>
    <a:masterClrMapping/>
  </p:clrMapOvr>
  <p:hf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Eight titles">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360A106C-7E83-4E97-8AE0-90E2885456BF}"/>
              </a:ext>
            </a:extLst>
          </p:cNvPr>
          <p:cNvCxnSpPr>
            <a:cxnSpLocks/>
          </p:cNvCxnSpPr>
          <p:nvPr userDrawn="1"/>
        </p:nvCxnSpPr>
        <p:spPr bwMode="gray">
          <a:xfrm flipV="1">
            <a:off x="320675" y="2824162"/>
            <a:ext cx="8493125" cy="1"/>
          </a:xfrm>
          <a:prstGeom prst="line">
            <a:avLst/>
          </a:prstGeom>
          <a:ln>
            <a:gradFill flip="none" rotWithShape="1">
              <a:gsLst>
                <a:gs pos="0">
                  <a:schemeClr val="accent1">
                    <a:alpha val="0"/>
                  </a:schemeClr>
                </a:gs>
                <a:gs pos="50000">
                  <a:schemeClr val="accent1"/>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B0A45B7-0313-483B-AE78-7E39674CD89A}"/>
              </a:ext>
            </a:extLst>
          </p:cNvPr>
          <p:cNvCxnSpPr/>
          <p:nvPr userDrawn="1"/>
        </p:nvCxnSpPr>
        <p:spPr bwMode="gray">
          <a:xfrm>
            <a:off x="2399194" y="1076325"/>
            <a:ext cx="0" cy="3495675"/>
          </a:xfrm>
          <a:prstGeom prst="line">
            <a:avLst/>
          </a:prstGeom>
          <a:ln>
            <a:gradFill flip="none" rotWithShape="1">
              <a:gsLst>
                <a:gs pos="0">
                  <a:schemeClr val="accent1">
                    <a:alpha val="0"/>
                  </a:schemeClr>
                </a:gs>
                <a:gs pos="50000">
                  <a:schemeClr val="accent1"/>
                </a:gs>
                <a:gs pos="100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7F9E84B-B0C7-4FEB-B8C8-B5137DF9BA2F}"/>
              </a:ext>
            </a:extLst>
          </p:cNvPr>
          <p:cNvCxnSpPr/>
          <p:nvPr userDrawn="1"/>
        </p:nvCxnSpPr>
        <p:spPr bwMode="gray">
          <a:xfrm>
            <a:off x="4562840" y="1076325"/>
            <a:ext cx="0" cy="3495675"/>
          </a:xfrm>
          <a:prstGeom prst="line">
            <a:avLst/>
          </a:prstGeom>
          <a:ln>
            <a:gradFill flip="none" rotWithShape="1">
              <a:gsLst>
                <a:gs pos="0">
                  <a:schemeClr val="accent1">
                    <a:alpha val="0"/>
                  </a:schemeClr>
                </a:gs>
                <a:gs pos="50000">
                  <a:schemeClr val="accent1"/>
                </a:gs>
                <a:gs pos="100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6746778-1213-402F-A56D-B7A31D93C456}"/>
              </a:ext>
            </a:extLst>
          </p:cNvPr>
          <p:cNvCxnSpPr/>
          <p:nvPr userDrawn="1"/>
        </p:nvCxnSpPr>
        <p:spPr bwMode="gray">
          <a:xfrm>
            <a:off x="6726487" y="1076325"/>
            <a:ext cx="0" cy="3495675"/>
          </a:xfrm>
          <a:prstGeom prst="line">
            <a:avLst/>
          </a:prstGeom>
          <a:ln>
            <a:gradFill flip="none" rotWithShape="1">
              <a:gsLst>
                <a:gs pos="0">
                  <a:schemeClr val="accent1">
                    <a:alpha val="0"/>
                  </a:schemeClr>
                </a:gs>
                <a:gs pos="50000">
                  <a:schemeClr val="accent1"/>
                </a:gs>
                <a:gs pos="100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0C09B28-0925-453E-8BD4-72CDB513A74E}"/>
              </a:ext>
            </a:extLst>
          </p:cNvPr>
          <p:cNvSpPr>
            <a:spLocks noGrp="1"/>
          </p:cNvSpPr>
          <p:nvPr>
            <p:ph type="title" hasCustomPrompt="1"/>
          </p:nvPr>
        </p:nvSpPr>
        <p:spPr bwMode="gray">
          <a:xfrm>
            <a:off x="227661" y="123478"/>
            <a:ext cx="8577072" cy="731520"/>
          </a:xfrm>
        </p:spPr>
        <p:txBody>
          <a:bodyPr/>
          <a:lstStyle/>
          <a:p>
            <a:r>
              <a:rPr lang="en-US"/>
              <a:t>Title in </a:t>
            </a:r>
            <a:r>
              <a:rPr lang="en-US" err="1"/>
              <a:t>Raleway</a:t>
            </a:r>
            <a:r>
              <a:rPr lang="en-US"/>
              <a:t> </a:t>
            </a:r>
            <a:r>
              <a:rPr lang="en-US" err="1"/>
              <a:t>SemiBold</a:t>
            </a:r>
            <a:r>
              <a:rPr lang="en-US"/>
              <a:t> 20pt</a:t>
            </a:r>
          </a:p>
        </p:txBody>
      </p:sp>
      <p:sp>
        <p:nvSpPr>
          <p:cNvPr id="19" name="Text Placeholder 4">
            <a:extLst>
              <a:ext uri="{FF2B5EF4-FFF2-40B4-BE49-F238E27FC236}">
                <a16:creationId xmlns:a16="http://schemas.microsoft.com/office/drawing/2014/main" id="{EA80C96E-3929-4152-AB01-4A8F2872A058}"/>
              </a:ext>
            </a:extLst>
          </p:cNvPr>
          <p:cNvSpPr>
            <a:spLocks noGrp="1"/>
          </p:cNvSpPr>
          <p:nvPr>
            <p:ph type="body" sz="quarter" idx="22" hasCustomPrompt="1"/>
          </p:nvPr>
        </p:nvSpPr>
        <p:spPr bwMode="gray">
          <a:xfrm>
            <a:off x="227660" y="417457"/>
            <a:ext cx="8577072" cy="435397"/>
          </a:xfrm>
        </p:spPr>
        <p:txBody>
          <a:bodyPr/>
          <a:lstStyle>
            <a:lvl1pPr marL="0" indent="0">
              <a:buNone/>
              <a:defRPr sz="1600">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51" name="Text Placeholder 5">
            <a:extLst>
              <a:ext uri="{FF2B5EF4-FFF2-40B4-BE49-F238E27FC236}">
                <a16:creationId xmlns:a16="http://schemas.microsoft.com/office/drawing/2014/main" id="{1870F207-DAE0-4F9E-BC24-FBAF964B37A7}"/>
              </a:ext>
            </a:extLst>
          </p:cNvPr>
          <p:cNvSpPr>
            <a:spLocks noGrp="1"/>
          </p:cNvSpPr>
          <p:nvPr>
            <p:ph type="body" sz="quarter" idx="13" hasCustomPrompt="1"/>
          </p:nvPr>
        </p:nvSpPr>
        <p:spPr bwMode="gray">
          <a:xfrm>
            <a:off x="320675" y="1074738"/>
            <a:ext cx="1993392" cy="1645920"/>
          </a:xfrm>
        </p:spPr>
        <p:txBody>
          <a:bodyPr lIns="0" tIns="0" rIns="0" bIns="0" anchor="t"/>
          <a:lstStyle>
            <a:lvl1pPr marL="0" indent="0" algn="l">
              <a:buFont typeface="Arial" panose="020B0604020202020204" pitchFamily="34" charset="0"/>
              <a:buNone/>
              <a:defRPr sz="1100">
                <a:latin typeface="+mn-lt"/>
              </a:defRPr>
            </a:lvl1pPr>
          </a:lstStyle>
          <a:p>
            <a:pPr lvl="0"/>
            <a:r>
              <a:rPr lang="en-US"/>
              <a:t>Text</a:t>
            </a:r>
          </a:p>
        </p:txBody>
      </p:sp>
      <p:sp>
        <p:nvSpPr>
          <p:cNvPr id="52" name="Text Placeholder 5">
            <a:extLst>
              <a:ext uri="{FF2B5EF4-FFF2-40B4-BE49-F238E27FC236}">
                <a16:creationId xmlns:a16="http://schemas.microsoft.com/office/drawing/2014/main" id="{DB4A13E2-127A-4334-AD45-2634FFD83827}"/>
              </a:ext>
            </a:extLst>
          </p:cNvPr>
          <p:cNvSpPr>
            <a:spLocks noGrp="1"/>
          </p:cNvSpPr>
          <p:nvPr>
            <p:ph type="body" sz="quarter" idx="26" hasCustomPrompt="1"/>
          </p:nvPr>
        </p:nvSpPr>
        <p:spPr bwMode="gray">
          <a:xfrm>
            <a:off x="2484321" y="1074738"/>
            <a:ext cx="1993392" cy="1645920"/>
          </a:xfrm>
        </p:spPr>
        <p:txBody>
          <a:bodyPr lIns="0" tIns="0" rIns="0" bIns="0" anchor="t"/>
          <a:lstStyle>
            <a:lvl1pPr marL="0" indent="0" algn="l">
              <a:buFont typeface="Arial" panose="020B0604020202020204" pitchFamily="34" charset="0"/>
              <a:buNone/>
              <a:defRPr sz="1100">
                <a:latin typeface="+mn-lt"/>
              </a:defRPr>
            </a:lvl1pPr>
          </a:lstStyle>
          <a:p>
            <a:pPr lvl="0"/>
            <a:r>
              <a:rPr lang="en-US"/>
              <a:t>Text</a:t>
            </a:r>
          </a:p>
        </p:txBody>
      </p:sp>
      <p:sp>
        <p:nvSpPr>
          <p:cNvPr id="53" name="Text Placeholder 5">
            <a:extLst>
              <a:ext uri="{FF2B5EF4-FFF2-40B4-BE49-F238E27FC236}">
                <a16:creationId xmlns:a16="http://schemas.microsoft.com/office/drawing/2014/main" id="{51A44452-CBAC-4F3B-A256-C86AB53549C3}"/>
              </a:ext>
            </a:extLst>
          </p:cNvPr>
          <p:cNvSpPr>
            <a:spLocks noGrp="1"/>
          </p:cNvSpPr>
          <p:nvPr>
            <p:ph type="body" sz="quarter" idx="28" hasCustomPrompt="1"/>
          </p:nvPr>
        </p:nvSpPr>
        <p:spPr bwMode="gray">
          <a:xfrm>
            <a:off x="4647967" y="1074738"/>
            <a:ext cx="1993392" cy="1645920"/>
          </a:xfrm>
        </p:spPr>
        <p:txBody>
          <a:bodyPr lIns="0" tIns="0" rIns="0" bIns="0" anchor="t"/>
          <a:lstStyle>
            <a:lvl1pPr marL="0" indent="0" algn="l">
              <a:buFont typeface="Arial" panose="020B0604020202020204" pitchFamily="34" charset="0"/>
              <a:buNone/>
              <a:defRPr sz="1100">
                <a:latin typeface="+mn-lt"/>
              </a:defRPr>
            </a:lvl1pPr>
          </a:lstStyle>
          <a:p>
            <a:pPr lvl="0"/>
            <a:r>
              <a:rPr lang="en-US"/>
              <a:t>Text</a:t>
            </a:r>
          </a:p>
        </p:txBody>
      </p:sp>
      <p:sp>
        <p:nvSpPr>
          <p:cNvPr id="63" name="Text Placeholder 5">
            <a:extLst>
              <a:ext uri="{FF2B5EF4-FFF2-40B4-BE49-F238E27FC236}">
                <a16:creationId xmlns:a16="http://schemas.microsoft.com/office/drawing/2014/main" id="{25151AA9-F1AE-42EA-81BD-CE6A771801E4}"/>
              </a:ext>
            </a:extLst>
          </p:cNvPr>
          <p:cNvSpPr>
            <a:spLocks noGrp="1"/>
          </p:cNvSpPr>
          <p:nvPr>
            <p:ph type="body" sz="quarter" idx="32" hasCustomPrompt="1"/>
          </p:nvPr>
        </p:nvSpPr>
        <p:spPr bwMode="gray">
          <a:xfrm>
            <a:off x="320675" y="2926080"/>
            <a:ext cx="1993392" cy="1645920"/>
          </a:xfrm>
        </p:spPr>
        <p:txBody>
          <a:bodyPr lIns="0" tIns="0" rIns="0" bIns="0" anchor="t"/>
          <a:lstStyle>
            <a:lvl1pPr marL="0" indent="0" algn="l">
              <a:buFont typeface="Arial" panose="020B0604020202020204" pitchFamily="34" charset="0"/>
              <a:buNone/>
              <a:defRPr sz="1100">
                <a:latin typeface="+mn-lt"/>
              </a:defRPr>
            </a:lvl1pPr>
          </a:lstStyle>
          <a:p>
            <a:pPr lvl="0"/>
            <a:r>
              <a:rPr lang="en-US"/>
              <a:t>Text</a:t>
            </a:r>
          </a:p>
        </p:txBody>
      </p:sp>
      <p:sp>
        <p:nvSpPr>
          <p:cNvPr id="64" name="Text Placeholder 5">
            <a:extLst>
              <a:ext uri="{FF2B5EF4-FFF2-40B4-BE49-F238E27FC236}">
                <a16:creationId xmlns:a16="http://schemas.microsoft.com/office/drawing/2014/main" id="{84591BF7-D684-400E-ADB3-8BA8566583A4}"/>
              </a:ext>
            </a:extLst>
          </p:cNvPr>
          <p:cNvSpPr>
            <a:spLocks noGrp="1"/>
          </p:cNvSpPr>
          <p:nvPr>
            <p:ph type="body" sz="quarter" idx="33" hasCustomPrompt="1"/>
          </p:nvPr>
        </p:nvSpPr>
        <p:spPr bwMode="gray">
          <a:xfrm>
            <a:off x="2484322" y="2926080"/>
            <a:ext cx="1993392" cy="1645920"/>
          </a:xfrm>
        </p:spPr>
        <p:txBody>
          <a:bodyPr lIns="0" tIns="0" rIns="0" bIns="0" anchor="t"/>
          <a:lstStyle>
            <a:lvl1pPr marL="0" indent="0" algn="l">
              <a:buFont typeface="Arial" panose="020B0604020202020204" pitchFamily="34" charset="0"/>
              <a:buNone/>
              <a:defRPr sz="1100">
                <a:latin typeface="+mn-lt"/>
              </a:defRPr>
            </a:lvl1pPr>
          </a:lstStyle>
          <a:p>
            <a:pPr lvl="0"/>
            <a:r>
              <a:rPr lang="en-US"/>
              <a:t>Text</a:t>
            </a:r>
          </a:p>
        </p:txBody>
      </p:sp>
      <p:sp>
        <p:nvSpPr>
          <p:cNvPr id="65" name="Text Placeholder 5">
            <a:extLst>
              <a:ext uri="{FF2B5EF4-FFF2-40B4-BE49-F238E27FC236}">
                <a16:creationId xmlns:a16="http://schemas.microsoft.com/office/drawing/2014/main" id="{0621D659-92B1-4C6E-BA9E-340B7DE5A15D}"/>
              </a:ext>
            </a:extLst>
          </p:cNvPr>
          <p:cNvSpPr>
            <a:spLocks noGrp="1"/>
          </p:cNvSpPr>
          <p:nvPr>
            <p:ph type="body" sz="quarter" idx="34" hasCustomPrompt="1"/>
          </p:nvPr>
        </p:nvSpPr>
        <p:spPr bwMode="gray">
          <a:xfrm>
            <a:off x="4647969" y="2926080"/>
            <a:ext cx="1993392" cy="1645920"/>
          </a:xfrm>
        </p:spPr>
        <p:txBody>
          <a:bodyPr lIns="0" tIns="0" rIns="0" bIns="0" anchor="t"/>
          <a:lstStyle>
            <a:lvl1pPr marL="0" indent="0" algn="l">
              <a:buFont typeface="Arial" panose="020B0604020202020204" pitchFamily="34" charset="0"/>
              <a:buNone/>
              <a:defRPr sz="1100">
                <a:latin typeface="+mn-lt"/>
              </a:defRPr>
            </a:lvl1pPr>
          </a:lstStyle>
          <a:p>
            <a:pPr lvl="0"/>
            <a:r>
              <a:rPr lang="en-US"/>
              <a:t>Text</a:t>
            </a:r>
          </a:p>
        </p:txBody>
      </p:sp>
      <p:sp>
        <p:nvSpPr>
          <p:cNvPr id="28" name="Text Placeholder 5">
            <a:extLst>
              <a:ext uri="{FF2B5EF4-FFF2-40B4-BE49-F238E27FC236}">
                <a16:creationId xmlns:a16="http://schemas.microsoft.com/office/drawing/2014/main" id="{04D45D0F-ACD9-4F42-B26B-D669974F0A30}"/>
              </a:ext>
            </a:extLst>
          </p:cNvPr>
          <p:cNvSpPr>
            <a:spLocks noGrp="1"/>
          </p:cNvSpPr>
          <p:nvPr>
            <p:ph type="body" sz="quarter" idx="35" hasCustomPrompt="1"/>
          </p:nvPr>
        </p:nvSpPr>
        <p:spPr bwMode="gray">
          <a:xfrm>
            <a:off x="6811616" y="1074738"/>
            <a:ext cx="1993392" cy="1645920"/>
          </a:xfrm>
        </p:spPr>
        <p:txBody>
          <a:bodyPr lIns="0" tIns="0" rIns="0" bIns="0" anchor="t"/>
          <a:lstStyle>
            <a:lvl1pPr marL="0" indent="0" algn="l">
              <a:buFont typeface="Arial" panose="020B0604020202020204" pitchFamily="34" charset="0"/>
              <a:buNone/>
              <a:defRPr sz="1100">
                <a:latin typeface="+mn-lt"/>
              </a:defRPr>
            </a:lvl1pPr>
          </a:lstStyle>
          <a:p>
            <a:pPr lvl="0"/>
            <a:r>
              <a:rPr lang="en-US"/>
              <a:t>Text</a:t>
            </a:r>
          </a:p>
        </p:txBody>
      </p:sp>
      <p:sp>
        <p:nvSpPr>
          <p:cNvPr id="31" name="Text Placeholder 5">
            <a:extLst>
              <a:ext uri="{FF2B5EF4-FFF2-40B4-BE49-F238E27FC236}">
                <a16:creationId xmlns:a16="http://schemas.microsoft.com/office/drawing/2014/main" id="{EC0D2291-4990-48EB-AB3C-41113664CF1A}"/>
              </a:ext>
            </a:extLst>
          </p:cNvPr>
          <p:cNvSpPr>
            <a:spLocks noGrp="1"/>
          </p:cNvSpPr>
          <p:nvPr>
            <p:ph type="body" sz="quarter" idx="36" hasCustomPrompt="1"/>
          </p:nvPr>
        </p:nvSpPr>
        <p:spPr bwMode="gray">
          <a:xfrm>
            <a:off x="6811616" y="2926080"/>
            <a:ext cx="1993392" cy="1645920"/>
          </a:xfrm>
        </p:spPr>
        <p:txBody>
          <a:bodyPr lIns="0" tIns="0" rIns="0" bIns="0" anchor="t"/>
          <a:lstStyle>
            <a:lvl1pPr marL="0" indent="0" algn="l">
              <a:buFont typeface="Arial" panose="020B0604020202020204" pitchFamily="34" charset="0"/>
              <a:buNone/>
              <a:defRPr sz="1100">
                <a:latin typeface="+mn-lt"/>
              </a:defRPr>
            </a:lvl1pPr>
          </a:lstStyle>
          <a:p>
            <a:pPr lvl="0"/>
            <a:r>
              <a:rPr lang="en-US"/>
              <a:t>Text</a:t>
            </a:r>
          </a:p>
        </p:txBody>
      </p:sp>
      <p:sp>
        <p:nvSpPr>
          <p:cNvPr id="16" name="Slide Number Placeholder 5">
            <a:extLst>
              <a:ext uri="{FF2B5EF4-FFF2-40B4-BE49-F238E27FC236}">
                <a16:creationId xmlns:a16="http://schemas.microsoft.com/office/drawing/2014/main" id="{944409F2-5719-4BC4-9A0B-2620F62466E3}"/>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644791042"/>
      </p:ext>
    </p:extLst>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gray">
          <a:xfrm>
            <a:off x="990599" y="1903268"/>
            <a:ext cx="3721101" cy="1075906"/>
          </a:xfrm>
        </p:spPr>
        <p:txBody>
          <a:bodyPr lIns="0" tIns="0" rIns="0" bIns="0"/>
          <a:lstStyle>
            <a:lvl1pPr marL="0" indent="0">
              <a:buNone/>
              <a:defRPr sz="2800"/>
            </a:lvl1pPr>
          </a:lstStyle>
          <a:p>
            <a:pPr lvl="0"/>
            <a:r>
              <a:rPr lang="en-US"/>
              <a:t>Chapter Title</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gray">
          <a:xfrm>
            <a:off x="326682" y="1903268"/>
            <a:ext cx="468077" cy="430887"/>
          </a:xfrm>
        </p:spPr>
        <p:txBody>
          <a:bodyPr wrap="none" lIns="0" tIns="0" rIns="0" bIns="0">
            <a:spAutoFit/>
          </a:bodyPr>
          <a:lstStyle>
            <a:lvl1pPr marL="0" indent="0">
              <a:buNone/>
              <a:defRPr sz="2800">
                <a:solidFill>
                  <a:schemeClr val="accent1"/>
                </a:solidFill>
                <a:latin typeface="+mj-lt"/>
              </a:defRPr>
            </a:lvl1pPr>
          </a:lstStyle>
          <a:p>
            <a:pPr lvl="0"/>
            <a:r>
              <a:rPr lang="en-US"/>
              <a:t>01.</a:t>
            </a:r>
          </a:p>
        </p:txBody>
      </p:sp>
      <p:grpSp>
        <p:nvGrpSpPr>
          <p:cNvPr id="11" name="Group 10">
            <a:extLst>
              <a:ext uri="{FF2B5EF4-FFF2-40B4-BE49-F238E27FC236}">
                <a16:creationId xmlns:a16="http://schemas.microsoft.com/office/drawing/2014/main" id="{C845FAF1-F041-48CD-A27E-2318C80FEE14}"/>
              </a:ext>
            </a:extLst>
          </p:cNvPr>
          <p:cNvGrpSpPr/>
          <p:nvPr userDrawn="1"/>
        </p:nvGrpSpPr>
        <p:grpSpPr bwMode="gray">
          <a:xfrm>
            <a:off x="4648200" y="699958"/>
            <a:ext cx="4007391" cy="3442714"/>
            <a:chOff x="6531873" y="1076325"/>
            <a:chExt cx="2283515" cy="1961747"/>
          </a:xfrm>
        </p:grpSpPr>
        <p:sp>
          <p:nvSpPr>
            <p:cNvPr id="12" name="Oval 11">
              <a:extLst>
                <a:ext uri="{FF2B5EF4-FFF2-40B4-BE49-F238E27FC236}">
                  <a16:creationId xmlns:a16="http://schemas.microsoft.com/office/drawing/2014/main" id="{6DFB59F3-B6F9-4201-8EBA-C5BFF3AC8E64}"/>
                </a:ext>
              </a:extLst>
            </p:cNvPr>
            <p:cNvSpPr/>
            <p:nvPr/>
          </p:nvSpPr>
          <p:spPr bwMode="gray">
            <a:xfrm>
              <a:off x="7320724" y="1076325"/>
              <a:ext cx="1494664" cy="1494664"/>
            </a:xfrm>
            <a:prstGeom prst="ellipse">
              <a:avLst/>
            </a:prstGeom>
            <a:gradFill flip="none" rotWithShape="1">
              <a:gsLst>
                <a:gs pos="0">
                  <a:schemeClr val="accent4"/>
                </a:gs>
                <a:gs pos="100000">
                  <a:schemeClr val="accent4">
                    <a:alpha val="7000"/>
                  </a:schemeClr>
                </a:gs>
              </a:gsLst>
              <a:lin ang="108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1B0092C-A810-4877-ACCC-9DACCDF6D711}"/>
                </a:ext>
              </a:extLst>
            </p:cNvPr>
            <p:cNvSpPr/>
            <p:nvPr/>
          </p:nvSpPr>
          <p:spPr bwMode="gray">
            <a:xfrm>
              <a:off x="6531873" y="1543408"/>
              <a:ext cx="1494664" cy="1494664"/>
            </a:xfrm>
            <a:prstGeom prst="ellipse">
              <a:avLst/>
            </a:prstGeom>
            <a:gradFill flip="none" rotWithShape="1">
              <a:gsLst>
                <a:gs pos="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Picture 8">
            <a:extLst>
              <a:ext uri="{FF2B5EF4-FFF2-40B4-BE49-F238E27FC236}">
                <a16:creationId xmlns:a16="http://schemas.microsoft.com/office/drawing/2014/main" id="{BBC279C8-0AC1-4152-A13A-BB32EFA76FC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8170069" y="4695644"/>
            <a:ext cx="647704" cy="212229"/>
          </a:xfrm>
          <a:prstGeom prst="rect">
            <a:avLst/>
          </a:prstGeom>
        </p:spPr>
      </p:pic>
    </p:spTree>
    <p:extLst>
      <p:ext uri="{BB962C8B-B14F-4D97-AF65-F5344CB8AC3E}">
        <p14:creationId xmlns:p14="http://schemas.microsoft.com/office/powerpoint/2010/main" val="18268067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54A2CECD-DF9C-46E7-8FF7-E521FE00101A}"/>
              </a:ext>
            </a:extLst>
          </p:cNvPr>
          <p:cNvGrpSpPr/>
          <p:nvPr userDrawn="1"/>
        </p:nvGrpSpPr>
        <p:grpSpPr bwMode="gray">
          <a:xfrm>
            <a:off x="4800600" y="666750"/>
            <a:ext cx="3576641" cy="3615332"/>
            <a:chOff x="-2814641" y="-2652717"/>
            <a:chExt cx="3962974" cy="4005844"/>
          </a:xfrm>
        </p:grpSpPr>
        <p:sp>
          <p:nvSpPr>
            <p:cNvPr id="27" name="Oval 26">
              <a:extLst>
                <a:ext uri="{FF2B5EF4-FFF2-40B4-BE49-F238E27FC236}">
                  <a16:creationId xmlns:a16="http://schemas.microsoft.com/office/drawing/2014/main" id="{122EBD42-E9BF-4D4B-A66A-6892393E54BC}"/>
                </a:ext>
              </a:extLst>
            </p:cNvPr>
            <p:cNvSpPr>
              <a:spLocks noChangeAspect="1"/>
            </p:cNvSpPr>
            <p:nvPr userDrawn="1"/>
          </p:nvSpPr>
          <p:spPr bwMode="gray">
            <a:xfrm>
              <a:off x="-2814641" y="-2097727"/>
              <a:ext cx="2386583" cy="2386584"/>
            </a:xfrm>
            <a:prstGeom prst="ellipse">
              <a:avLst/>
            </a:prstGeom>
            <a:gradFill flip="none" rotWithShape="1">
              <a:gsLst>
                <a:gs pos="57000">
                  <a:srgbClr val="A375FF">
                    <a:alpha val="11000"/>
                  </a:srgbClr>
                </a:gs>
                <a:gs pos="10000">
                  <a:schemeClr val="accent2"/>
                </a:gs>
                <a:gs pos="100000">
                  <a:schemeClr val="accent2">
                    <a:alpha val="0"/>
                  </a:schemeClr>
                </a:gs>
              </a:gsLst>
              <a:lin ang="48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1EC3E41-A8A2-4AC0-A47A-58D117B31C1E}"/>
                </a:ext>
              </a:extLst>
            </p:cNvPr>
            <p:cNvSpPr>
              <a:spLocks noChangeAspect="1"/>
            </p:cNvSpPr>
            <p:nvPr userDrawn="1"/>
          </p:nvSpPr>
          <p:spPr bwMode="gray">
            <a:xfrm>
              <a:off x="-1238250" y="-1592466"/>
              <a:ext cx="2386583" cy="2386584"/>
            </a:xfrm>
            <a:prstGeom prst="ellipse">
              <a:avLst/>
            </a:prstGeom>
            <a:gradFill flip="none" rotWithShape="1">
              <a:gsLst>
                <a:gs pos="61000">
                  <a:schemeClr val="accent5">
                    <a:alpha val="13000"/>
                  </a:schemeClr>
                </a:gs>
                <a:gs pos="8000">
                  <a:schemeClr val="accent5"/>
                </a:gs>
                <a:gs pos="77000">
                  <a:schemeClr val="accent5">
                    <a:alpha val="0"/>
                  </a:schemeClr>
                </a:gs>
              </a:gsLst>
              <a:lin ang="14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28237F5-8C88-4492-B905-87F177AB52C1}"/>
                </a:ext>
              </a:extLst>
            </p:cNvPr>
            <p:cNvSpPr>
              <a:spLocks noChangeAspect="1"/>
            </p:cNvSpPr>
            <p:nvPr userDrawn="1"/>
          </p:nvSpPr>
          <p:spPr bwMode="gray">
            <a:xfrm>
              <a:off x="-1776415" y="-2652717"/>
              <a:ext cx="2386583" cy="2386584"/>
            </a:xfrm>
            <a:prstGeom prst="ellipse">
              <a:avLst/>
            </a:prstGeom>
            <a:gradFill flip="none" rotWithShape="1">
              <a:gsLst>
                <a:gs pos="68000">
                  <a:srgbClr val="039BDA">
                    <a:alpha val="13000"/>
                  </a:srgbClr>
                </a:gs>
                <a:gs pos="0">
                  <a:schemeClr val="accent1"/>
                </a:gs>
                <a:gs pos="100000">
                  <a:schemeClr val="accent4">
                    <a:alpha val="0"/>
                  </a:schemeClr>
                </a:gs>
              </a:gsLst>
              <a:lin ang="96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38C512B5-5971-4523-AF98-6872DBD353D9}"/>
                </a:ext>
              </a:extLst>
            </p:cNvPr>
            <p:cNvSpPr>
              <a:spLocks noChangeAspect="1"/>
            </p:cNvSpPr>
            <p:nvPr userDrawn="1"/>
          </p:nvSpPr>
          <p:spPr bwMode="gray">
            <a:xfrm>
              <a:off x="-2276474" y="-1033457"/>
              <a:ext cx="2386583" cy="2386584"/>
            </a:xfrm>
            <a:prstGeom prst="ellipse">
              <a:avLst/>
            </a:prstGeom>
            <a:gradFill flip="none" rotWithShape="1">
              <a:gsLst>
                <a:gs pos="71000">
                  <a:srgbClr val="039BDA">
                    <a:alpha val="0"/>
                  </a:srgbClr>
                </a:gs>
                <a:gs pos="9000">
                  <a:schemeClr val="accent1"/>
                </a:gs>
                <a:gs pos="100000">
                  <a:schemeClr val="accent4">
                    <a:alpha val="0"/>
                  </a:schemeClr>
                </a:gs>
              </a:gsLst>
              <a:lin ang="198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gray">
          <a:xfrm>
            <a:off x="990599" y="1903268"/>
            <a:ext cx="3721101" cy="1075906"/>
          </a:xfrm>
        </p:spPr>
        <p:txBody>
          <a:bodyPr lIns="0" tIns="0" rIns="0" bIns="0"/>
          <a:lstStyle>
            <a:lvl1pPr marL="0" indent="0">
              <a:buNone/>
              <a:defRPr sz="2800"/>
            </a:lvl1pPr>
          </a:lstStyle>
          <a:p>
            <a:pPr lvl="0"/>
            <a:r>
              <a:rPr lang="en-US"/>
              <a:t>Chapter Title</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gray">
          <a:xfrm>
            <a:off x="326682" y="1903268"/>
            <a:ext cx="495328" cy="430887"/>
          </a:xfrm>
        </p:spPr>
        <p:txBody>
          <a:bodyPr wrap="none" lIns="0" tIns="0" rIns="0" bIns="0">
            <a:spAutoFit/>
          </a:bodyPr>
          <a:lstStyle>
            <a:lvl1pPr marL="0" indent="0">
              <a:buNone/>
              <a:defRPr sz="2800">
                <a:solidFill>
                  <a:schemeClr val="accent1"/>
                </a:solidFill>
                <a:latin typeface="+mj-lt"/>
              </a:defRPr>
            </a:lvl1pPr>
          </a:lstStyle>
          <a:p>
            <a:pPr lvl="0"/>
            <a:r>
              <a:rPr lang="en-US"/>
              <a:t>02.</a:t>
            </a:r>
          </a:p>
        </p:txBody>
      </p:sp>
      <p:pic>
        <p:nvPicPr>
          <p:cNvPr id="10" name="Picture 9">
            <a:extLst>
              <a:ext uri="{FF2B5EF4-FFF2-40B4-BE49-F238E27FC236}">
                <a16:creationId xmlns:a16="http://schemas.microsoft.com/office/drawing/2014/main" id="{D55E7684-D9BD-4C8B-9620-A988694B36F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8170069" y="4695644"/>
            <a:ext cx="647704" cy="212229"/>
          </a:xfrm>
          <a:prstGeom prst="rect">
            <a:avLst/>
          </a:prstGeom>
        </p:spPr>
      </p:pic>
    </p:spTree>
    <p:extLst>
      <p:ext uri="{BB962C8B-B14F-4D97-AF65-F5344CB8AC3E}">
        <p14:creationId xmlns:p14="http://schemas.microsoft.com/office/powerpoint/2010/main" val="9133583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Divider 3">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gray">
          <a:xfrm>
            <a:off x="990599" y="1903268"/>
            <a:ext cx="3721101" cy="1075906"/>
          </a:xfrm>
        </p:spPr>
        <p:txBody>
          <a:bodyPr lIns="0" tIns="0" rIns="0" bIns="0"/>
          <a:lstStyle>
            <a:lvl1pPr marL="0" indent="0">
              <a:buNone/>
              <a:defRPr sz="2800"/>
            </a:lvl1pPr>
          </a:lstStyle>
          <a:p>
            <a:pPr lvl="0"/>
            <a:r>
              <a:rPr lang="en-US"/>
              <a:t>Chapter Title</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gray">
          <a:xfrm>
            <a:off x="326682" y="1903268"/>
            <a:ext cx="495328" cy="430887"/>
          </a:xfrm>
        </p:spPr>
        <p:txBody>
          <a:bodyPr wrap="none" lIns="0" tIns="0" rIns="0" bIns="0">
            <a:spAutoFit/>
          </a:bodyPr>
          <a:lstStyle>
            <a:lvl1pPr marL="0" indent="0">
              <a:buNone/>
              <a:defRPr sz="2800">
                <a:solidFill>
                  <a:schemeClr val="accent1"/>
                </a:solidFill>
                <a:latin typeface="+mj-lt"/>
              </a:defRPr>
            </a:lvl1pPr>
          </a:lstStyle>
          <a:p>
            <a:pPr lvl="0"/>
            <a:r>
              <a:rPr lang="en-US"/>
              <a:t>03.</a:t>
            </a:r>
          </a:p>
        </p:txBody>
      </p:sp>
      <p:grpSp>
        <p:nvGrpSpPr>
          <p:cNvPr id="16" name="Group 15">
            <a:extLst>
              <a:ext uri="{FF2B5EF4-FFF2-40B4-BE49-F238E27FC236}">
                <a16:creationId xmlns:a16="http://schemas.microsoft.com/office/drawing/2014/main" id="{DD7A0416-BB17-4178-BEED-71440C5FC2EB}"/>
              </a:ext>
            </a:extLst>
          </p:cNvPr>
          <p:cNvGrpSpPr/>
          <p:nvPr userDrawn="1"/>
        </p:nvGrpSpPr>
        <p:grpSpPr bwMode="gray">
          <a:xfrm>
            <a:off x="4952999" y="895350"/>
            <a:ext cx="3438937" cy="3438939"/>
            <a:chOff x="-5257800" y="-4102097"/>
            <a:chExt cx="4014214" cy="4014216"/>
          </a:xfrm>
        </p:grpSpPr>
        <p:sp>
          <p:nvSpPr>
            <p:cNvPr id="17" name="Oval 16">
              <a:extLst>
                <a:ext uri="{FF2B5EF4-FFF2-40B4-BE49-F238E27FC236}">
                  <a16:creationId xmlns:a16="http://schemas.microsoft.com/office/drawing/2014/main" id="{D133F32E-7489-4D85-9DB1-AA02EE2F777C}"/>
                </a:ext>
              </a:extLst>
            </p:cNvPr>
            <p:cNvSpPr>
              <a:spLocks noChangeAspect="1"/>
            </p:cNvSpPr>
            <p:nvPr userDrawn="1"/>
          </p:nvSpPr>
          <p:spPr bwMode="gray">
            <a:xfrm>
              <a:off x="-5257800" y="-4102097"/>
              <a:ext cx="4014214" cy="4014216"/>
            </a:xfrm>
            <a:prstGeom prst="ellipse">
              <a:avLst/>
            </a:prstGeom>
            <a:gradFill flip="none" rotWithShape="1">
              <a:gsLst>
                <a:gs pos="68000">
                  <a:srgbClr val="039BDA">
                    <a:alpha val="13000"/>
                  </a:srgbClr>
                </a:gs>
                <a:gs pos="4000">
                  <a:schemeClr val="accent1"/>
                </a:gs>
                <a:gs pos="100000">
                  <a:schemeClr val="accent4">
                    <a:alpha val="0"/>
                  </a:schemeClr>
                </a:gs>
              </a:gsLst>
              <a:lin ang="108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48AD42C8-CC64-4745-A488-6851251CFCFF}"/>
                </a:ext>
              </a:extLst>
            </p:cNvPr>
            <p:cNvSpPr>
              <a:spLocks noChangeAspect="1"/>
            </p:cNvSpPr>
            <p:nvPr userDrawn="1"/>
          </p:nvSpPr>
          <p:spPr bwMode="gray">
            <a:xfrm>
              <a:off x="-4194009" y="-1974515"/>
              <a:ext cx="1883663" cy="1883664"/>
            </a:xfrm>
            <a:prstGeom prst="ellipse">
              <a:avLst/>
            </a:prstGeom>
            <a:gradFill flip="none" rotWithShape="1">
              <a:gsLst>
                <a:gs pos="68000">
                  <a:schemeClr val="accent3">
                    <a:alpha val="13000"/>
                  </a:schemeClr>
                </a:gs>
                <a:gs pos="8000">
                  <a:schemeClr val="accent3"/>
                </a:gs>
                <a:gs pos="100000">
                  <a:schemeClr val="accent4">
                    <a:alpha val="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B6C8FEE2-1F1E-48D5-968B-BBCE8BD010A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8170069" y="4695644"/>
            <a:ext cx="647704" cy="212229"/>
          </a:xfrm>
          <a:prstGeom prst="rect">
            <a:avLst/>
          </a:prstGeom>
        </p:spPr>
      </p:pic>
    </p:spTree>
    <p:extLst>
      <p:ext uri="{BB962C8B-B14F-4D97-AF65-F5344CB8AC3E}">
        <p14:creationId xmlns:p14="http://schemas.microsoft.com/office/powerpoint/2010/main" val="5917738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Divider 4">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gray">
          <a:xfrm>
            <a:off x="990599" y="1903268"/>
            <a:ext cx="3721101" cy="1075906"/>
          </a:xfrm>
        </p:spPr>
        <p:txBody>
          <a:bodyPr lIns="0" tIns="0" rIns="0" bIns="0"/>
          <a:lstStyle>
            <a:lvl1pPr marL="0" indent="0">
              <a:buNone/>
              <a:defRPr sz="2800"/>
            </a:lvl1pPr>
          </a:lstStyle>
          <a:p>
            <a:pPr lvl="0"/>
            <a:r>
              <a:rPr lang="en-US"/>
              <a:t>Chapter Title</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gray">
          <a:xfrm>
            <a:off x="326682" y="1903268"/>
            <a:ext cx="500137" cy="430887"/>
          </a:xfrm>
        </p:spPr>
        <p:txBody>
          <a:bodyPr wrap="none" lIns="0" tIns="0" rIns="0" bIns="0">
            <a:spAutoFit/>
          </a:bodyPr>
          <a:lstStyle>
            <a:lvl1pPr marL="0" indent="0">
              <a:buNone/>
              <a:defRPr sz="2800">
                <a:solidFill>
                  <a:schemeClr val="accent1"/>
                </a:solidFill>
                <a:latin typeface="+mj-lt"/>
              </a:defRPr>
            </a:lvl1pPr>
          </a:lstStyle>
          <a:p>
            <a:pPr lvl="0"/>
            <a:r>
              <a:rPr lang="en-US"/>
              <a:t>04.</a:t>
            </a:r>
          </a:p>
        </p:txBody>
      </p:sp>
      <p:grpSp>
        <p:nvGrpSpPr>
          <p:cNvPr id="31" name="Group 30">
            <a:extLst>
              <a:ext uri="{FF2B5EF4-FFF2-40B4-BE49-F238E27FC236}">
                <a16:creationId xmlns:a16="http://schemas.microsoft.com/office/drawing/2014/main" id="{0F917BC2-54E8-44A9-AA9B-4A2B73AF7764}"/>
              </a:ext>
            </a:extLst>
          </p:cNvPr>
          <p:cNvGrpSpPr/>
          <p:nvPr userDrawn="1"/>
        </p:nvGrpSpPr>
        <p:grpSpPr bwMode="gray">
          <a:xfrm>
            <a:off x="5140043" y="742950"/>
            <a:ext cx="3396321" cy="3435209"/>
            <a:chOff x="-2781243" y="-2005012"/>
            <a:chExt cx="3959798" cy="4005137"/>
          </a:xfrm>
        </p:grpSpPr>
        <p:sp>
          <p:nvSpPr>
            <p:cNvPr id="32" name="Oval 31">
              <a:extLst>
                <a:ext uri="{FF2B5EF4-FFF2-40B4-BE49-F238E27FC236}">
                  <a16:creationId xmlns:a16="http://schemas.microsoft.com/office/drawing/2014/main" id="{C30AD142-7098-461B-85A9-A1E16D31100B}"/>
                </a:ext>
              </a:extLst>
            </p:cNvPr>
            <p:cNvSpPr>
              <a:spLocks noChangeAspect="1"/>
            </p:cNvSpPr>
            <p:nvPr userDrawn="1"/>
          </p:nvSpPr>
          <p:spPr bwMode="gray">
            <a:xfrm>
              <a:off x="-1457326" y="-2000251"/>
              <a:ext cx="2624327" cy="2624328"/>
            </a:xfrm>
            <a:prstGeom prst="ellipse">
              <a:avLst/>
            </a:prstGeom>
            <a:gradFill flip="none" rotWithShape="1">
              <a:gsLst>
                <a:gs pos="58000">
                  <a:srgbClr val="039BDA">
                    <a:alpha val="23000"/>
                  </a:srgbClr>
                </a:gs>
                <a:gs pos="9000">
                  <a:schemeClr val="accent1"/>
                </a:gs>
                <a:gs pos="83000">
                  <a:schemeClr val="accent4">
                    <a:alpha val="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AFD5B55E-4588-4C08-A905-27C2B55E54FF}"/>
                </a:ext>
              </a:extLst>
            </p:cNvPr>
            <p:cNvSpPr>
              <a:spLocks noChangeAspect="1"/>
            </p:cNvSpPr>
            <p:nvPr userDrawn="1"/>
          </p:nvSpPr>
          <p:spPr bwMode="gray">
            <a:xfrm>
              <a:off x="-1491492" y="-669923"/>
              <a:ext cx="2670047" cy="2670048"/>
            </a:xfrm>
            <a:prstGeom prst="ellipse">
              <a:avLst/>
            </a:prstGeom>
            <a:gradFill flip="none" rotWithShape="1">
              <a:gsLst>
                <a:gs pos="60000">
                  <a:srgbClr val="A375FF">
                    <a:alpha val="17000"/>
                  </a:srgbClr>
                </a:gs>
                <a:gs pos="0">
                  <a:schemeClr val="accent2"/>
                </a:gs>
                <a:gs pos="100000">
                  <a:schemeClr val="accent2">
                    <a:alpha val="0"/>
                  </a:schemeClr>
                </a:gs>
              </a:gsLst>
              <a:lin ang="108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AE638349-1DC9-4614-A504-CDD562A384A2}"/>
                </a:ext>
              </a:extLst>
            </p:cNvPr>
            <p:cNvSpPr>
              <a:spLocks noChangeAspect="1"/>
            </p:cNvSpPr>
            <p:nvPr userDrawn="1"/>
          </p:nvSpPr>
          <p:spPr bwMode="gray">
            <a:xfrm>
              <a:off x="-2781243" y="-2005012"/>
              <a:ext cx="2670047" cy="2670048"/>
            </a:xfrm>
            <a:prstGeom prst="ellipse">
              <a:avLst/>
            </a:prstGeom>
            <a:gradFill flip="none" rotWithShape="1">
              <a:gsLst>
                <a:gs pos="60000">
                  <a:srgbClr val="A375FF">
                    <a:alpha val="11000"/>
                  </a:srgbClr>
                </a:gs>
                <a:gs pos="6000">
                  <a:schemeClr val="accent2"/>
                </a:gs>
                <a:gs pos="100000">
                  <a:schemeClr val="accent2">
                    <a:alpha val="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E32AE39D-6D82-4EF2-ABB6-EAC0DDA405BA}"/>
                </a:ext>
              </a:extLst>
            </p:cNvPr>
            <p:cNvSpPr>
              <a:spLocks noChangeAspect="1"/>
            </p:cNvSpPr>
            <p:nvPr userDrawn="1"/>
          </p:nvSpPr>
          <p:spPr bwMode="gray">
            <a:xfrm>
              <a:off x="-2781243" y="-644520"/>
              <a:ext cx="2624327" cy="2624328"/>
            </a:xfrm>
            <a:prstGeom prst="ellipse">
              <a:avLst/>
            </a:prstGeom>
            <a:gradFill flip="none" rotWithShape="1">
              <a:gsLst>
                <a:gs pos="58000">
                  <a:schemeClr val="accent4">
                    <a:alpha val="13000"/>
                  </a:schemeClr>
                </a:gs>
                <a:gs pos="0">
                  <a:schemeClr val="accent4"/>
                </a:gs>
                <a:gs pos="100000">
                  <a:schemeClr val="accent4">
                    <a:alpha val="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2B704B7-94AA-4610-A074-E217163FEFBE}"/>
                </a:ext>
              </a:extLst>
            </p:cNvPr>
            <p:cNvSpPr/>
            <p:nvPr userDrawn="1"/>
          </p:nvSpPr>
          <p:spPr bwMode="gray">
            <a:xfrm>
              <a:off x="-1459706" y="-669132"/>
              <a:ext cx="1316831" cy="1335881"/>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a:extLst>
              <a:ext uri="{FF2B5EF4-FFF2-40B4-BE49-F238E27FC236}">
                <a16:creationId xmlns:a16="http://schemas.microsoft.com/office/drawing/2014/main" id="{D2EBEECB-602B-4773-97C9-1401B9D84AF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8170069" y="4695644"/>
            <a:ext cx="647704" cy="212229"/>
          </a:xfrm>
          <a:prstGeom prst="rect">
            <a:avLst/>
          </a:prstGeom>
        </p:spPr>
      </p:pic>
    </p:spTree>
    <p:extLst>
      <p:ext uri="{BB962C8B-B14F-4D97-AF65-F5344CB8AC3E}">
        <p14:creationId xmlns:p14="http://schemas.microsoft.com/office/powerpoint/2010/main" val="419342248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Divider 5">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gray">
          <a:xfrm>
            <a:off x="990599" y="1903268"/>
            <a:ext cx="3721101" cy="1075906"/>
          </a:xfrm>
        </p:spPr>
        <p:txBody>
          <a:bodyPr lIns="0" tIns="0" rIns="0" bIns="0"/>
          <a:lstStyle>
            <a:lvl1pPr marL="0" indent="0">
              <a:buNone/>
              <a:defRPr sz="2800"/>
            </a:lvl1pPr>
          </a:lstStyle>
          <a:p>
            <a:pPr lvl="0"/>
            <a:r>
              <a:rPr lang="en-US"/>
              <a:t>Chapter Title</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gray">
          <a:xfrm>
            <a:off x="326682" y="1903268"/>
            <a:ext cx="495328" cy="430887"/>
          </a:xfrm>
        </p:spPr>
        <p:txBody>
          <a:bodyPr wrap="none" lIns="0" tIns="0" rIns="0" bIns="0">
            <a:spAutoFit/>
          </a:bodyPr>
          <a:lstStyle>
            <a:lvl1pPr marL="0" indent="0">
              <a:buNone/>
              <a:defRPr sz="2800">
                <a:solidFill>
                  <a:schemeClr val="accent1"/>
                </a:solidFill>
                <a:latin typeface="+mj-lt"/>
              </a:defRPr>
            </a:lvl1pPr>
          </a:lstStyle>
          <a:p>
            <a:pPr lvl="0"/>
            <a:r>
              <a:rPr lang="en-US"/>
              <a:t>05.</a:t>
            </a:r>
          </a:p>
        </p:txBody>
      </p:sp>
      <p:grpSp>
        <p:nvGrpSpPr>
          <p:cNvPr id="11" name="Group 10">
            <a:extLst>
              <a:ext uri="{FF2B5EF4-FFF2-40B4-BE49-F238E27FC236}">
                <a16:creationId xmlns:a16="http://schemas.microsoft.com/office/drawing/2014/main" id="{840C9F1E-DE8F-4F19-980C-CEDA0F6A5E10}"/>
              </a:ext>
            </a:extLst>
          </p:cNvPr>
          <p:cNvGrpSpPr/>
          <p:nvPr userDrawn="1"/>
        </p:nvGrpSpPr>
        <p:grpSpPr bwMode="gray">
          <a:xfrm>
            <a:off x="5477608" y="764290"/>
            <a:ext cx="2987219" cy="3281240"/>
            <a:chOff x="-4073526" y="-2951353"/>
            <a:chExt cx="3639311" cy="3997516"/>
          </a:xfrm>
        </p:grpSpPr>
        <p:sp>
          <p:nvSpPr>
            <p:cNvPr id="12" name="Oval 11">
              <a:extLst>
                <a:ext uri="{FF2B5EF4-FFF2-40B4-BE49-F238E27FC236}">
                  <a16:creationId xmlns:a16="http://schemas.microsoft.com/office/drawing/2014/main" id="{B230C868-ECB0-45C6-9882-DA9EB1E444AC}"/>
                </a:ext>
              </a:extLst>
            </p:cNvPr>
            <p:cNvSpPr>
              <a:spLocks noChangeAspect="1"/>
            </p:cNvSpPr>
            <p:nvPr userDrawn="1"/>
          </p:nvSpPr>
          <p:spPr bwMode="gray">
            <a:xfrm>
              <a:off x="-4073526" y="-2951353"/>
              <a:ext cx="3639311" cy="3639312"/>
            </a:xfrm>
            <a:prstGeom prst="ellipse">
              <a:avLst/>
            </a:prstGeom>
            <a:gradFill flip="none" rotWithShape="1">
              <a:gsLst>
                <a:gs pos="58000">
                  <a:schemeClr val="accent3">
                    <a:alpha val="24000"/>
                  </a:schemeClr>
                </a:gs>
                <a:gs pos="9000">
                  <a:schemeClr val="accent3">
                    <a:alpha val="85000"/>
                  </a:schemeClr>
                </a:gs>
                <a:gs pos="100000">
                  <a:schemeClr val="accent3">
                    <a:alpha val="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84CF372-22D1-4229-B419-BF1E425D6447}"/>
                </a:ext>
              </a:extLst>
            </p:cNvPr>
            <p:cNvSpPr/>
            <p:nvPr userDrawn="1"/>
          </p:nvSpPr>
          <p:spPr bwMode="gray">
            <a:xfrm>
              <a:off x="-2069935" y="-1023938"/>
              <a:ext cx="1630599" cy="2070101"/>
            </a:xfrm>
            <a:prstGeom prst="rect">
              <a:avLst/>
            </a:prstGeom>
            <a:gradFill flip="none" rotWithShape="1">
              <a:gsLst>
                <a:gs pos="0">
                  <a:schemeClr val="accent1"/>
                </a:gs>
                <a:gs pos="39000">
                  <a:schemeClr val="accent1">
                    <a:alpha val="48000"/>
                  </a:schemeClr>
                </a:gs>
                <a:gs pos="100000">
                  <a:schemeClr val="accent1">
                    <a:alpha val="0"/>
                  </a:schemeClr>
                </a:gs>
              </a:gsLst>
              <a:lin ang="162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4" name="Rectangle 13">
              <a:extLst>
                <a:ext uri="{FF2B5EF4-FFF2-40B4-BE49-F238E27FC236}">
                  <a16:creationId xmlns:a16="http://schemas.microsoft.com/office/drawing/2014/main" id="{58BFB3B5-A5DD-47E5-B1C4-A55BE95D9BB2}"/>
                </a:ext>
              </a:extLst>
            </p:cNvPr>
            <p:cNvSpPr/>
            <p:nvPr userDrawn="1"/>
          </p:nvSpPr>
          <p:spPr bwMode="gray">
            <a:xfrm>
              <a:off x="-3702050" y="-47625"/>
              <a:ext cx="1630599" cy="1093788"/>
            </a:xfrm>
            <a:prstGeom prst="rect">
              <a:avLst/>
            </a:prstGeom>
            <a:gradFill flip="none" rotWithShape="1">
              <a:gsLst>
                <a:gs pos="0">
                  <a:schemeClr val="accent2"/>
                </a:gs>
                <a:gs pos="44200">
                  <a:srgbClr val="A375FF">
                    <a:alpha val="42000"/>
                  </a:srgbClr>
                </a:gs>
                <a:gs pos="100000">
                  <a:schemeClr val="accent2">
                    <a:alpha val="0"/>
                  </a:schemeClr>
                </a:gs>
              </a:gsLst>
              <a:lin ang="54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 name="Picture 9">
            <a:extLst>
              <a:ext uri="{FF2B5EF4-FFF2-40B4-BE49-F238E27FC236}">
                <a16:creationId xmlns:a16="http://schemas.microsoft.com/office/drawing/2014/main" id="{9D143F05-7946-40E0-B5B1-887E01A3BA9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8170069" y="4695644"/>
            <a:ext cx="647704" cy="212229"/>
          </a:xfrm>
          <a:prstGeom prst="rect">
            <a:avLst/>
          </a:prstGeom>
        </p:spPr>
      </p:pic>
    </p:spTree>
    <p:extLst>
      <p:ext uri="{BB962C8B-B14F-4D97-AF65-F5344CB8AC3E}">
        <p14:creationId xmlns:p14="http://schemas.microsoft.com/office/powerpoint/2010/main" val="207225152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Divider 6">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gray">
          <a:xfrm>
            <a:off x="990599" y="1903268"/>
            <a:ext cx="3721101" cy="1075906"/>
          </a:xfrm>
        </p:spPr>
        <p:txBody>
          <a:bodyPr lIns="0" tIns="0" rIns="0" bIns="0"/>
          <a:lstStyle>
            <a:lvl1pPr marL="0" indent="0">
              <a:buNone/>
              <a:defRPr sz="2800"/>
            </a:lvl1pPr>
          </a:lstStyle>
          <a:p>
            <a:pPr lvl="0"/>
            <a:r>
              <a:rPr lang="en-US"/>
              <a:t>Chapter Title</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gray">
          <a:xfrm>
            <a:off x="326682" y="1903268"/>
            <a:ext cx="516167" cy="430887"/>
          </a:xfrm>
        </p:spPr>
        <p:txBody>
          <a:bodyPr wrap="none" lIns="0" tIns="0" rIns="0" bIns="0">
            <a:spAutoFit/>
          </a:bodyPr>
          <a:lstStyle>
            <a:lvl1pPr marL="0" indent="0">
              <a:buNone/>
              <a:defRPr sz="2800">
                <a:solidFill>
                  <a:schemeClr val="accent1"/>
                </a:solidFill>
                <a:latin typeface="+mj-lt"/>
              </a:defRPr>
            </a:lvl1pPr>
          </a:lstStyle>
          <a:p>
            <a:pPr lvl="0"/>
            <a:r>
              <a:rPr lang="en-US"/>
              <a:t>06.</a:t>
            </a:r>
          </a:p>
        </p:txBody>
      </p:sp>
      <p:grpSp>
        <p:nvGrpSpPr>
          <p:cNvPr id="30" name="Group 29">
            <a:extLst>
              <a:ext uri="{FF2B5EF4-FFF2-40B4-BE49-F238E27FC236}">
                <a16:creationId xmlns:a16="http://schemas.microsoft.com/office/drawing/2014/main" id="{CFCDA7BC-E91B-47AC-82B0-95CCC7AF36A2}"/>
              </a:ext>
            </a:extLst>
          </p:cNvPr>
          <p:cNvGrpSpPr/>
          <p:nvPr userDrawn="1"/>
        </p:nvGrpSpPr>
        <p:grpSpPr bwMode="gray">
          <a:xfrm>
            <a:off x="5181600" y="722577"/>
            <a:ext cx="3273419" cy="3551249"/>
            <a:chOff x="1423648" y="-3821905"/>
            <a:chExt cx="4008014" cy="4348193"/>
          </a:xfrm>
        </p:grpSpPr>
        <p:sp>
          <p:nvSpPr>
            <p:cNvPr id="16" name="Oval 15">
              <a:extLst>
                <a:ext uri="{FF2B5EF4-FFF2-40B4-BE49-F238E27FC236}">
                  <a16:creationId xmlns:a16="http://schemas.microsoft.com/office/drawing/2014/main" id="{8DA32B86-52B9-4EEF-98F8-2BE593479384}"/>
                </a:ext>
              </a:extLst>
            </p:cNvPr>
            <p:cNvSpPr>
              <a:spLocks noChangeAspect="1"/>
            </p:cNvSpPr>
            <p:nvPr userDrawn="1"/>
          </p:nvSpPr>
          <p:spPr bwMode="gray">
            <a:xfrm>
              <a:off x="2505075" y="-3821905"/>
              <a:ext cx="1847087" cy="1847088"/>
            </a:xfrm>
            <a:prstGeom prst="ellipse">
              <a:avLst/>
            </a:prstGeom>
            <a:gradFill flip="none" rotWithShape="1">
              <a:gsLst>
                <a:gs pos="45000">
                  <a:srgbClr val="039BDA">
                    <a:alpha val="32000"/>
                  </a:srgbClr>
                </a:gs>
                <a:gs pos="0">
                  <a:schemeClr val="accent1"/>
                </a:gs>
                <a:gs pos="92000">
                  <a:schemeClr val="accent1">
                    <a:alpha val="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4E7FA8B-B146-4238-AC39-F199850FB0A0}"/>
                </a:ext>
              </a:extLst>
            </p:cNvPr>
            <p:cNvSpPr>
              <a:spLocks noChangeAspect="1"/>
            </p:cNvSpPr>
            <p:nvPr userDrawn="1"/>
          </p:nvSpPr>
          <p:spPr bwMode="gray">
            <a:xfrm>
              <a:off x="3584575" y="-3195637"/>
              <a:ext cx="1847087" cy="1847088"/>
            </a:xfrm>
            <a:prstGeom prst="ellipse">
              <a:avLst/>
            </a:prstGeom>
            <a:gradFill flip="none" rotWithShape="1">
              <a:gsLst>
                <a:gs pos="45000">
                  <a:schemeClr val="accent5">
                    <a:alpha val="39000"/>
                  </a:schemeClr>
                </a:gs>
                <a:gs pos="0">
                  <a:schemeClr val="accent5"/>
                </a:gs>
                <a:gs pos="92000">
                  <a:schemeClr val="accent5">
                    <a:alpha val="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599D2D1-62F5-491D-9347-B31E3AA1CA20}"/>
                </a:ext>
              </a:extLst>
            </p:cNvPr>
            <p:cNvSpPr>
              <a:spLocks noChangeAspect="1"/>
            </p:cNvSpPr>
            <p:nvPr userDrawn="1"/>
          </p:nvSpPr>
          <p:spPr bwMode="gray">
            <a:xfrm>
              <a:off x="3584575" y="-1951037"/>
              <a:ext cx="1847087" cy="1847088"/>
            </a:xfrm>
            <a:prstGeom prst="ellipse">
              <a:avLst/>
            </a:prstGeom>
            <a:gradFill flip="none" rotWithShape="1">
              <a:gsLst>
                <a:gs pos="56000">
                  <a:srgbClr val="039BDA">
                    <a:alpha val="32000"/>
                  </a:srgbClr>
                </a:gs>
                <a:gs pos="0">
                  <a:schemeClr val="accent1"/>
                </a:gs>
                <a:gs pos="92000">
                  <a:schemeClr val="accent1">
                    <a:alpha val="0"/>
                  </a:schemeClr>
                </a:gs>
              </a:gsLst>
              <a:lin ang="13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784B9C3A-2679-43C8-993F-D3452B8FAE81}"/>
                </a:ext>
              </a:extLst>
            </p:cNvPr>
            <p:cNvSpPr>
              <a:spLocks noChangeAspect="1"/>
            </p:cNvSpPr>
            <p:nvPr userDrawn="1"/>
          </p:nvSpPr>
          <p:spPr bwMode="gray">
            <a:xfrm>
              <a:off x="2505075" y="-1320800"/>
              <a:ext cx="1847087" cy="1847088"/>
            </a:xfrm>
            <a:prstGeom prst="ellipse">
              <a:avLst/>
            </a:prstGeom>
            <a:gradFill flip="none" rotWithShape="1">
              <a:gsLst>
                <a:gs pos="56000">
                  <a:schemeClr val="accent3">
                    <a:alpha val="23000"/>
                  </a:schemeClr>
                </a:gs>
                <a:gs pos="0">
                  <a:schemeClr val="accent3"/>
                </a:gs>
                <a:gs pos="92000">
                  <a:schemeClr val="accent3">
                    <a:alpha val="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82337773-2949-4E4C-ACB7-A18ABF111BEF}"/>
                </a:ext>
              </a:extLst>
            </p:cNvPr>
            <p:cNvSpPr>
              <a:spLocks noChangeAspect="1"/>
            </p:cNvSpPr>
            <p:nvPr userDrawn="1"/>
          </p:nvSpPr>
          <p:spPr bwMode="gray">
            <a:xfrm>
              <a:off x="1423648" y="-1951037"/>
              <a:ext cx="1847087" cy="1847088"/>
            </a:xfrm>
            <a:prstGeom prst="ellipse">
              <a:avLst/>
            </a:prstGeom>
            <a:gradFill flip="none" rotWithShape="1">
              <a:gsLst>
                <a:gs pos="56000">
                  <a:srgbClr val="039BDA">
                    <a:alpha val="32000"/>
                  </a:srgbClr>
                </a:gs>
                <a:gs pos="0">
                  <a:schemeClr val="accent1"/>
                </a:gs>
                <a:gs pos="92000">
                  <a:schemeClr val="accent1">
                    <a:alpha val="0"/>
                  </a:schemeClr>
                </a:gs>
              </a:gsLst>
              <a:lin ang="17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4961035-5969-4795-B572-023EA7F86EF2}"/>
                </a:ext>
              </a:extLst>
            </p:cNvPr>
            <p:cNvSpPr>
              <a:spLocks noChangeAspect="1"/>
            </p:cNvSpPr>
            <p:nvPr userDrawn="1"/>
          </p:nvSpPr>
          <p:spPr bwMode="gray">
            <a:xfrm>
              <a:off x="1423648" y="-3195637"/>
              <a:ext cx="1847087" cy="1847088"/>
            </a:xfrm>
            <a:prstGeom prst="ellipse">
              <a:avLst/>
            </a:prstGeom>
            <a:gradFill flip="none" rotWithShape="1">
              <a:gsLst>
                <a:gs pos="56000">
                  <a:schemeClr val="accent3">
                    <a:alpha val="23000"/>
                  </a:schemeClr>
                </a:gs>
                <a:gs pos="0">
                  <a:schemeClr val="accent3"/>
                </a:gs>
                <a:gs pos="92000">
                  <a:schemeClr val="accent3">
                    <a:alpha val="0"/>
                  </a:schemeClr>
                </a:gs>
              </a:gsLst>
              <a:lin ang="18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Picture 11">
            <a:extLst>
              <a:ext uri="{FF2B5EF4-FFF2-40B4-BE49-F238E27FC236}">
                <a16:creationId xmlns:a16="http://schemas.microsoft.com/office/drawing/2014/main" id="{E324DF48-8C4E-4840-A606-AB37B0E49D4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8170069" y="4695644"/>
            <a:ext cx="647704" cy="212229"/>
          </a:xfrm>
          <a:prstGeom prst="rect">
            <a:avLst/>
          </a:prstGeom>
        </p:spPr>
      </p:pic>
    </p:spTree>
    <p:extLst>
      <p:ext uri="{BB962C8B-B14F-4D97-AF65-F5344CB8AC3E}">
        <p14:creationId xmlns:p14="http://schemas.microsoft.com/office/powerpoint/2010/main" val="135497223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0C4FFE-CBEE-4906-9823-4164ADEA4911}"/>
              </a:ext>
            </a:extLst>
          </p:cNvPr>
          <p:cNvSpPr/>
          <p:nvPr userDrawn="1"/>
        </p:nvSpPr>
        <p:spPr bwMode="gray">
          <a:xfrm>
            <a:off x="0" y="0"/>
            <a:ext cx="9144000" cy="5143500"/>
          </a:xfrm>
          <a:prstGeom prst="rect">
            <a:avLst/>
          </a:prstGeom>
          <a:gradFill flip="none" rotWithShape="1">
            <a:gsLst>
              <a:gs pos="47000">
                <a:schemeClr val="bg1">
                  <a:alpha val="0"/>
                </a:schemeClr>
              </a:gs>
              <a:gs pos="100000">
                <a:schemeClr val="accent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gray">
          <a:xfrm>
            <a:off x="2209801" y="1885951"/>
            <a:ext cx="4724400" cy="905740"/>
          </a:xfrm>
        </p:spPr>
        <p:txBody>
          <a:bodyPr lIns="0" tIns="0" rIns="0" bIns="0" anchor="ctr">
            <a:noAutofit/>
          </a:bodyPr>
          <a:lstStyle>
            <a:lvl1pPr marL="0" indent="0" algn="ctr">
              <a:buNone/>
              <a:defRPr sz="2800">
                <a:latin typeface="+mj-lt"/>
              </a:defRPr>
            </a:lvl1pPr>
          </a:lstStyle>
          <a:p>
            <a:pPr lvl="0"/>
            <a:r>
              <a:rPr lang="en-US"/>
              <a:t>Questions</a:t>
            </a:r>
          </a:p>
        </p:txBody>
      </p:sp>
      <p:sp>
        <p:nvSpPr>
          <p:cNvPr id="4" name="Slide Number Placeholder 5">
            <a:extLst>
              <a:ext uri="{FF2B5EF4-FFF2-40B4-BE49-F238E27FC236}">
                <a16:creationId xmlns:a16="http://schemas.microsoft.com/office/drawing/2014/main" id="{F3D98380-35E6-45B2-96C2-D4EA2DB02FF2}"/>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04420946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pic>
        <p:nvPicPr>
          <p:cNvPr id="23" name="Picture 22" descr="Logo, company name&#10;&#10;Description automatically generated">
            <a:extLst>
              <a:ext uri="{FF2B5EF4-FFF2-40B4-BE49-F238E27FC236}">
                <a16:creationId xmlns:a16="http://schemas.microsoft.com/office/drawing/2014/main" id="{8CF4D193-5FED-4C74-B2F8-EF074AA2CFE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4724400" y="386861"/>
            <a:ext cx="4072196" cy="4071101"/>
          </a:xfrm>
          <a:prstGeom prst="rect">
            <a:avLst/>
          </a:prstGeom>
        </p:spPr>
      </p:pic>
      <p:sp>
        <p:nvSpPr>
          <p:cNvPr id="7" name="AddNotifier#1"/>
          <p:cNvSpPr txBox="1">
            <a:spLocks noChangeArrowheads="1"/>
          </p:cNvSpPr>
          <p:nvPr userDrawn="1"/>
        </p:nvSpPr>
        <p:spPr bwMode="gray">
          <a:xfrm>
            <a:off x="234016" y="3867150"/>
            <a:ext cx="3099734" cy="45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no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600" kern="1200" baseline="0">
                <a:solidFill>
                  <a:schemeClr val="tx1"/>
                </a:solidFill>
                <a:latin typeface="Raleway Light" pitchFamily="2" charset="0"/>
                <a:ea typeface="Verdana" pitchFamily="34" charset="0"/>
                <a:cs typeface="Verdana" pitchFamily="34" charset="0"/>
              </a:rPr>
              <a:t>Atos is a registered trademark of Atos SE.</a:t>
            </a:r>
            <a:r>
              <a:rPr lang="en-NL" sz="600" kern="1200" baseline="0">
                <a:solidFill>
                  <a:schemeClr val="tx1"/>
                </a:solidFill>
                <a:latin typeface="Raleway Light" pitchFamily="2" charset="0"/>
                <a:ea typeface="Verdana" pitchFamily="34" charset="0"/>
                <a:cs typeface="Verdana" pitchFamily="34" charset="0"/>
              </a:rPr>
              <a:t> February</a:t>
            </a:r>
            <a:r>
              <a:rPr lang="en-US" sz="600" kern="1200" baseline="0">
                <a:solidFill>
                  <a:schemeClr val="tx1"/>
                </a:solidFill>
                <a:latin typeface="Raleway Light" pitchFamily="2" charset="0"/>
                <a:ea typeface="Verdana" pitchFamily="34" charset="0"/>
                <a:cs typeface="Verdana" pitchFamily="34" charset="0"/>
              </a:rPr>
              <a:t> 202</a:t>
            </a:r>
            <a:r>
              <a:rPr lang="en-NL" sz="600" kern="1200" baseline="0">
                <a:solidFill>
                  <a:schemeClr val="tx1"/>
                </a:solidFill>
                <a:latin typeface="Raleway Light" pitchFamily="2" charset="0"/>
                <a:ea typeface="Verdana" pitchFamily="34" charset="0"/>
                <a:cs typeface="Verdana" pitchFamily="34" charset="0"/>
              </a:rPr>
              <a:t>2</a:t>
            </a:r>
            <a:r>
              <a:rPr lang="en-US" sz="600" kern="1200" baseline="0">
                <a:solidFill>
                  <a:schemeClr val="tx1"/>
                </a:solidFill>
                <a:latin typeface="Raleway Light" pitchFamily="2" charset="0"/>
                <a:ea typeface="Verdana" pitchFamily="34" charset="0"/>
                <a:cs typeface="Verdana" pitchFamily="34" charset="0"/>
              </a:rPr>
              <a:t>.</a:t>
            </a:r>
            <a:r>
              <a:rPr lang="en-NL" sz="600" kern="1200" baseline="0">
                <a:solidFill>
                  <a:schemeClr val="tx1"/>
                </a:solidFill>
                <a:latin typeface="Raleway Light" pitchFamily="2" charset="0"/>
                <a:ea typeface="Verdana" pitchFamily="34" charset="0"/>
                <a:cs typeface="Verdana" pitchFamily="34" charset="0"/>
              </a:rPr>
              <a:t> </a:t>
            </a:r>
            <a:r>
              <a:rPr lang="en-US" sz="600" kern="1200" baseline="0">
                <a:solidFill>
                  <a:schemeClr val="tx1"/>
                </a:solidFill>
                <a:latin typeface="Raleway Light" pitchFamily="2" charset="0"/>
                <a:ea typeface="Verdana" pitchFamily="34" charset="0"/>
                <a:cs typeface="Verdana" pitchFamily="34" charset="0"/>
              </a:rPr>
              <a:t>© 202</a:t>
            </a:r>
            <a:r>
              <a:rPr lang="en-NL" sz="600" kern="1200" baseline="0">
                <a:solidFill>
                  <a:schemeClr val="tx1"/>
                </a:solidFill>
                <a:latin typeface="Raleway Light" pitchFamily="2" charset="0"/>
                <a:ea typeface="Verdana" pitchFamily="34" charset="0"/>
                <a:cs typeface="Verdana" pitchFamily="34" charset="0"/>
              </a:rPr>
              <a:t>2</a:t>
            </a:r>
            <a:r>
              <a:rPr lang="en-US" sz="600" kern="1200" baseline="0">
                <a:solidFill>
                  <a:schemeClr val="tx1"/>
                </a:solidFill>
                <a:latin typeface="Raleway Light" pitchFamily="2" charset="0"/>
                <a:ea typeface="Verdana" pitchFamily="34" charset="0"/>
                <a:cs typeface="Verdana" pitchFamily="34" charset="0"/>
              </a:rPr>
              <a:t> Atos. Confidential information owned by Atos, to be used by the recipient only. This document, or any part of it, may not be reproduced, copied, circulated and/or distributed nor quoted without prior written approval from Atos.</a:t>
            </a:r>
            <a:endParaRPr lang="en-US" sz="600" baseline="0">
              <a:solidFill>
                <a:schemeClr val="tx1"/>
              </a:solidFill>
              <a:latin typeface="Raleway Light" pitchFamily="2" charset="0"/>
              <a:ea typeface="Verdana" pitchFamily="34" charset="0"/>
              <a:cs typeface="Verdana" pitchFamily="34" charset="0"/>
            </a:endParaRPr>
          </a:p>
        </p:txBody>
      </p:sp>
      <p:sp>
        <p:nvSpPr>
          <p:cNvPr id="8" name="Title 1">
            <a:extLst>
              <a:ext uri="{FF2B5EF4-FFF2-40B4-BE49-F238E27FC236}">
                <a16:creationId xmlns:a16="http://schemas.microsoft.com/office/drawing/2014/main" id="{86B184E1-4C6D-46A1-95DB-5392215EAC60}"/>
              </a:ext>
            </a:extLst>
          </p:cNvPr>
          <p:cNvSpPr>
            <a:spLocks noGrp="1"/>
          </p:cNvSpPr>
          <p:nvPr>
            <p:ph type="ctrTitle" hasCustomPrompt="1"/>
          </p:nvPr>
        </p:nvSpPr>
        <p:spPr bwMode="gray">
          <a:xfrm>
            <a:off x="327679" y="1657351"/>
            <a:ext cx="4114800" cy="763732"/>
          </a:xfrm>
          <a:prstGeom prst="rect">
            <a:avLst/>
          </a:prstGeom>
        </p:spPr>
        <p:txBody>
          <a:bodyPr wrap="none" lIns="0" tIns="0" rIns="0" bIns="0" anchor="ctr" anchorCtr="0">
            <a:noAutofit/>
          </a:bodyPr>
          <a:lstStyle>
            <a:lvl1pPr>
              <a:defRPr sz="4000" b="0" baseline="0">
                <a:solidFill>
                  <a:schemeClr val="tx1"/>
                </a:solidFill>
                <a:latin typeface="Raleway SemiBold" pitchFamily="2" charset="0"/>
                <a:ea typeface="Verdana" pitchFamily="34" charset="0"/>
                <a:cs typeface="Verdana" pitchFamily="34" charset="0"/>
              </a:defRPr>
            </a:lvl1pPr>
          </a:lstStyle>
          <a:p>
            <a:r>
              <a:rPr lang="en-NL"/>
              <a:t>Thank you</a:t>
            </a:r>
            <a:endParaRPr lang="nl-NL"/>
          </a:p>
        </p:txBody>
      </p:sp>
      <p:sp>
        <p:nvSpPr>
          <p:cNvPr id="10" name="Text Placeholder 2">
            <a:extLst>
              <a:ext uri="{FF2B5EF4-FFF2-40B4-BE49-F238E27FC236}">
                <a16:creationId xmlns:a16="http://schemas.microsoft.com/office/drawing/2014/main" id="{FF96E0D4-918A-4FAB-9997-756286E3C96F}"/>
              </a:ext>
            </a:extLst>
          </p:cNvPr>
          <p:cNvSpPr>
            <a:spLocks noGrp="1"/>
          </p:cNvSpPr>
          <p:nvPr>
            <p:ph type="body" sz="quarter" idx="10"/>
          </p:nvPr>
        </p:nvSpPr>
        <p:spPr bwMode="gray">
          <a:xfrm>
            <a:off x="327677" y="2540976"/>
            <a:ext cx="4114800" cy="1097280"/>
          </a:xfrm>
        </p:spPr>
        <p:txBody>
          <a:bodyPr wrap="none" lIns="0" tIns="0" rIns="0" bIns="0">
            <a:noAutofit/>
          </a:bodyPr>
          <a:lstStyle>
            <a:lvl1pPr marL="0" indent="0">
              <a:spcAft>
                <a:spcPts val="0"/>
              </a:spcAft>
              <a:buNone/>
              <a:defRPr sz="1200">
                <a:solidFill>
                  <a:schemeClr val="accent1"/>
                </a:solidFill>
                <a:latin typeface="Raleway Medium" pitchFamily="2" charset="0"/>
              </a:defRPr>
            </a:lvl1pPr>
            <a:lvl2pPr marL="164592" indent="0">
              <a:buNone/>
              <a:defRPr>
                <a:solidFill>
                  <a:schemeClr val="accent1"/>
                </a:solidFill>
                <a:latin typeface="Raleway Medium" pitchFamily="2" charset="0"/>
              </a:defRPr>
            </a:lvl2pPr>
            <a:lvl3pPr marL="329184" indent="0">
              <a:buNone/>
              <a:defRPr>
                <a:solidFill>
                  <a:schemeClr val="accent1"/>
                </a:solidFill>
                <a:latin typeface="Raleway Medium" pitchFamily="2" charset="0"/>
              </a:defRPr>
            </a:lvl3pPr>
            <a:lvl4pPr marL="493776" indent="0">
              <a:buNone/>
              <a:defRPr>
                <a:solidFill>
                  <a:schemeClr val="accent1"/>
                </a:solidFill>
                <a:latin typeface="Raleway Medium" pitchFamily="2" charset="0"/>
              </a:defRPr>
            </a:lvl4pPr>
            <a:lvl5pPr marL="1080000" indent="0">
              <a:buNone/>
              <a:defRPr>
                <a:solidFill>
                  <a:schemeClr val="accent1"/>
                </a:solidFill>
                <a:latin typeface="Raleway Medium" pitchFamily="2" charset="0"/>
              </a:defRPr>
            </a:lvl5pPr>
          </a:lstStyle>
          <a:p>
            <a:pPr lvl="0"/>
            <a:r>
              <a:rPr lang="en-US"/>
              <a:t>Click to edit Master text styles</a:t>
            </a:r>
          </a:p>
        </p:txBody>
      </p:sp>
      <p:sp>
        <p:nvSpPr>
          <p:cNvPr id="11" name="AddClassification">
            <a:extLst>
              <a:ext uri="{FF2B5EF4-FFF2-40B4-BE49-F238E27FC236}">
                <a16:creationId xmlns:a16="http://schemas.microsoft.com/office/drawing/2014/main" id="{4CA3B924-5A8F-4360-80E0-7160E1409037}"/>
              </a:ext>
            </a:extLst>
          </p:cNvPr>
          <p:cNvSpPr txBox="1">
            <a:spLocks noChangeArrowheads="1"/>
          </p:cNvSpPr>
          <p:nvPr userDrawn="1"/>
        </p:nvSpPr>
        <p:spPr bwMode="gray">
          <a:xfrm>
            <a:off x="4059038" y="4802144"/>
            <a:ext cx="102592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00" b="0" baseline="0">
                <a:solidFill>
                  <a:schemeClr val="tx1"/>
                </a:solidFill>
                <a:latin typeface="Raleway Medium" pitchFamily="2" charset="0"/>
                <a:ea typeface="Verdana" pitchFamily="34" charset="0"/>
                <a:cs typeface="Verdana" pitchFamily="34" charset="0"/>
              </a:rPr>
              <a:t>© Atos - For internal use</a:t>
            </a:r>
          </a:p>
        </p:txBody>
      </p:sp>
      <p:pic>
        <p:nvPicPr>
          <p:cNvPr id="12" name="Picture 11">
            <a:extLst>
              <a:ext uri="{FF2B5EF4-FFF2-40B4-BE49-F238E27FC236}">
                <a16:creationId xmlns:a16="http://schemas.microsoft.com/office/drawing/2014/main" id="{5DD00D2A-AC24-465C-A5DE-2D256C65778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invGray">
          <a:xfrm>
            <a:off x="7632551" y="4525287"/>
            <a:ext cx="1189068" cy="389615"/>
          </a:xfrm>
          <a:prstGeom prst="rect">
            <a:avLst/>
          </a:prstGeom>
        </p:spPr>
      </p:pic>
    </p:spTree>
    <p:extLst>
      <p:ext uri="{BB962C8B-B14F-4D97-AF65-F5344CB8AC3E}">
        <p14:creationId xmlns:p14="http://schemas.microsoft.com/office/powerpoint/2010/main" val="285388500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invGray">
          <a:xfrm>
            <a:off x="227661" y="987574"/>
            <a:ext cx="8573500" cy="3584426"/>
          </a:xfrm>
          <a:prstGeom prst="rect">
            <a:avLst/>
          </a:prstGeom>
        </p:spPr>
        <p:txBody>
          <a:bodyPr/>
          <a:lstStyle>
            <a:lvl1pPr>
              <a:buClr>
                <a:schemeClr val="tx1"/>
              </a:buClr>
              <a:defRPr/>
            </a:lvl1pPr>
            <a:lvl2pPr>
              <a:buClr>
                <a:schemeClr val="tx1"/>
              </a:buClr>
              <a:defRPr/>
            </a:lvl2pPr>
            <a:lvl3pPr>
              <a:buClr>
                <a:schemeClr val="tx1"/>
              </a:buClr>
              <a:defRPr/>
            </a:lvl3pPr>
            <a:lvl4pPr>
              <a:buClr>
                <a:schemeClr val="tx1"/>
              </a:buClr>
              <a:defRPr/>
            </a:lvl4pPr>
          </a:lstStyle>
          <a:p>
            <a:pPr lvl="0"/>
            <a:r>
              <a:rPr lang="nl-NL"/>
              <a:t>Paragraph 01 (Raleway Medium 14 pt)</a:t>
            </a:r>
          </a:p>
          <a:p>
            <a:pPr lvl="1"/>
            <a:r>
              <a:rPr lang="nl-NL"/>
              <a:t>Paragraph 02 (Raleway Light 12 pt)</a:t>
            </a:r>
          </a:p>
          <a:p>
            <a:pPr lvl="2"/>
            <a:r>
              <a:rPr lang="nl-NL"/>
              <a:t>Paragraph 03 (Raleway Light 11 pt)</a:t>
            </a:r>
          </a:p>
          <a:p>
            <a:pPr lvl="3"/>
            <a:r>
              <a:rPr lang="en-US"/>
              <a:t>Paragraph 04 (</a:t>
            </a:r>
            <a:r>
              <a:rPr lang="en-US" err="1"/>
              <a:t>Raleway</a:t>
            </a:r>
            <a:r>
              <a:rPr lang="en-US"/>
              <a:t> Light 10 </a:t>
            </a:r>
            <a:r>
              <a:rPr lang="en-US" err="1"/>
              <a:t>pt</a:t>
            </a:r>
            <a:r>
              <a:rPr lang="en-US"/>
              <a:t>)</a:t>
            </a:r>
            <a:endParaRPr lang="nl-NL"/>
          </a:p>
        </p:txBody>
      </p:sp>
      <p:sp>
        <p:nvSpPr>
          <p:cNvPr id="2" name="Title 1">
            <a:extLst>
              <a:ext uri="{FF2B5EF4-FFF2-40B4-BE49-F238E27FC236}">
                <a16:creationId xmlns:a16="http://schemas.microsoft.com/office/drawing/2014/main" id="{FBE39E19-1AC4-4742-8B2F-2B2F1EDFECDA}"/>
              </a:ext>
            </a:extLst>
          </p:cNvPr>
          <p:cNvSpPr>
            <a:spLocks noGrp="1"/>
          </p:cNvSpPr>
          <p:nvPr>
            <p:ph type="title" hasCustomPrompt="1"/>
          </p:nvPr>
        </p:nvSpPr>
        <p:spPr bwMode="invGray">
          <a:xfrm>
            <a:off x="227661" y="123479"/>
            <a:ext cx="8577072" cy="729376"/>
          </a:xfrm>
        </p:spPr>
        <p:txBody>
          <a:bodyPr/>
          <a:lstStyle/>
          <a:p>
            <a:r>
              <a:rPr lang="en-US"/>
              <a:t>Title in </a:t>
            </a:r>
            <a:r>
              <a:rPr lang="en-US" err="1"/>
              <a:t>Raleway</a:t>
            </a:r>
            <a:r>
              <a:rPr lang="en-US"/>
              <a:t> </a:t>
            </a:r>
            <a:r>
              <a:rPr lang="en-US" err="1"/>
              <a:t>SemiBold</a:t>
            </a:r>
            <a:r>
              <a:rPr lang="en-US"/>
              <a:t> 20pt</a:t>
            </a:r>
          </a:p>
        </p:txBody>
      </p:sp>
      <p:sp>
        <p:nvSpPr>
          <p:cNvPr id="5" name="Text Placeholder 4">
            <a:extLst>
              <a:ext uri="{FF2B5EF4-FFF2-40B4-BE49-F238E27FC236}">
                <a16:creationId xmlns:a16="http://schemas.microsoft.com/office/drawing/2014/main" id="{2A828D06-72A4-4FF4-BF9E-BC6ACDD1042A}"/>
              </a:ext>
            </a:extLst>
          </p:cNvPr>
          <p:cNvSpPr>
            <a:spLocks noGrp="1"/>
          </p:cNvSpPr>
          <p:nvPr>
            <p:ph type="body" sz="quarter" idx="10" hasCustomPrompt="1"/>
          </p:nvPr>
        </p:nvSpPr>
        <p:spPr bwMode="invGray">
          <a:xfrm>
            <a:off x="227660" y="417458"/>
            <a:ext cx="8577072" cy="435397"/>
          </a:xfrm>
        </p:spPr>
        <p:txBody>
          <a:bodyPr/>
          <a:lstStyle>
            <a:lvl1pPr marL="0" indent="0">
              <a:buNone/>
              <a:defRPr sz="1596">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sp>
        <p:nvSpPr>
          <p:cNvPr id="6" name="Slide Number Placeholder 5">
            <a:extLst>
              <a:ext uri="{FF2B5EF4-FFF2-40B4-BE49-F238E27FC236}">
                <a16:creationId xmlns:a16="http://schemas.microsoft.com/office/drawing/2014/main" id="{F3D4A5A4-87F8-4B71-9F6D-A04E29EB32AE}"/>
              </a:ext>
            </a:extLst>
          </p:cNvPr>
          <p:cNvSpPr>
            <a:spLocks noGrp="1"/>
          </p:cNvSpPr>
          <p:nvPr>
            <p:ph type="sldNum" sz="quarter" idx="4"/>
          </p:nvPr>
        </p:nvSpPr>
        <p:spPr>
          <a:xfrm>
            <a:off x="227661" y="4744959"/>
            <a:ext cx="443268" cy="216025"/>
          </a:xfrm>
          <a:prstGeom prst="rect">
            <a:avLst/>
          </a:prstGeom>
        </p:spPr>
        <p:txBody>
          <a:bodyPr vert="horz" lIns="91440" tIns="45720" rIns="91440" bIns="45720" rtlCol="0" anchor="ctr"/>
          <a:lstStyle>
            <a:lvl1pPr algn="l">
              <a:defRPr sz="798">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398301634"/>
      </p:ext>
    </p:extLst>
  </p:cSld>
  <p:clrMapOvr>
    <a:masterClrMapping/>
  </p:clrMapOvr>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40300" y="987574"/>
            <a:ext cx="8748000" cy="3638304"/>
          </a:xfrm>
          <a:prstGeom prst="rect">
            <a:avLst/>
          </a:prstGeom>
        </p:spPr>
        <p:txBody>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5" y="4794220"/>
            <a:ext cx="624844" cy="204374"/>
          </a:xfrm>
          <a:prstGeom prst="rect">
            <a:avLst/>
          </a:prstGeom>
        </p:spPr>
      </p:pic>
      <p:sp>
        <p:nvSpPr>
          <p:cNvPr id="7" name="Slide Number Placeholder 5">
            <a:extLst>
              <a:ext uri="{FF2B5EF4-FFF2-40B4-BE49-F238E27FC236}">
                <a16:creationId xmlns:a16="http://schemas.microsoft.com/office/drawing/2014/main" id="{A62A407F-2169-4875-8781-38A7B064164B}"/>
              </a:ext>
            </a:extLst>
          </p:cNvPr>
          <p:cNvSpPr>
            <a:spLocks noGrp="1"/>
          </p:cNvSpPr>
          <p:nvPr>
            <p:ph type="sldNum" sz="quarter" idx="4"/>
          </p:nvPr>
        </p:nvSpPr>
        <p:spPr>
          <a:xfrm>
            <a:off x="4350366" y="4782569"/>
            <a:ext cx="443268" cy="216025"/>
          </a:xfrm>
          <a:prstGeom prst="rect">
            <a:avLst/>
          </a:prstGeom>
        </p:spPr>
        <p:txBody>
          <a:bodyPr vert="horz" lIns="91440" tIns="45720" rIns="91440" bIns="45720" rtlCol="0" anchor="ctr"/>
          <a:lstStyle>
            <a:lvl1pPr algn="ctr">
              <a:defRPr sz="998">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88275102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Number slide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4322" y="2283719"/>
            <a:ext cx="5667838" cy="576064"/>
          </a:xfrm>
        </p:spPr>
        <p:txBody>
          <a:bodyPr anchor="t"/>
          <a:lstStyle>
            <a:lvl1pPr>
              <a:defRPr sz="2993" b="0">
                <a:solidFill>
                  <a:srgbClr val="0066A1"/>
                </a:solidFill>
              </a:defRPr>
            </a:lvl1pPr>
          </a:lstStyle>
          <a:p>
            <a:r>
              <a:rPr lang="en-US"/>
              <a:t>Chapter title</a:t>
            </a:r>
          </a:p>
        </p:txBody>
      </p:sp>
      <p:sp>
        <p:nvSpPr>
          <p:cNvPr id="17" name="Freeform: Shape 16">
            <a:extLst>
              <a:ext uri="{FF2B5EF4-FFF2-40B4-BE49-F238E27FC236}">
                <a16:creationId xmlns:a16="http://schemas.microsoft.com/office/drawing/2014/main" id="{F337161C-61D5-4ECE-84FF-32F2EB25D460}"/>
              </a:ext>
            </a:extLst>
          </p:cNvPr>
          <p:cNvSpPr/>
          <p:nvPr/>
        </p:nvSpPr>
        <p:spPr>
          <a:xfrm>
            <a:off x="6732240" y="0"/>
            <a:ext cx="2411760" cy="5143500"/>
          </a:xfrm>
          <a:custGeom>
            <a:avLst/>
            <a:gdLst>
              <a:gd name="connsiteX0" fmla="*/ 1184984 w 2411760"/>
              <a:gd name="connsiteY0" fmla="*/ 0 h 5152297"/>
              <a:gd name="connsiteX1" fmla="*/ 1982482 w 2411760"/>
              <a:gd name="connsiteY1" fmla="*/ 0 h 5152297"/>
              <a:gd name="connsiteX2" fmla="*/ 1982482 w 2411760"/>
              <a:gd name="connsiteY2" fmla="*/ 4451020 h 5152297"/>
              <a:gd name="connsiteX3" fmla="*/ 2195197 w 2411760"/>
              <a:gd name="connsiteY3" fmla="*/ 4686414 h 5152297"/>
              <a:gd name="connsiteX4" fmla="*/ 2411760 w 2411760"/>
              <a:gd name="connsiteY4" fmla="*/ 4686414 h 5152297"/>
              <a:gd name="connsiteX5" fmla="*/ 2411760 w 2411760"/>
              <a:gd name="connsiteY5" fmla="*/ 5152297 h 5152297"/>
              <a:gd name="connsiteX6" fmla="*/ 0 w 2411760"/>
              <a:gd name="connsiteY6" fmla="*/ 5152297 h 5152297"/>
              <a:gd name="connsiteX7" fmla="*/ 0 w 2411760"/>
              <a:gd name="connsiteY7" fmla="*/ 4686565 h 5152297"/>
              <a:gd name="connsiteX8" fmla="*/ 577223 w 2411760"/>
              <a:gd name="connsiteY8" fmla="*/ 4686565 h 5152297"/>
              <a:gd name="connsiteX9" fmla="*/ 789939 w 2411760"/>
              <a:gd name="connsiteY9" fmla="*/ 4451171 h 5152297"/>
              <a:gd name="connsiteX10" fmla="*/ 789939 w 2411760"/>
              <a:gd name="connsiteY10" fmla="*/ 1108937 h 5152297"/>
              <a:gd name="connsiteX11" fmla="*/ 265783 w 2411760"/>
              <a:gd name="connsiteY11" fmla="*/ 1344483 h 5152297"/>
              <a:gd name="connsiteX12" fmla="*/ 0 w 2411760"/>
              <a:gd name="connsiteY12" fmla="*/ 1344483 h 5152297"/>
              <a:gd name="connsiteX13" fmla="*/ 0 w 2411760"/>
              <a:gd name="connsiteY13" fmla="*/ 714044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1760" h="5152297">
                <a:moveTo>
                  <a:pt x="1184984" y="0"/>
                </a:moveTo>
                <a:lnTo>
                  <a:pt x="1982482" y="0"/>
                </a:lnTo>
                <a:lnTo>
                  <a:pt x="1982482" y="4451020"/>
                </a:lnTo>
                <a:cubicBezTo>
                  <a:pt x="1982482" y="4549743"/>
                  <a:pt x="2081204" y="4686414"/>
                  <a:pt x="2195197" y="4686414"/>
                </a:cubicBezTo>
                <a:lnTo>
                  <a:pt x="2411760" y="4686414"/>
                </a:lnTo>
                <a:lnTo>
                  <a:pt x="2411760" y="5152297"/>
                </a:lnTo>
                <a:lnTo>
                  <a:pt x="0" y="5152297"/>
                </a:lnTo>
                <a:lnTo>
                  <a:pt x="0" y="4686565"/>
                </a:lnTo>
                <a:lnTo>
                  <a:pt x="577223" y="4686565"/>
                </a:lnTo>
                <a:cubicBezTo>
                  <a:pt x="683504" y="4686565"/>
                  <a:pt x="789939" y="4549895"/>
                  <a:pt x="789939" y="4451171"/>
                </a:cubicBezTo>
                <a:lnTo>
                  <a:pt x="789939" y="1108937"/>
                </a:lnTo>
                <a:lnTo>
                  <a:pt x="265783" y="1344483"/>
                </a:lnTo>
                <a:lnTo>
                  <a:pt x="0" y="1344483"/>
                </a:lnTo>
                <a:lnTo>
                  <a:pt x="0" y="714044"/>
                </a:lnTo>
                <a:close/>
              </a:path>
            </a:pathLst>
          </a:custGeom>
          <a:solidFill>
            <a:srgbClr val="CDCDCD"/>
          </a:solidFill>
          <a:ln w="14583" cap="flat">
            <a:noFill/>
            <a:prstDash val="solid"/>
            <a:miter/>
          </a:ln>
        </p:spPr>
        <p:txBody>
          <a:bodyPr wrap="square" rtlCol="0" anchor="ctr">
            <a:noAutofit/>
          </a:bodyPr>
          <a:lstStyle/>
          <a:p>
            <a:endParaRPr lang="en-NL" sz="2390"/>
          </a:p>
        </p:txBody>
      </p:sp>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5" y="4794220"/>
            <a:ext cx="624844" cy="204374"/>
          </a:xfrm>
          <a:prstGeom prst="rect">
            <a:avLst/>
          </a:prstGeom>
        </p:spPr>
      </p:pic>
    </p:spTree>
    <p:extLst>
      <p:ext uri="{BB962C8B-B14F-4D97-AF65-F5344CB8AC3E}">
        <p14:creationId xmlns:p14="http://schemas.microsoft.com/office/powerpoint/2010/main" val="80646902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6864" y="4652163"/>
            <a:ext cx="1470274" cy="215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98"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4" y="1487559"/>
            <a:ext cx="5095836" cy="2168382"/>
          </a:xfrm>
          <a:prstGeom prst="rect">
            <a:avLst/>
          </a:prstGeom>
        </p:spPr>
        <p:txBody>
          <a:bodyPr wrap="square" lIns="0" tIns="0" rIns="0" bIns="0" anchor="ctr">
            <a:spAutoFit/>
          </a:bodyPr>
          <a:lstStyle>
            <a:lvl1pPr>
              <a:lnSpc>
                <a:spcPts val="5611"/>
              </a:lnSpc>
              <a:defRPr sz="4788"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2" y="4037850"/>
            <a:ext cx="1104790" cy="276551"/>
          </a:xfrm>
          <a:prstGeom prst="rect">
            <a:avLst/>
          </a:prstGeom>
          <a:noFill/>
        </p:spPr>
        <p:txBody>
          <a:bodyPr wrap="none" rtlCol="0">
            <a:spAutoFit/>
          </a:bodyPr>
          <a:lstStyle/>
          <a:p>
            <a:pPr algn="l"/>
            <a:r>
              <a:rPr lang="nl-NL" sz="1197" b="0">
                <a:solidFill>
                  <a:srgbClr val="0066A1"/>
                </a:solidFill>
                <a:latin typeface="Verdana" pitchFamily="34" charset="0"/>
                <a:ea typeface="Verdana" pitchFamily="34" charset="0"/>
                <a:cs typeface="Verdana" pitchFamily="34" charset="0"/>
              </a:rPr>
              <a:t>07-04-2023</a:t>
            </a:r>
          </a:p>
        </p:txBody>
      </p:sp>
      <p:sp>
        <p:nvSpPr>
          <p:cNvPr id="149" name="Freeform: Shape 148">
            <a:extLst>
              <a:ext uri="{FF2B5EF4-FFF2-40B4-BE49-F238E27FC236}">
                <a16:creationId xmlns:a16="http://schemas.microsoft.com/office/drawing/2014/main" id="{A9BEF42F-A521-4DFA-A311-5DDE7CB938AF}"/>
              </a:ext>
            </a:extLst>
          </p:cNvPr>
          <p:cNvSpPr/>
          <p:nvPr userDrawn="1"/>
        </p:nvSpPr>
        <p:spPr>
          <a:xfrm>
            <a:off x="5904000" y="0"/>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t="13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grpSp>
        <p:nvGrpSpPr>
          <p:cNvPr id="97" name="Group 96">
            <a:extLst>
              <a:ext uri="{FF2B5EF4-FFF2-40B4-BE49-F238E27FC236}">
                <a16:creationId xmlns:a16="http://schemas.microsoft.com/office/drawing/2014/main" id="{7BF606E6-FC07-4103-8919-61E97086F063}"/>
              </a:ext>
            </a:extLst>
          </p:cNvPr>
          <p:cNvGrpSpPr/>
          <p:nvPr userDrawn="1"/>
        </p:nvGrpSpPr>
        <p:grpSpPr>
          <a:xfrm>
            <a:off x="344327"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148" name="Graphic 147">
            <a:extLst>
              <a:ext uri="{FF2B5EF4-FFF2-40B4-BE49-F238E27FC236}">
                <a16:creationId xmlns:a16="http://schemas.microsoft.com/office/drawing/2014/main" id="{CCB4843F-A462-48E0-9A60-903220320E45}"/>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1"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1466318630"/>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6864" y="4652163"/>
            <a:ext cx="1470274" cy="215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98"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4" y="1487559"/>
            <a:ext cx="5095836" cy="2168382"/>
          </a:xfrm>
          <a:prstGeom prst="rect">
            <a:avLst/>
          </a:prstGeom>
        </p:spPr>
        <p:txBody>
          <a:bodyPr wrap="square" lIns="0" tIns="0" rIns="0" bIns="0" anchor="ctr">
            <a:spAutoFit/>
          </a:bodyPr>
          <a:lstStyle>
            <a:lvl1pPr>
              <a:lnSpc>
                <a:spcPts val="5611"/>
              </a:lnSpc>
              <a:defRPr sz="4788"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2" y="4037850"/>
            <a:ext cx="1104790" cy="276551"/>
          </a:xfrm>
          <a:prstGeom prst="rect">
            <a:avLst/>
          </a:prstGeom>
          <a:noFill/>
        </p:spPr>
        <p:txBody>
          <a:bodyPr wrap="none" rtlCol="0">
            <a:spAutoFit/>
          </a:bodyPr>
          <a:lstStyle/>
          <a:p>
            <a:pPr algn="l"/>
            <a:r>
              <a:rPr lang="nl-NL" sz="1197" b="0">
                <a:solidFill>
                  <a:srgbClr val="0066A1"/>
                </a:solidFill>
                <a:latin typeface="Verdana" pitchFamily="34" charset="0"/>
                <a:ea typeface="Verdana" pitchFamily="34" charset="0"/>
                <a:cs typeface="Verdana" pitchFamily="34" charset="0"/>
              </a:rPr>
              <a:t>07-04-2023</a:t>
            </a:r>
          </a:p>
        </p:txBody>
      </p:sp>
      <p:sp>
        <p:nvSpPr>
          <p:cNvPr id="149" name="Freeform: Shape 148">
            <a:extLst>
              <a:ext uri="{FF2B5EF4-FFF2-40B4-BE49-F238E27FC236}">
                <a16:creationId xmlns:a16="http://schemas.microsoft.com/office/drawing/2014/main" id="{A9BEF42F-A521-4DFA-A311-5DDE7CB938AF}"/>
              </a:ext>
            </a:extLst>
          </p:cNvPr>
          <p:cNvSpPr/>
          <p:nvPr userDrawn="1"/>
        </p:nvSpPr>
        <p:spPr>
          <a:xfrm>
            <a:off x="5904000" y="0"/>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grpSp>
        <p:nvGrpSpPr>
          <p:cNvPr id="4" name="Group 3">
            <a:extLst>
              <a:ext uri="{FF2B5EF4-FFF2-40B4-BE49-F238E27FC236}">
                <a16:creationId xmlns:a16="http://schemas.microsoft.com/office/drawing/2014/main" id="{3DD620FE-8069-4BD5-847E-74877DCC7218}"/>
              </a:ext>
            </a:extLst>
          </p:cNvPr>
          <p:cNvGrpSpPr/>
          <p:nvPr userDrawn="1"/>
        </p:nvGrpSpPr>
        <p:grpSpPr>
          <a:xfrm>
            <a:off x="344327"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148" name="Graphic 147">
            <a:extLst>
              <a:ext uri="{FF2B5EF4-FFF2-40B4-BE49-F238E27FC236}">
                <a16:creationId xmlns:a16="http://schemas.microsoft.com/office/drawing/2014/main" id="{CCB4843F-A462-48E0-9A60-903220320E45}"/>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1"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2964880617"/>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6864" y="4652163"/>
            <a:ext cx="1470274" cy="215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98"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4" y="1487559"/>
            <a:ext cx="5095835" cy="2168382"/>
          </a:xfrm>
          <a:prstGeom prst="rect">
            <a:avLst/>
          </a:prstGeom>
        </p:spPr>
        <p:txBody>
          <a:bodyPr wrap="square" lIns="0" tIns="0" rIns="0" bIns="0" anchor="ctr">
            <a:spAutoFit/>
          </a:bodyPr>
          <a:lstStyle>
            <a:lvl1pPr>
              <a:lnSpc>
                <a:spcPts val="5611"/>
              </a:lnSpc>
              <a:defRPr sz="4788"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2" y="4037850"/>
            <a:ext cx="1104790" cy="276551"/>
          </a:xfrm>
          <a:prstGeom prst="rect">
            <a:avLst/>
          </a:prstGeom>
          <a:noFill/>
        </p:spPr>
        <p:txBody>
          <a:bodyPr wrap="none" rtlCol="0">
            <a:spAutoFit/>
          </a:bodyPr>
          <a:lstStyle/>
          <a:p>
            <a:pPr algn="l"/>
            <a:r>
              <a:rPr lang="nl-NL" sz="1197"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558"/>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7"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1"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1325063171"/>
      </p:ext>
    </p:extLst>
  </p:cSld>
  <p:clrMapOvr>
    <a:masterClrMapping/>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Title Slide #4">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6864" y="4652163"/>
            <a:ext cx="1470274" cy="215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98"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4" y="1487559"/>
            <a:ext cx="5095835" cy="2168382"/>
          </a:xfrm>
          <a:prstGeom prst="rect">
            <a:avLst/>
          </a:prstGeom>
        </p:spPr>
        <p:txBody>
          <a:bodyPr wrap="square" lIns="0" tIns="0" rIns="0" bIns="0" anchor="ctr">
            <a:spAutoFit/>
          </a:bodyPr>
          <a:lstStyle>
            <a:lvl1pPr>
              <a:lnSpc>
                <a:spcPts val="5611"/>
              </a:lnSpc>
              <a:defRPr sz="4788"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2" y="4037850"/>
            <a:ext cx="1104790" cy="276551"/>
          </a:xfrm>
          <a:prstGeom prst="rect">
            <a:avLst/>
          </a:prstGeom>
          <a:noFill/>
        </p:spPr>
        <p:txBody>
          <a:bodyPr wrap="none" rtlCol="0">
            <a:spAutoFit/>
          </a:bodyPr>
          <a:lstStyle/>
          <a:p>
            <a:pPr algn="l"/>
            <a:r>
              <a:rPr lang="nl-NL" sz="1197"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0"/>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7"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1" y="-75931"/>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1405980047"/>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Title Slide #5">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6864" y="4652163"/>
            <a:ext cx="1470274" cy="215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98"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4" y="1487559"/>
            <a:ext cx="5095835" cy="2168382"/>
          </a:xfrm>
          <a:prstGeom prst="rect">
            <a:avLst/>
          </a:prstGeom>
        </p:spPr>
        <p:txBody>
          <a:bodyPr wrap="square" lIns="0" tIns="0" rIns="0" bIns="0" anchor="ctr">
            <a:spAutoFit/>
          </a:bodyPr>
          <a:lstStyle>
            <a:lvl1pPr>
              <a:lnSpc>
                <a:spcPts val="5611"/>
              </a:lnSpc>
              <a:defRPr sz="4788"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2" y="4037850"/>
            <a:ext cx="1104790" cy="276551"/>
          </a:xfrm>
          <a:prstGeom prst="rect">
            <a:avLst/>
          </a:prstGeom>
          <a:noFill/>
        </p:spPr>
        <p:txBody>
          <a:bodyPr wrap="none" rtlCol="0">
            <a:spAutoFit/>
          </a:bodyPr>
          <a:lstStyle/>
          <a:p>
            <a:pPr algn="l"/>
            <a:r>
              <a:rPr lang="nl-NL" sz="1197"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3429"/>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t="109"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7"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1" y="-75934"/>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759696626"/>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Title Slide #6">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6864" y="4652163"/>
            <a:ext cx="1470274" cy="215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98"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4" y="1487559"/>
            <a:ext cx="5095835" cy="2168382"/>
          </a:xfrm>
          <a:prstGeom prst="rect">
            <a:avLst/>
          </a:prstGeom>
        </p:spPr>
        <p:txBody>
          <a:bodyPr wrap="square" lIns="0" tIns="0" rIns="0" bIns="0" anchor="ctr">
            <a:spAutoFit/>
          </a:bodyPr>
          <a:lstStyle>
            <a:lvl1pPr>
              <a:lnSpc>
                <a:spcPts val="5611"/>
              </a:lnSpc>
              <a:defRPr sz="4788"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2" y="4037850"/>
            <a:ext cx="1104790" cy="276551"/>
          </a:xfrm>
          <a:prstGeom prst="rect">
            <a:avLst/>
          </a:prstGeom>
          <a:noFill/>
        </p:spPr>
        <p:txBody>
          <a:bodyPr wrap="none" rtlCol="0">
            <a:spAutoFit/>
          </a:bodyPr>
          <a:lstStyle/>
          <a:p>
            <a:pPr algn="l"/>
            <a:r>
              <a:rPr lang="nl-NL" sz="1197"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0"/>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7"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1"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4247023947"/>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Title Slide #7">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6864" y="4652163"/>
            <a:ext cx="1470274" cy="215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98"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4" y="1487559"/>
            <a:ext cx="5095835" cy="2168382"/>
          </a:xfrm>
          <a:prstGeom prst="rect">
            <a:avLst/>
          </a:prstGeom>
        </p:spPr>
        <p:txBody>
          <a:bodyPr wrap="square" lIns="0" tIns="0" rIns="0" bIns="0" anchor="ctr">
            <a:spAutoFit/>
          </a:bodyPr>
          <a:lstStyle>
            <a:lvl1pPr>
              <a:lnSpc>
                <a:spcPts val="5611"/>
              </a:lnSpc>
              <a:defRPr sz="4788"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2" y="4037850"/>
            <a:ext cx="1104790" cy="276551"/>
          </a:xfrm>
          <a:prstGeom prst="rect">
            <a:avLst/>
          </a:prstGeom>
          <a:noFill/>
        </p:spPr>
        <p:txBody>
          <a:bodyPr wrap="none" rtlCol="0">
            <a:spAutoFit/>
          </a:bodyPr>
          <a:lstStyle/>
          <a:p>
            <a:pPr algn="l"/>
            <a:r>
              <a:rPr lang="nl-NL" sz="1197"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7"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1"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970356395"/>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itle Slide #8">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6864" y="4652163"/>
            <a:ext cx="1470274" cy="215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98"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4" y="1487559"/>
            <a:ext cx="5095835" cy="2168382"/>
          </a:xfrm>
          <a:prstGeom prst="rect">
            <a:avLst/>
          </a:prstGeom>
        </p:spPr>
        <p:txBody>
          <a:bodyPr wrap="square" lIns="0" tIns="0" rIns="0" bIns="0" anchor="ctr">
            <a:spAutoFit/>
          </a:bodyPr>
          <a:lstStyle>
            <a:lvl1pPr>
              <a:lnSpc>
                <a:spcPts val="5611"/>
              </a:lnSpc>
              <a:defRPr sz="4788"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2" y="4037850"/>
            <a:ext cx="1104790" cy="276551"/>
          </a:xfrm>
          <a:prstGeom prst="rect">
            <a:avLst/>
          </a:prstGeom>
          <a:noFill/>
        </p:spPr>
        <p:txBody>
          <a:bodyPr wrap="none" rtlCol="0">
            <a:spAutoFit/>
          </a:bodyPr>
          <a:lstStyle/>
          <a:p>
            <a:pPr algn="l"/>
            <a:r>
              <a:rPr lang="nl-NL" sz="1197"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7"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1"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3906352844"/>
      </p:ext>
    </p:extLst>
  </p:cSld>
  <p:clrMapOvr>
    <a:masterClrMapping/>
  </p:clrMapOvr>
  <p:extLst>
    <p:ext uri="{DCECCB84-F9BA-43D5-87BE-67443E8EF086}">
      <p15:sldGuideLst xmlns:p15="http://schemas.microsoft.com/office/powerpoint/2012/main"/>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itle Slide #9">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6864" y="4652163"/>
            <a:ext cx="1470274" cy="215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98"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4" y="1487559"/>
            <a:ext cx="5095835" cy="2168382"/>
          </a:xfrm>
          <a:prstGeom prst="rect">
            <a:avLst/>
          </a:prstGeom>
        </p:spPr>
        <p:txBody>
          <a:bodyPr wrap="square" lIns="0" tIns="0" rIns="0" bIns="0" anchor="ctr">
            <a:spAutoFit/>
          </a:bodyPr>
          <a:lstStyle>
            <a:lvl1pPr>
              <a:lnSpc>
                <a:spcPts val="5611"/>
              </a:lnSpc>
              <a:defRPr sz="4788"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2" y="4037850"/>
            <a:ext cx="1104790" cy="276551"/>
          </a:xfrm>
          <a:prstGeom prst="rect">
            <a:avLst/>
          </a:prstGeom>
          <a:noFill/>
        </p:spPr>
        <p:txBody>
          <a:bodyPr wrap="none" rtlCol="0">
            <a:spAutoFit/>
          </a:bodyPr>
          <a:lstStyle/>
          <a:p>
            <a:pPr algn="l"/>
            <a:r>
              <a:rPr lang="nl-NL" sz="1197"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7"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1"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2811099638"/>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Title Slide #10">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6864" y="4652163"/>
            <a:ext cx="1470274" cy="215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98"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4" y="1487559"/>
            <a:ext cx="5095835" cy="2168382"/>
          </a:xfrm>
          <a:prstGeom prst="rect">
            <a:avLst/>
          </a:prstGeom>
        </p:spPr>
        <p:txBody>
          <a:bodyPr wrap="square" lIns="0" tIns="0" rIns="0" bIns="0" anchor="ctr">
            <a:spAutoFit/>
          </a:bodyPr>
          <a:lstStyle>
            <a:lvl1pPr>
              <a:lnSpc>
                <a:spcPts val="5611"/>
              </a:lnSpc>
              <a:defRPr sz="4788"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2" y="4037850"/>
            <a:ext cx="1104790" cy="276551"/>
          </a:xfrm>
          <a:prstGeom prst="rect">
            <a:avLst/>
          </a:prstGeom>
          <a:noFill/>
        </p:spPr>
        <p:txBody>
          <a:bodyPr wrap="none" rtlCol="0">
            <a:spAutoFit/>
          </a:bodyPr>
          <a:lstStyle/>
          <a:p>
            <a:pPr algn="l"/>
            <a:r>
              <a:rPr lang="nl-NL" sz="1197"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7"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1"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1403351555"/>
      </p:ext>
    </p:extLst>
  </p:cSld>
  <p:clrMapOvr>
    <a:masterClrMapping/>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Title Slide #11">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6864" y="4652163"/>
            <a:ext cx="1470274" cy="215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98"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4" y="1487559"/>
            <a:ext cx="5095835" cy="2168382"/>
          </a:xfrm>
          <a:prstGeom prst="rect">
            <a:avLst/>
          </a:prstGeom>
        </p:spPr>
        <p:txBody>
          <a:bodyPr wrap="square" lIns="0" tIns="0" rIns="0" bIns="0" anchor="ctr">
            <a:spAutoFit/>
          </a:bodyPr>
          <a:lstStyle>
            <a:lvl1pPr>
              <a:lnSpc>
                <a:spcPts val="5611"/>
              </a:lnSpc>
              <a:defRPr sz="4788"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2" y="4037850"/>
            <a:ext cx="1104790" cy="276551"/>
          </a:xfrm>
          <a:prstGeom prst="rect">
            <a:avLst/>
          </a:prstGeom>
          <a:noFill/>
        </p:spPr>
        <p:txBody>
          <a:bodyPr wrap="none" rtlCol="0">
            <a:spAutoFit/>
          </a:bodyPr>
          <a:lstStyle/>
          <a:p>
            <a:pPr algn="l"/>
            <a:r>
              <a:rPr lang="nl-NL" sz="1197"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t="13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7"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1"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573374661"/>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itle Slide #12">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6864" y="4652163"/>
            <a:ext cx="1470274" cy="215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98"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4" y="1487559"/>
            <a:ext cx="5095835" cy="2168382"/>
          </a:xfrm>
          <a:prstGeom prst="rect">
            <a:avLst/>
          </a:prstGeom>
        </p:spPr>
        <p:txBody>
          <a:bodyPr wrap="square" lIns="0" tIns="0" rIns="0" bIns="0" anchor="ctr">
            <a:spAutoFit/>
          </a:bodyPr>
          <a:lstStyle>
            <a:lvl1pPr>
              <a:lnSpc>
                <a:spcPts val="5611"/>
              </a:lnSpc>
              <a:defRPr sz="4788"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2" y="4037850"/>
            <a:ext cx="1104790" cy="276551"/>
          </a:xfrm>
          <a:prstGeom prst="rect">
            <a:avLst/>
          </a:prstGeom>
          <a:noFill/>
        </p:spPr>
        <p:txBody>
          <a:bodyPr wrap="none" rtlCol="0">
            <a:spAutoFit/>
          </a:bodyPr>
          <a:lstStyle/>
          <a:p>
            <a:pPr algn="l"/>
            <a:r>
              <a:rPr lang="nl-NL" sz="1197"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7"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1"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2022258370"/>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itle Slide #13">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6864" y="4652163"/>
            <a:ext cx="1470274" cy="215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98"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4" y="1487559"/>
            <a:ext cx="5095835" cy="2168382"/>
          </a:xfrm>
          <a:prstGeom prst="rect">
            <a:avLst/>
          </a:prstGeom>
        </p:spPr>
        <p:txBody>
          <a:bodyPr wrap="square" lIns="0" tIns="0" rIns="0" bIns="0" anchor="ctr">
            <a:spAutoFit/>
          </a:bodyPr>
          <a:lstStyle>
            <a:lvl1pPr>
              <a:lnSpc>
                <a:spcPts val="5611"/>
              </a:lnSpc>
              <a:defRPr sz="4788"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2" y="4037850"/>
            <a:ext cx="1104790" cy="276551"/>
          </a:xfrm>
          <a:prstGeom prst="rect">
            <a:avLst/>
          </a:prstGeom>
          <a:noFill/>
        </p:spPr>
        <p:txBody>
          <a:bodyPr wrap="none" rtlCol="0">
            <a:spAutoFit/>
          </a:bodyPr>
          <a:lstStyle/>
          <a:p>
            <a:pPr algn="l"/>
            <a:r>
              <a:rPr lang="nl-NL" sz="1197"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t="2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7"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1"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2610486542"/>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Title Slide #14">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6864" y="4652163"/>
            <a:ext cx="1470274" cy="215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98"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4" y="1487559"/>
            <a:ext cx="5095835" cy="2168382"/>
          </a:xfrm>
          <a:prstGeom prst="rect">
            <a:avLst/>
          </a:prstGeom>
        </p:spPr>
        <p:txBody>
          <a:bodyPr wrap="square" lIns="0" tIns="0" rIns="0" bIns="0" anchor="ctr">
            <a:spAutoFit/>
          </a:bodyPr>
          <a:lstStyle>
            <a:lvl1pPr>
              <a:lnSpc>
                <a:spcPts val="5611"/>
              </a:lnSpc>
              <a:defRPr sz="4788"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2" y="4037850"/>
            <a:ext cx="1104790" cy="276551"/>
          </a:xfrm>
          <a:prstGeom prst="rect">
            <a:avLst/>
          </a:prstGeom>
          <a:noFill/>
        </p:spPr>
        <p:txBody>
          <a:bodyPr wrap="none" rtlCol="0">
            <a:spAutoFit/>
          </a:bodyPr>
          <a:lstStyle/>
          <a:p>
            <a:pPr algn="l"/>
            <a:r>
              <a:rPr lang="nl-NL" sz="1197"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7"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1"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330858900"/>
      </p:ext>
    </p:extLst>
  </p:cSld>
  <p:clrMapOvr>
    <a:masterClrMapping/>
  </p:clrMapOvr>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Title Slide (select own image)">
    <p:bg>
      <p:bgPr>
        <a:solidFill>
          <a:schemeClr val="bg1"/>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151BC074-9CDD-4182-BCD5-F812F827E49B}"/>
              </a:ext>
            </a:extLst>
          </p:cNvPr>
          <p:cNvSpPr>
            <a:spLocks noGrp="1"/>
          </p:cNvSpPr>
          <p:nvPr>
            <p:ph type="pic" sz="quarter" idx="10" hasCustomPrompt="1"/>
          </p:nvPr>
        </p:nvSpPr>
        <p:spPr>
          <a:xfrm>
            <a:off x="5968787" y="1"/>
            <a:ext cx="3178800" cy="3114116"/>
          </a:xfrm>
          <a:custGeom>
            <a:avLst/>
            <a:gdLst>
              <a:gd name="connsiteX0" fmla="*/ 410738 w 3175216"/>
              <a:gd name="connsiteY0" fmla="*/ 0 h 3111734"/>
              <a:gd name="connsiteX1" fmla="*/ 3175216 w 3175216"/>
              <a:gd name="connsiteY1" fmla="*/ 0 h 3111734"/>
              <a:gd name="connsiteX2" fmla="*/ 3172834 w 3175216"/>
              <a:gd name="connsiteY2" fmla="*/ 2644909 h 3111734"/>
              <a:gd name="connsiteX3" fmla="*/ 3014485 w 3175216"/>
              <a:gd name="connsiteY3" fmla="*/ 2770425 h 3111734"/>
              <a:gd name="connsiteX4" fmla="*/ 1924003 w 3175216"/>
              <a:gd name="connsiteY4" fmla="*/ 3111734 h 3111734"/>
              <a:gd name="connsiteX5" fmla="*/ 1234497 w 3175216"/>
              <a:gd name="connsiteY5" fmla="*/ 2990850 h 3111734"/>
              <a:gd name="connsiteX6" fmla="*/ 624896 w 3175216"/>
              <a:gd name="connsiteY6" fmla="*/ 2626520 h 3111734"/>
              <a:gd name="connsiteX7" fmla="*/ 310571 w 3175216"/>
              <a:gd name="connsiteY7" fmla="*/ 2274095 h 3111734"/>
              <a:gd name="connsiteX8" fmla="*/ 177222 w 3175216"/>
              <a:gd name="connsiteY8" fmla="*/ 2045495 h 3111734"/>
              <a:gd name="connsiteX9" fmla="*/ 70065 w 3175216"/>
              <a:gd name="connsiteY9" fmla="*/ 1778793 h 3111734"/>
              <a:gd name="connsiteX10" fmla="*/ 98639 w 3175216"/>
              <a:gd name="connsiteY10" fmla="*/ 1762125 h 3111734"/>
              <a:gd name="connsiteX11" fmla="*/ 0 w 3175216"/>
              <a:gd name="connsiteY11" fmla="*/ 1160609 h 3111734"/>
              <a:gd name="connsiteX12" fmla="*/ 334775 w 3175216"/>
              <a:gd name="connsiteY12" fmla="*/ 100902 h 3111734"/>
              <a:gd name="connsiteX13" fmla="*/ 398297 w 3175216"/>
              <a:gd name="connsiteY13" fmla="*/ 15950 h 3111734"/>
              <a:gd name="connsiteX0" fmla="*/ 410738 w 3175216"/>
              <a:gd name="connsiteY0" fmla="*/ 0 h 3111734"/>
              <a:gd name="connsiteX1" fmla="*/ 3175216 w 3175216"/>
              <a:gd name="connsiteY1" fmla="*/ 0 h 3111734"/>
              <a:gd name="connsiteX2" fmla="*/ 3172834 w 3175216"/>
              <a:gd name="connsiteY2" fmla="*/ 2644909 h 3111734"/>
              <a:gd name="connsiteX3" fmla="*/ 3014485 w 3175216"/>
              <a:gd name="connsiteY3" fmla="*/ 2770425 h 3111734"/>
              <a:gd name="connsiteX4" fmla="*/ 1924003 w 3175216"/>
              <a:gd name="connsiteY4" fmla="*/ 3111734 h 3111734"/>
              <a:gd name="connsiteX5" fmla="*/ 1234497 w 3175216"/>
              <a:gd name="connsiteY5" fmla="*/ 2990850 h 3111734"/>
              <a:gd name="connsiteX6" fmla="*/ 624896 w 3175216"/>
              <a:gd name="connsiteY6" fmla="*/ 2626520 h 3111734"/>
              <a:gd name="connsiteX7" fmla="*/ 310571 w 3175216"/>
              <a:gd name="connsiteY7" fmla="*/ 2274095 h 3111734"/>
              <a:gd name="connsiteX8" fmla="*/ 177222 w 3175216"/>
              <a:gd name="connsiteY8" fmla="*/ 2045495 h 3111734"/>
              <a:gd name="connsiteX9" fmla="*/ 70065 w 3175216"/>
              <a:gd name="connsiteY9" fmla="*/ 1778793 h 3111734"/>
              <a:gd name="connsiteX10" fmla="*/ 98639 w 3175216"/>
              <a:gd name="connsiteY10" fmla="*/ 1762125 h 3111734"/>
              <a:gd name="connsiteX11" fmla="*/ 0 w 3175216"/>
              <a:gd name="connsiteY11" fmla="*/ 1160609 h 3111734"/>
              <a:gd name="connsiteX12" fmla="*/ 334775 w 3175216"/>
              <a:gd name="connsiteY12" fmla="*/ 100902 h 3111734"/>
              <a:gd name="connsiteX13" fmla="*/ 398297 w 3175216"/>
              <a:gd name="connsiteY13" fmla="*/ 15950 h 3111734"/>
              <a:gd name="connsiteX14" fmla="*/ 410738 w 3175216"/>
              <a:gd name="connsiteY14" fmla="*/ 0 h 3111734"/>
              <a:gd name="connsiteX0" fmla="*/ 410738 w 3175216"/>
              <a:gd name="connsiteY0" fmla="*/ 0 h 3111734"/>
              <a:gd name="connsiteX1" fmla="*/ 3175216 w 3175216"/>
              <a:gd name="connsiteY1" fmla="*/ 0 h 3111734"/>
              <a:gd name="connsiteX2" fmla="*/ 3172834 w 3175216"/>
              <a:gd name="connsiteY2" fmla="*/ 2644909 h 3111734"/>
              <a:gd name="connsiteX3" fmla="*/ 3014485 w 3175216"/>
              <a:gd name="connsiteY3" fmla="*/ 2770425 h 3111734"/>
              <a:gd name="connsiteX4" fmla="*/ 1924003 w 3175216"/>
              <a:gd name="connsiteY4" fmla="*/ 3111734 h 3111734"/>
              <a:gd name="connsiteX5" fmla="*/ 1234497 w 3175216"/>
              <a:gd name="connsiteY5" fmla="*/ 2990850 h 3111734"/>
              <a:gd name="connsiteX6" fmla="*/ 624896 w 3175216"/>
              <a:gd name="connsiteY6" fmla="*/ 2626520 h 3111734"/>
              <a:gd name="connsiteX7" fmla="*/ 310571 w 3175216"/>
              <a:gd name="connsiteY7" fmla="*/ 2274095 h 3111734"/>
              <a:gd name="connsiteX8" fmla="*/ 177222 w 3175216"/>
              <a:gd name="connsiteY8" fmla="*/ 2045495 h 3111734"/>
              <a:gd name="connsiteX9" fmla="*/ 70065 w 3175216"/>
              <a:gd name="connsiteY9" fmla="*/ 1778793 h 3111734"/>
              <a:gd name="connsiteX10" fmla="*/ 98639 w 3175216"/>
              <a:gd name="connsiteY10" fmla="*/ 1762125 h 3111734"/>
              <a:gd name="connsiteX11" fmla="*/ 0 w 3175216"/>
              <a:gd name="connsiteY11" fmla="*/ 1160609 h 3111734"/>
              <a:gd name="connsiteX12" fmla="*/ 334775 w 3175216"/>
              <a:gd name="connsiteY12" fmla="*/ 100902 h 3111734"/>
              <a:gd name="connsiteX13" fmla="*/ 398297 w 3175216"/>
              <a:gd name="connsiteY13" fmla="*/ 15950 h 3111734"/>
              <a:gd name="connsiteX14" fmla="*/ 410738 w 3175216"/>
              <a:gd name="connsiteY14" fmla="*/ 0 h 3111734"/>
              <a:gd name="connsiteX0" fmla="*/ 410738 w 3175216"/>
              <a:gd name="connsiteY0" fmla="*/ 0 h 3111734"/>
              <a:gd name="connsiteX1" fmla="*/ 3175216 w 3175216"/>
              <a:gd name="connsiteY1" fmla="*/ 0 h 3111734"/>
              <a:gd name="connsiteX2" fmla="*/ 3172834 w 3175216"/>
              <a:gd name="connsiteY2" fmla="*/ 2644909 h 3111734"/>
              <a:gd name="connsiteX3" fmla="*/ 3014485 w 3175216"/>
              <a:gd name="connsiteY3" fmla="*/ 2770425 h 3111734"/>
              <a:gd name="connsiteX4" fmla="*/ 1924003 w 3175216"/>
              <a:gd name="connsiteY4" fmla="*/ 3111734 h 3111734"/>
              <a:gd name="connsiteX5" fmla="*/ 1234497 w 3175216"/>
              <a:gd name="connsiteY5" fmla="*/ 2990850 h 3111734"/>
              <a:gd name="connsiteX6" fmla="*/ 624896 w 3175216"/>
              <a:gd name="connsiteY6" fmla="*/ 2626520 h 3111734"/>
              <a:gd name="connsiteX7" fmla="*/ 310571 w 3175216"/>
              <a:gd name="connsiteY7" fmla="*/ 2274095 h 3111734"/>
              <a:gd name="connsiteX8" fmla="*/ 177222 w 3175216"/>
              <a:gd name="connsiteY8" fmla="*/ 2045495 h 3111734"/>
              <a:gd name="connsiteX9" fmla="*/ 70065 w 3175216"/>
              <a:gd name="connsiteY9" fmla="*/ 1778793 h 3111734"/>
              <a:gd name="connsiteX10" fmla="*/ 98639 w 3175216"/>
              <a:gd name="connsiteY10" fmla="*/ 1762125 h 3111734"/>
              <a:gd name="connsiteX11" fmla="*/ 0 w 3175216"/>
              <a:gd name="connsiteY11" fmla="*/ 1160609 h 3111734"/>
              <a:gd name="connsiteX12" fmla="*/ 334775 w 3175216"/>
              <a:gd name="connsiteY12" fmla="*/ 100902 h 3111734"/>
              <a:gd name="connsiteX13" fmla="*/ 398297 w 3175216"/>
              <a:gd name="connsiteY13" fmla="*/ 15950 h 3111734"/>
              <a:gd name="connsiteX14" fmla="*/ 410738 w 3175216"/>
              <a:gd name="connsiteY14" fmla="*/ 0 h 3111734"/>
              <a:gd name="connsiteX0" fmla="*/ 410738 w 3175216"/>
              <a:gd name="connsiteY0" fmla="*/ 0 h 3111734"/>
              <a:gd name="connsiteX1" fmla="*/ 3175216 w 3175216"/>
              <a:gd name="connsiteY1" fmla="*/ 0 h 3111734"/>
              <a:gd name="connsiteX2" fmla="*/ 3172834 w 3175216"/>
              <a:gd name="connsiteY2" fmla="*/ 2644909 h 3111734"/>
              <a:gd name="connsiteX3" fmla="*/ 3014485 w 3175216"/>
              <a:gd name="connsiteY3" fmla="*/ 2770425 h 3111734"/>
              <a:gd name="connsiteX4" fmla="*/ 1924003 w 3175216"/>
              <a:gd name="connsiteY4" fmla="*/ 3111734 h 3111734"/>
              <a:gd name="connsiteX5" fmla="*/ 1234497 w 3175216"/>
              <a:gd name="connsiteY5" fmla="*/ 2990850 h 3111734"/>
              <a:gd name="connsiteX6" fmla="*/ 624896 w 3175216"/>
              <a:gd name="connsiteY6" fmla="*/ 2626520 h 3111734"/>
              <a:gd name="connsiteX7" fmla="*/ 310571 w 3175216"/>
              <a:gd name="connsiteY7" fmla="*/ 2274095 h 3111734"/>
              <a:gd name="connsiteX8" fmla="*/ 177222 w 3175216"/>
              <a:gd name="connsiteY8" fmla="*/ 2045495 h 3111734"/>
              <a:gd name="connsiteX9" fmla="*/ 70065 w 3175216"/>
              <a:gd name="connsiteY9" fmla="*/ 1778793 h 3111734"/>
              <a:gd name="connsiteX10" fmla="*/ 98639 w 3175216"/>
              <a:gd name="connsiteY10" fmla="*/ 1762125 h 3111734"/>
              <a:gd name="connsiteX11" fmla="*/ 0 w 3175216"/>
              <a:gd name="connsiteY11" fmla="*/ 1160609 h 3111734"/>
              <a:gd name="connsiteX12" fmla="*/ 334775 w 3175216"/>
              <a:gd name="connsiteY12" fmla="*/ 100902 h 3111734"/>
              <a:gd name="connsiteX13" fmla="*/ 398297 w 3175216"/>
              <a:gd name="connsiteY13" fmla="*/ 15950 h 3111734"/>
              <a:gd name="connsiteX14" fmla="*/ 410738 w 3175216"/>
              <a:gd name="connsiteY14" fmla="*/ 0 h 3111734"/>
              <a:gd name="connsiteX0" fmla="*/ 410738 w 3175216"/>
              <a:gd name="connsiteY0" fmla="*/ 0 h 3111734"/>
              <a:gd name="connsiteX1" fmla="*/ 3175216 w 3175216"/>
              <a:gd name="connsiteY1" fmla="*/ 0 h 3111734"/>
              <a:gd name="connsiteX2" fmla="*/ 3172834 w 3175216"/>
              <a:gd name="connsiteY2" fmla="*/ 2644909 h 3111734"/>
              <a:gd name="connsiteX3" fmla="*/ 3014485 w 3175216"/>
              <a:gd name="connsiteY3" fmla="*/ 2770425 h 3111734"/>
              <a:gd name="connsiteX4" fmla="*/ 1924003 w 3175216"/>
              <a:gd name="connsiteY4" fmla="*/ 3111734 h 3111734"/>
              <a:gd name="connsiteX5" fmla="*/ 1234497 w 3175216"/>
              <a:gd name="connsiteY5" fmla="*/ 2990850 h 3111734"/>
              <a:gd name="connsiteX6" fmla="*/ 624896 w 3175216"/>
              <a:gd name="connsiteY6" fmla="*/ 2626520 h 3111734"/>
              <a:gd name="connsiteX7" fmla="*/ 310571 w 3175216"/>
              <a:gd name="connsiteY7" fmla="*/ 2274095 h 3111734"/>
              <a:gd name="connsiteX8" fmla="*/ 177222 w 3175216"/>
              <a:gd name="connsiteY8" fmla="*/ 2045495 h 3111734"/>
              <a:gd name="connsiteX9" fmla="*/ 70065 w 3175216"/>
              <a:gd name="connsiteY9" fmla="*/ 1778793 h 3111734"/>
              <a:gd name="connsiteX10" fmla="*/ 98639 w 3175216"/>
              <a:gd name="connsiteY10" fmla="*/ 1762125 h 3111734"/>
              <a:gd name="connsiteX11" fmla="*/ 0 w 3175216"/>
              <a:gd name="connsiteY11" fmla="*/ 1160609 h 3111734"/>
              <a:gd name="connsiteX12" fmla="*/ 334775 w 3175216"/>
              <a:gd name="connsiteY12" fmla="*/ 100902 h 3111734"/>
              <a:gd name="connsiteX13" fmla="*/ 398297 w 3175216"/>
              <a:gd name="connsiteY13" fmla="*/ 15950 h 3111734"/>
              <a:gd name="connsiteX14" fmla="*/ 410738 w 3175216"/>
              <a:gd name="connsiteY14" fmla="*/ 0 h 3111734"/>
              <a:gd name="connsiteX0" fmla="*/ 410738 w 3175216"/>
              <a:gd name="connsiteY0" fmla="*/ 0 h 3111734"/>
              <a:gd name="connsiteX1" fmla="*/ 3175216 w 3175216"/>
              <a:gd name="connsiteY1" fmla="*/ 0 h 3111734"/>
              <a:gd name="connsiteX2" fmla="*/ 3172834 w 3175216"/>
              <a:gd name="connsiteY2" fmla="*/ 2644909 h 3111734"/>
              <a:gd name="connsiteX3" fmla="*/ 3014485 w 3175216"/>
              <a:gd name="connsiteY3" fmla="*/ 2770425 h 3111734"/>
              <a:gd name="connsiteX4" fmla="*/ 1924003 w 3175216"/>
              <a:gd name="connsiteY4" fmla="*/ 3111734 h 3111734"/>
              <a:gd name="connsiteX5" fmla="*/ 1234497 w 3175216"/>
              <a:gd name="connsiteY5" fmla="*/ 2990850 h 3111734"/>
              <a:gd name="connsiteX6" fmla="*/ 624896 w 3175216"/>
              <a:gd name="connsiteY6" fmla="*/ 2626520 h 3111734"/>
              <a:gd name="connsiteX7" fmla="*/ 310571 w 3175216"/>
              <a:gd name="connsiteY7" fmla="*/ 2274095 h 3111734"/>
              <a:gd name="connsiteX8" fmla="*/ 177222 w 3175216"/>
              <a:gd name="connsiteY8" fmla="*/ 2045495 h 3111734"/>
              <a:gd name="connsiteX9" fmla="*/ 70065 w 3175216"/>
              <a:gd name="connsiteY9" fmla="*/ 1778793 h 3111734"/>
              <a:gd name="connsiteX10" fmla="*/ 98639 w 3175216"/>
              <a:gd name="connsiteY10" fmla="*/ 1762125 h 3111734"/>
              <a:gd name="connsiteX11" fmla="*/ 0 w 3175216"/>
              <a:gd name="connsiteY11" fmla="*/ 1160609 h 3111734"/>
              <a:gd name="connsiteX12" fmla="*/ 334775 w 3175216"/>
              <a:gd name="connsiteY12" fmla="*/ 100902 h 3111734"/>
              <a:gd name="connsiteX13" fmla="*/ 398297 w 3175216"/>
              <a:gd name="connsiteY13" fmla="*/ 15950 h 3111734"/>
              <a:gd name="connsiteX14" fmla="*/ 410738 w 3175216"/>
              <a:gd name="connsiteY14" fmla="*/ 0 h 3111734"/>
              <a:gd name="connsiteX0" fmla="*/ 410738 w 3175216"/>
              <a:gd name="connsiteY0" fmla="*/ 0 h 3111734"/>
              <a:gd name="connsiteX1" fmla="*/ 3175216 w 3175216"/>
              <a:gd name="connsiteY1" fmla="*/ 0 h 3111734"/>
              <a:gd name="connsiteX2" fmla="*/ 3172834 w 3175216"/>
              <a:gd name="connsiteY2" fmla="*/ 2644909 h 3111734"/>
              <a:gd name="connsiteX3" fmla="*/ 3014485 w 3175216"/>
              <a:gd name="connsiteY3" fmla="*/ 2770425 h 3111734"/>
              <a:gd name="connsiteX4" fmla="*/ 1924003 w 3175216"/>
              <a:gd name="connsiteY4" fmla="*/ 3111734 h 3111734"/>
              <a:gd name="connsiteX5" fmla="*/ 1234497 w 3175216"/>
              <a:gd name="connsiteY5" fmla="*/ 2990850 h 3111734"/>
              <a:gd name="connsiteX6" fmla="*/ 624896 w 3175216"/>
              <a:gd name="connsiteY6" fmla="*/ 2626520 h 3111734"/>
              <a:gd name="connsiteX7" fmla="*/ 310571 w 3175216"/>
              <a:gd name="connsiteY7" fmla="*/ 2274095 h 3111734"/>
              <a:gd name="connsiteX8" fmla="*/ 177222 w 3175216"/>
              <a:gd name="connsiteY8" fmla="*/ 2045495 h 3111734"/>
              <a:gd name="connsiteX9" fmla="*/ 70065 w 3175216"/>
              <a:gd name="connsiteY9" fmla="*/ 1778793 h 3111734"/>
              <a:gd name="connsiteX10" fmla="*/ 98639 w 3175216"/>
              <a:gd name="connsiteY10" fmla="*/ 1762125 h 3111734"/>
              <a:gd name="connsiteX11" fmla="*/ 0 w 3175216"/>
              <a:gd name="connsiteY11" fmla="*/ 1160609 h 3111734"/>
              <a:gd name="connsiteX12" fmla="*/ 334775 w 3175216"/>
              <a:gd name="connsiteY12" fmla="*/ 100902 h 3111734"/>
              <a:gd name="connsiteX13" fmla="*/ 398297 w 3175216"/>
              <a:gd name="connsiteY13" fmla="*/ 15950 h 3111734"/>
              <a:gd name="connsiteX14" fmla="*/ 410738 w 3175216"/>
              <a:gd name="connsiteY14" fmla="*/ 0 h 3111734"/>
              <a:gd name="connsiteX0" fmla="*/ 410738 w 3175216"/>
              <a:gd name="connsiteY0" fmla="*/ 0 h 3114116"/>
              <a:gd name="connsiteX1" fmla="*/ 3175216 w 3175216"/>
              <a:gd name="connsiteY1" fmla="*/ 0 h 3114116"/>
              <a:gd name="connsiteX2" fmla="*/ 3172834 w 3175216"/>
              <a:gd name="connsiteY2" fmla="*/ 2644909 h 3114116"/>
              <a:gd name="connsiteX3" fmla="*/ 3014485 w 3175216"/>
              <a:gd name="connsiteY3" fmla="*/ 2770425 h 3114116"/>
              <a:gd name="connsiteX4" fmla="*/ 1924003 w 3175216"/>
              <a:gd name="connsiteY4" fmla="*/ 3114116 h 3114116"/>
              <a:gd name="connsiteX5" fmla="*/ 1234497 w 3175216"/>
              <a:gd name="connsiteY5" fmla="*/ 2990850 h 3114116"/>
              <a:gd name="connsiteX6" fmla="*/ 624896 w 3175216"/>
              <a:gd name="connsiteY6" fmla="*/ 2626520 h 3114116"/>
              <a:gd name="connsiteX7" fmla="*/ 310571 w 3175216"/>
              <a:gd name="connsiteY7" fmla="*/ 2274095 h 3114116"/>
              <a:gd name="connsiteX8" fmla="*/ 177222 w 3175216"/>
              <a:gd name="connsiteY8" fmla="*/ 2045495 h 3114116"/>
              <a:gd name="connsiteX9" fmla="*/ 70065 w 3175216"/>
              <a:gd name="connsiteY9" fmla="*/ 1778793 h 3114116"/>
              <a:gd name="connsiteX10" fmla="*/ 98639 w 3175216"/>
              <a:gd name="connsiteY10" fmla="*/ 1762125 h 3114116"/>
              <a:gd name="connsiteX11" fmla="*/ 0 w 3175216"/>
              <a:gd name="connsiteY11" fmla="*/ 1160609 h 3114116"/>
              <a:gd name="connsiteX12" fmla="*/ 334775 w 3175216"/>
              <a:gd name="connsiteY12" fmla="*/ 100902 h 3114116"/>
              <a:gd name="connsiteX13" fmla="*/ 398297 w 3175216"/>
              <a:gd name="connsiteY13" fmla="*/ 15950 h 3114116"/>
              <a:gd name="connsiteX14" fmla="*/ 410738 w 3175216"/>
              <a:gd name="connsiteY14" fmla="*/ 0 h 3114116"/>
              <a:gd name="connsiteX0" fmla="*/ 410738 w 3175216"/>
              <a:gd name="connsiteY0" fmla="*/ 0 h 3114116"/>
              <a:gd name="connsiteX1" fmla="*/ 3175216 w 3175216"/>
              <a:gd name="connsiteY1" fmla="*/ 0 h 3114116"/>
              <a:gd name="connsiteX2" fmla="*/ 3172834 w 3175216"/>
              <a:gd name="connsiteY2" fmla="*/ 2644909 h 3114116"/>
              <a:gd name="connsiteX3" fmla="*/ 3014485 w 3175216"/>
              <a:gd name="connsiteY3" fmla="*/ 2770425 h 3114116"/>
              <a:gd name="connsiteX4" fmla="*/ 1924003 w 3175216"/>
              <a:gd name="connsiteY4" fmla="*/ 3114116 h 3114116"/>
              <a:gd name="connsiteX5" fmla="*/ 1234497 w 3175216"/>
              <a:gd name="connsiteY5" fmla="*/ 2990850 h 3114116"/>
              <a:gd name="connsiteX6" fmla="*/ 624896 w 3175216"/>
              <a:gd name="connsiteY6" fmla="*/ 2626520 h 3114116"/>
              <a:gd name="connsiteX7" fmla="*/ 310571 w 3175216"/>
              <a:gd name="connsiteY7" fmla="*/ 2274095 h 3114116"/>
              <a:gd name="connsiteX8" fmla="*/ 177222 w 3175216"/>
              <a:gd name="connsiteY8" fmla="*/ 2045495 h 3114116"/>
              <a:gd name="connsiteX9" fmla="*/ 70065 w 3175216"/>
              <a:gd name="connsiteY9" fmla="*/ 1778793 h 3114116"/>
              <a:gd name="connsiteX10" fmla="*/ 98639 w 3175216"/>
              <a:gd name="connsiteY10" fmla="*/ 1762125 h 3114116"/>
              <a:gd name="connsiteX11" fmla="*/ 0 w 3175216"/>
              <a:gd name="connsiteY11" fmla="*/ 1160609 h 3114116"/>
              <a:gd name="connsiteX12" fmla="*/ 334775 w 3175216"/>
              <a:gd name="connsiteY12" fmla="*/ 100902 h 3114116"/>
              <a:gd name="connsiteX13" fmla="*/ 398297 w 3175216"/>
              <a:gd name="connsiteY13" fmla="*/ 15950 h 3114116"/>
              <a:gd name="connsiteX14" fmla="*/ 410738 w 3175216"/>
              <a:gd name="connsiteY14" fmla="*/ 0 h 3114116"/>
              <a:gd name="connsiteX0" fmla="*/ 410738 w 3175216"/>
              <a:gd name="connsiteY0" fmla="*/ 0 h 3114116"/>
              <a:gd name="connsiteX1" fmla="*/ 3175216 w 3175216"/>
              <a:gd name="connsiteY1" fmla="*/ 0 h 3114116"/>
              <a:gd name="connsiteX2" fmla="*/ 3172834 w 3175216"/>
              <a:gd name="connsiteY2" fmla="*/ 2644909 h 3114116"/>
              <a:gd name="connsiteX3" fmla="*/ 3014485 w 3175216"/>
              <a:gd name="connsiteY3" fmla="*/ 2770425 h 3114116"/>
              <a:gd name="connsiteX4" fmla="*/ 1924003 w 3175216"/>
              <a:gd name="connsiteY4" fmla="*/ 3114116 h 3114116"/>
              <a:gd name="connsiteX5" fmla="*/ 1234497 w 3175216"/>
              <a:gd name="connsiteY5" fmla="*/ 2990850 h 3114116"/>
              <a:gd name="connsiteX6" fmla="*/ 624896 w 3175216"/>
              <a:gd name="connsiteY6" fmla="*/ 2626520 h 3114116"/>
              <a:gd name="connsiteX7" fmla="*/ 310571 w 3175216"/>
              <a:gd name="connsiteY7" fmla="*/ 2274095 h 3114116"/>
              <a:gd name="connsiteX8" fmla="*/ 177222 w 3175216"/>
              <a:gd name="connsiteY8" fmla="*/ 2045495 h 3114116"/>
              <a:gd name="connsiteX9" fmla="*/ 70065 w 3175216"/>
              <a:gd name="connsiteY9" fmla="*/ 1778793 h 3114116"/>
              <a:gd name="connsiteX10" fmla="*/ 98639 w 3175216"/>
              <a:gd name="connsiteY10" fmla="*/ 1762125 h 3114116"/>
              <a:gd name="connsiteX11" fmla="*/ 0 w 3175216"/>
              <a:gd name="connsiteY11" fmla="*/ 1160609 h 3114116"/>
              <a:gd name="connsiteX12" fmla="*/ 334775 w 3175216"/>
              <a:gd name="connsiteY12" fmla="*/ 100902 h 3114116"/>
              <a:gd name="connsiteX13" fmla="*/ 398297 w 3175216"/>
              <a:gd name="connsiteY13" fmla="*/ 15950 h 3114116"/>
              <a:gd name="connsiteX14" fmla="*/ 410738 w 3175216"/>
              <a:gd name="connsiteY14" fmla="*/ 0 h 3114116"/>
              <a:gd name="connsiteX0" fmla="*/ 410738 w 3175216"/>
              <a:gd name="connsiteY0" fmla="*/ 0 h 3114116"/>
              <a:gd name="connsiteX1" fmla="*/ 3175216 w 3175216"/>
              <a:gd name="connsiteY1" fmla="*/ 0 h 3114116"/>
              <a:gd name="connsiteX2" fmla="*/ 3172834 w 3175216"/>
              <a:gd name="connsiteY2" fmla="*/ 2644909 h 3114116"/>
              <a:gd name="connsiteX3" fmla="*/ 3014485 w 3175216"/>
              <a:gd name="connsiteY3" fmla="*/ 2770425 h 3114116"/>
              <a:gd name="connsiteX4" fmla="*/ 1924003 w 3175216"/>
              <a:gd name="connsiteY4" fmla="*/ 3114116 h 3114116"/>
              <a:gd name="connsiteX5" fmla="*/ 1234497 w 3175216"/>
              <a:gd name="connsiteY5" fmla="*/ 2990850 h 3114116"/>
              <a:gd name="connsiteX6" fmla="*/ 624896 w 3175216"/>
              <a:gd name="connsiteY6" fmla="*/ 2626520 h 3114116"/>
              <a:gd name="connsiteX7" fmla="*/ 310571 w 3175216"/>
              <a:gd name="connsiteY7" fmla="*/ 2274095 h 3114116"/>
              <a:gd name="connsiteX8" fmla="*/ 177222 w 3175216"/>
              <a:gd name="connsiteY8" fmla="*/ 2045495 h 3114116"/>
              <a:gd name="connsiteX9" fmla="*/ 70065 w 3175216"/>
              <a:gd name="connsiteY9" fmla="*/ 1778793 h 3114116"/>
              <a:gd name="connsiteX10" fmla="*/ 98639 w 3175216"/>
              <a:gd name="connsiteY10" fmla="*/ 1762125 h 3114116"/>
              <a:gd name="connsiteX11" fmla="*/ 0 w 3175216"/>
              <a:gd name="connsiteY11" fmla="*/ 1160609 h 3114116"/>
              <a:gd name="connsiteX12" fmla="*/ 334775 w 3175216"/>
              <a:gd name="connsiteY12" fmla="*/ 100902 h 3114116"/>
              <a:gd name="connsiteX13" fmla="*/ 398297 w 3175216"/>
              <a:gd name="connsiteY13" fmla="*/ 15950 h 3114116"/>
              <a:gd name="connsiteX14" fmla="*/ 410738 w 3175216"/>
              <a:gd name="connsiteY14" fmla="*/ 0 h 3114116"/>
              <a:gd name="connsiteX0" fmla="*/ 410738 w 3175216"/>
              <a:gd name="connsiteY0" fmla="*/ 0 h 3114116"/>
              <a:gd name="connsiteX1" fmla="*/ 3175216 w 3175216"/>
              <a:gd name="connsiteY1" fmla="*/ 0 h 3114116"/>
              <a:gd name="connsiteX2" fmla="*/ 3172834 w 3175216"/>
              <a:gd name="connsiteY2" fmla="*/ 2644909 h 3114116"/>
              <a:gd name="connsiteX3" fmla="*/ 3014485 w 3175216"/>
              <a:gd name="connsiteY3" fmla="*/ 2770425 h 3114116"/>
              <a:gd name="connsiteX4" fmla="*/ 1924003 w 3175216"/>
              <a:gd name="connsiteY4" fmla="*/ 3114116 h 3114116"/>
              <a:gd name="connsiteX5" fmla="*/ 1234497 w 3175216"/>
              <a:gd name="connsiteY5" fmla="*/ 2990850 h 3114116"/>
              <a:gd name="connsiteX6" fmla="*/ 624896 w 3175216"/>
              <a:gd name="connsiteY6" fmla="*/ 2626520 h 3114116"/>
              <a:gd name="connsiteX7" fmla="*/ 310571 w 3175216"/>
              <a:gd name="connsiteY7" fmla="*/ 2274095 h 3114116"/>
              <a:gd name="connsiteX8" fmla="*/ 177222 w 3175216"/>
              <a:gd name="connsiteY8" fmla="*/ 2045495 h 3114116"/>
              <a:gd name="connsiteX9" fmla="*/ 70065 w 3175216"/>
              <a:gd name="connsiteY9" fmla="*/ 1778793 h 3114116"/>
              <a:gd name="connsiteX10" fmla="*/ 98639 w 3175216"/>
              <a:gd name="connsiteY10" fmla="*/ 1762125 h 3114116"/>
              <a:gd name="connsiteX11" fmla="*/ 0 w 3175216"/>
              <a:gd name="connsiteY11" fmla="*/ 1160609 h 3114116"/>
              <a:gd name="connsiteX12" fmla="*/ 334775 w 3175216"/>
              <a:gd name="connsiteY12" fmla="*/ 100902 h 3114116"/>
              <a:gd name="connsiteX13" fmla="*/ 398297 w 3175216"/>
              <a:gd name="connsiteY13" fmla="*/ 15950 h 3114116"/>
              <a:gd name="connsiteX14" fmla="*/ 410738 w 3175216"/>
              <a:gd name="connsiteY14" fmla="*/ 0 h 3114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75216" h="3114116">
                <a:moveTo>
                  <a:pt x="410738" y="0"/>
                </a:moveTo>
                <a:lnTo>
                  <a:pt x="3175216" y="0"/>
                </a:lnTo>
                <a:lnTo>
                  <a:pt x="3172834" y="2644909"/>
                </a:lnTo>
                <a:cubicBezTo>
                  <a:pt x="3124808" y="2691511"/>
                  <a:pt x="3067268" y="2728586"/>
                  <a:pt x="3014485" y="2770425"/>
                </a:cubicBezTo>
                <a:cubicBezTo>
                  <a:pt x="2699802" y="2982903"/>
                  <a:pt x="2327596" y="3102210"/>
                  <a:pt x="1924003" y="3114116"/>
                </a:cubicBezTo>
                <a:cubicBezTo>
                  <a:pt x="1532883" y="3098862"/>
                  <a:pt x="1457365" y="3062591"/>
                  <a:pt x="1234497" y="2990850"/>
                </a:cubicBezTo>
                <a:cubicBezTo>
                  <a:pt x="876039" y="2840526"/>
                  <a:pt x="812618" y="2778126"/>
                  <a:pt x="624896" y="2626520"/>
                </a:cubicBezTo>
                <a:cubicBezTo>
                  <a:pt x="428834" y="2442370"/>
                  <a:pt x="398677" y="2397127"/>
                  <a:pt x="310571" y="2274095"/>
                </a:cubicBezTo>
                <a:cubicBezTo>
                  <a:pt x="241514" y="2155826"/>
                  <a:pt x="224847" y="2137173"/>
                  <a:pt x="177222" y="2045495"/>
                </a:cubicBezTo>
                <a:cubicBezTo>
                  <a:pt x="131580" y="1952228"/>
                  <a:pt x="132543" y="1965168"/>
                  <a:pt x="70065" y="1778793"/>
                </a:cubicBezTo>
                <a:cubicBezTo>
                  <a:pt x="79193" y="1768077"/>
                  <a:pt x="55547" y="1788956"/>
                  <a:pt x="98639" y="1762125"/>
                </a:cubicBezTo>
                <a:cubicBezTo>
                  <a:pt x="67912" y="1687668"/>
                  <a:pt x="5888" y="1440258"/>
                  <a:pt x="0" y="1160609"/>
                </a:cubicBezTo>
                <a:cubicBezTo>
                  <a:pt x="12754" y="758095"/>
                  <a:pt x="117417" y="420174"/>
                  <a:pt x="334775" y="100902"/>
                </a:cubicBezTo>
                <a:cubicBezTo>
                  <a:pt x="343469" y="85111"/>
                  <a:pt x="376453" y="43598"/>
                  <a:pt x="398297" y="15950"/>
                </a:cubicBezTo>
                <a:lnTo>
                  <a:pt x="410738" y="0"/>
                </a:lnTo>
                <a:close/>
              </a:path>
            </a:pathLst>
          </a:custGeom>
        </p:spPr>
        <p:txBody>
          <a:bodyPr wrap="square" anchor="ctr">
            <a:noAutofit/>
          </a:bodyPr>
          <a:lstStyle>
            <a:lvl1pPr marL="0" indent="0" algn="ctr">
              <a:buNone/>
              <a:defRPr/>
            </a:lvl1pPr>
          </a:lstStyle>
          <a:p>
            <a:r>
              <a:rPr lang="en-NL"/>
              <a:t>Insert industry </a:t>
            </a:r>
            <a:br>
              <a:rPr lang="en-NL"/>
            </a:br>
            <a:r>
              <a:rPr lang="en-NL"/>
              <a:t>specific picture</a:t>
            </a:r>
            <a:endParaRPr lang="nl-NL"/>
          </a:p>
        </p:txBody>
      </p:sp>
      <p:sp>
        <p:nvSpPr>
          <p:cNvPr id="10" name="AddClassification"/>
          <p:cNvSpPr txBox="1">
            <a:spLocks noChangeArrowheads="1"/>
          </p:cNvSpPr>
          <p:nvPr userDrawn="1"/>
        </p:nvSpPr>
        <p:spPr bwMode="auto">
          <a:xfrm>
            <a:off x="3836864" y="4652163"/>
            <a:ext cx="1470274" cy="215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798"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4" y="1487559"/>
            <a:ext cx="5095835" cy="2168382"/>
          </a:xfrm>
          <a:prstGeom prst="rect">
            <a:avLst/>
          </a:prstGeom>
        </p:spPr>
        <p:txBody>
          <a:bodyPr wrap="square" lIns="0" tIns="0" rIns="0" bIns="0" anchor="ctr">
            <a:spAutoFit/>
          </a:bodyPr>
          <a:lstStyle>
            <a:lvl1pPr>
              <a:lnSpc>
                <a:spcPts val="5611"/>
              </a:lnSpc>
              <a:defRPr sz="4788"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2" y="4037850"/>
            <a:ext cx="1104790" cy="276551"/>
          </a:xfrm>
          <a:prstGeom prst="rect">
            <a:avLst/>
          </a:prstGeom>
          <a:noFill/>
        </p:spPr>
        <p:txBody>
          <a:bodyPr wrap="none" rtlCol="0">
            <a:spAutoFit/>
          </a:bodyPr>
          <a:lstStyle/>
          <a:p>
            <a:pPr algn="l"/>
            <a:r>
              <a:rPr lang="nl-NL" sz="1197" b="0">
                <a:solidFill>
                  <a:srgbClr val="0066A1"/>
                </a:solidFill>
                <a:latin typeface="Verdana" pitchFamily="34" charset="0"/>
                <a:ea typeface="Verdana" pitchFamily="34" charset="0"/>
                <a:cs typeface="Verdana" pitchFamily="34" charset="0"/>
              </a:rPr>
              <a:t>07-04-2023</a:t>
            </a:r>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7"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4">
            <a:extLst>
              <a:ext uri="{96DAC541-7B7A-43D3-8B79-37D633B846F1}">
                <asvg:svgBlip xmlns:asvg="http://schemas.microsoft.com/office/drawing/2016/SVG/main" r:embed="rId5"/>
              </a:ext>
            </a:extLst>
          </a:blip>
          <a:srcRect r="25294" b="23349"/>
          <a:stretch>
            <a:fillRect/>
          </a:stretch>
        </p:blipFill>
        <p:spPr>
          <a:xfrm rot="16200000">
            <a:off x="5516921"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2136534534"/>
      </p:ext>
    </p:extLst>
  </p:cSld>
  <p:clrMapOvr>
    <a:masterClrMapping/>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Agenda 1-8 Sections">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NL"/>
              <a:t>Agenda / Content overview</a:t>
            </a:r>
            <a:endParaRPr lang="en-US"/>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pic>
        <p:nvPicPr>
          <p:cNvPr id="9" name="Graphic 8">
            <a:extLst>
              <a:ext uri="{FF2B5EF4-FFF2-40B4-BE49-F238E27FC236}">
                <a16:creationId xmlns:a16="http://schemas.microsoft.com/office/drawing/2014/main" id="{41026D70-FDDB-40A4-99D3-282DE33063C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31075" y="1118589"/>
            <a:ext cx="295513" cy="591025"/>
          </a:xfrm>
          <a:prstGeom prst="rect">
            <a:avLst/>
          </a:prstGeom>
        </p:spPr>
      </p:pic>
      <p:sp>
        <p:nvSpPr>
          <p:cNvPr id="12" name="Text Placeholder 12">
            <a:extLst>
              <a:ext uri="{FF2B5EF4-FFF2-40B4-BE49-F238E27FC236}">
                <a16:creationId xmlns:a16="http://schemas.microsoft.com/office/drawing/2014/main" id="{A3AC4D2E-1D69-46DC-A756-7DCCBBF0BB5F}"/>
              </a:ext>
            </a:extLst>
          </p:cNvPr>
          <p:cNvSpPr>
            <a:spLocks noGrp="1"/>
          </p:cNvSpPr>
          <p:nvPr>
            <p:ph type="body" sz="quarter" idx="10" hasCustomPrompt="1"/>
          </p:nvPr>
        </p:nvSpPr>
        <p:spPr>
          <a:xfrm>
            <a:off x="1258888" y="1113797"/>
            <a:ext cx="3172622" cy="595815"/>
          </a:xfrm>
        </p:spPr>
        <p:txBody>
          <a:bodyPr/>
          <a:lstStyle>
            <a:lvl1pPr marL="0" marR="0" indent="0" algn="l" defTabSz="912092" rtl="0" eaLnBrk="1" fontAlgn="auto" latinLnBrk="0" hangingPunct="1">
              <a:lnSpc>
                <a:spcPct val="100000"/>
              </a:lnSpc>
              <a:spcBef>
                <a:spcPct val="20000"/>
              </a:spcBef>
              <a:spcAft>
                <a:spcPts val="0"/>
              </a:spcAft>
              <a:buClr>
                <a:schemeClr val="tx2"/>
              </a:buClr>
              <a:buSzTx/>
              <a:buFont typeface="Lucida Sans Unicode" pitchFamily="34" charset="0"/>
              <a:buNone/>
              <a:tabLst/>
              <a:defRPr sz="1795"/>
            </a:lvl1pPr>
          </a:lstStyle>
          <a:p>
            <a:pPr marL="0" marR="0" lvl="0" indent="0" algn="l" defTabSz="912092" rtl="0" eaLnBrk="1" fontAlgn="auto" latinLnBrk="0" hangingPunct="1">
              <a:lnSpc>
                <a:spcPct val="100000"/>
              </a:lnSpc>
              <a:spcBef>
                <a:spcPct val="20000"/>
              </a:spcBef>
              <a:spcAft>
                <a:spcPts val="0"/>
              </a:spcAft>
              <a:buClr>
                <a:schemeClr val="tx2"/>
              </a:buClr>
              <a:buSzTx/>
              <a:buFont typeface="Lucida Sans Unicode" pitchFamily="34" charset="0"/>
              <a:buNone/>
              <a:tabLst/>
              <a:defRPr/>
            </a:pPr>
            <a:r>
              <a:rPr lang="en-NL"/>
              <a:t>To remove numbers:</a:t>
            </a:r>
            <a:endParaRPr lang="en-US"/>
          </a:p>
        </p:txBody>
      </p:sp>
      <p:sp>
        <p:nvSpPr>
          <p:cNvPr id="15" name="Text Placeholder 12">
            <a:extLst>
              <a:ext uri="{FF2B5EF4-FFF2-40B4-BE49-F238E27FC236}">
                <a16:creationId xmlns:a16="http://schemas.microsoft.com/office/drawing/2014/main" id="{6F9C60D7-5B79-49DF-AE1C-5EB6CDA9CE5F}"/>
              </a:ext>
            </a:extLst>
          </p:cNvPr>
          <p:cNvSpPr>
            <a:spLocks noGrp="1"/>
          </p:cNvSpPr>
          <p:nvPr>
            <p:ph type="body" sz="quarter" idx="11" hasCustomPrompt="1"/>
          </p:nvPr>
        </p:nvSpPr>
        <p:spPr>
          <a:xfrm>
            <a:off x="1258888" y="2046358"/>
            <a:ext cx="3172622" cy="591026"/>
          </a:xfrm>
        </p:spPr>
        <p:txBody>
          <a:bodyPr/>
          <a:lstStyle>
            <a:lvl1pPr marL="0" marR="0" indent="0" algn="l" defTabSz="912092" rtl="0" eaLnBrk="1" fontAlgn="auto" latinLnBrk="0" hangingPunct="1">
              <a:lnSpc>
                <a:spcPct val="100000"/>
              </a:lnSpc>
              <a:spcBef>
                <a:spcPct val="20000"/>
              </a:spcBef>
              <a:spcAft>
                <a:spcPts val="0"/>
              </a:spcAft>
              <a:buClr>
                <a:schemeClr val="tx2"/>
              </a:buClr>
              <a:buSzTx/>
              <a:buFont typeface="Lucida Sans Unicode" pitchFamily="34" charset="0"/>
              <a:buNone/>
              <a:tabLst/>
              <a:defRPr sz="1795">
                <a:sym typeface="Wingdings" panose="05000000000000000000" pitchFamily="2" charset="2"/>
              </a:defRPr>
            </a:lvl1pPr>
          </a:lstStyle>
          <a:p>
            <a:pPr marL="0" marR="0" lvl="0" indent="0" algn="l" defTabSz="912092" rtl="0" eaLnBrk="1" fontAlgn="auto" latinLnBrk="0" hangingPunct="1">
              <a:lnSpc>
                <a:spcPct val="100000"/>
              </a:lnSpc>
              <a:spcBef>
                <a:spcPct val="20000"/>
              </a:spcBef>
              <a:spcAft>
                <a:spcPts val="0"/>
              </a:spcAft>
              <a:buClr>
                <a:schemeClr val="tx2"/>
              </a:buClr>
              <a:buSzTx/>
              <a:buFont typeface="Lucida Sans Unicode" pitchFamily="34" charset="0"/>
              <a:buNone/>
              <a:tabLst/>
              <a:defRPr/>
            </a:pPr>
            <a:r>
              <a:rPr lang="en-NL"/>
              <a:t>Go to View  </a:t>
            </a:r>
            <a:r>
              <a:rPr lang="en-NL" err="1"/>
              <a:t>Slidemaster</a:t>
            </a:r>
            <a:r>
              <a:rPr lang="en-NL"/>
              <a:t> ...</a:t>
            </a:r>
            <a:endParaRPr lang="en-US"/>
          </a:p>
          <a:p>
            <a:pPr lvl="0"/>
            <a:endParaRPr lang="en-US"/>
          </a:p>
        </p:txBody>
      </p:sp>
      <p:sp>
        <p:nvSpPr>
          <p:cNvPr id="18" name="Text Placeholder 12">
            <a:extLst>
              <a:ext uri="{FF2B5EF4-FFF2-40B4-BE49-F238E27FC236}">
                <a16:creationId xmlns:a16="http://schemas.microsoft.com/office/drawing/2014/main" id="{70DC97DC-3C13-4382-BBF2-3FE34BA9C760}"/>
              </a:ext>
            </a:extLst>
          </p:cNvPr>
          <p:cNvSpPr>
            <a:spLocks noGrp="1"/>
          </p:cNvSpPr>
          <p:nvPr>
            <p:ph type="body" sz="quarter" idx="12" hasCustomPrompt="1"/>
          </p:nvPr>
        </p:nvSpPr>
        <p:spPr>
          <a:xfrm>
            <a:off x="1254714" y="2974129"/>
            <a:ext cx="3172622" cy="591026"/>
          </a:xfrm>
        </p:spPr>
        <p:txBody>
          <a:bodyPr/>
          <a:lstStyle>
            <a:lvl1pPr marL="0" marR="0" indent="0" algn="l" defTabSz="912092" rtl="0" eaLnBrk="1" fontAlgn="auto" latinLnBrk="0" hangingPunct="1">
              <a:lnSpc>
                <a:spcPct val="100000"/>
              </a:lnSpc>
              <a:spcBef>
                <a:spcPct val="20000"/>
              </a:spcBef>
              <a:spcAft>
                <a:spcPts val="0"/>
              </a:spcAft>
              <a:buClr>
                <a:schemeClr val="tx2"/>
              </a:buClr>
              <a:buSzTx/>
              <a:buFont typeface="Lucida Sans Unicode" pitchFamily="34" charset="0"/>
              <a:buNone/>
              <a:tabLst/>
              <a:defRPr sz="1795"/>
            </a:lvl1pPr>
          </a:lstStyle>
          <a:p>
            <a:pPr marL="0" marR="0" lvl="0" indent="0" algn="l" defTabSz="912092" rtl="0" eaLnBrk="1" fontAlgn="auto" latinLnBrk="0" hangingPunct="1">
              <a:lnSpc>
                <a:spcPct val="100000"/>
              </a:lnSpc>
              <a:spcBef>
                <a:spcPct val="20000"/>
              </a:spcBef>
              <a:spcAft>
                <a:spcPts val="0"/>
              </a:spcAft>
              <a:buClr>
                <a:schemeClr val="tx2"/>
              </a:buClr>
              <a:buSzTx/>
              <a:buFont typeface="Lucida Sans Unicode" pitchFamily="34" charset="0"/>
              <a:buNone/>
              <a:tabLst/>
              <a:defRPr/>
            </a:pPr>
            <a:r>
              <a:rPr lang="en-NL"/>
              <a:t>select the agenda / content slide ...</a:t>
            </a:r>
            <a:endParaRPr lang="en-US"/>
          </a:p>
          <a:p>
            <a:pPr lvl="0"/>
            <a:endParaRPr lang="en-US"/>
          </a:p>
        </p:txBody>
      </p:sp>
      <p:sp>
        <p:nvSpPr>
          <p:cNvPr id="19" name="Text Placeholder 12">
            <a:extLst>
              <a:ext uri="{FF2B5EF4-FFF2-40B4-BE49-F238E27FC236}">
                <a16:creationId xmlns:a16="http://schemas.microsoft.com/office/drawing/2014/main" id="{DC948FCC-4425-4DE2-B50A-8382FBA1F2A6}"/>
              </a:ext>
            </a:extLst>
          </p:cNvPr>
          <p:cNvSpPr>
            <a:spLocks noGrp="1"/>
          </p:cNvSpPr>
          <p:nvPr>
            <p:ph type="body" sz="quarter" idx="13" hasCustomPrompt="1"/>
          </p:nvPr>
        </p:nvSpPr>
        <p:spPr>
          <a:xfrm>
            <a:off x="1254714" y="3909574"/>
            <a:ext cx="3172622" cy="591024"/>
          </a:xfrm>
        </p:spPr>
        <p:txBody>
          <a:bodyPr/>
          <a:lstStyle>
            <a:lvl1pPr marL="0" marR="0" indent="0" algn="l" defTabSz="912092" rtl="0" eaLnBrk="1" fontAlgn="auto" latinLnBrk="0" hangingPunct="1">
              <a:lnSpc>
                <a:spcPct val="100000"/>
              </a:lnSpc>
              <a:spcBef>
                <a:spcPct val="20000"/>
              </a:spcBef>
              <a:spcAft>
                <a:spcPts val="0"/>
              </a:spcAft>
              <a:buClr>
                <a:schemeClr val="tx2"/>
              </a:buClr>
              <a:buSzTx/>
              <a:buFont typeface="Lucida Sans Unicode" pitchFamily="34" charset="0"/>
              <a:buNone/>
              <a:tabLst/>
              <a:defRPr sz="1795"/>
            </a:lvl1pPr>
          </a:lstStyle>
          <a:p>
            <a:pPr marL="0" marR="0" lvl="0" indent="0" algn="l" defTabSz="912092" rtl="0" eaLnBrk="1" fontAlgn="auto" latinLnBrk="0" hangingPunct="1">
              <a:lnSpc>
                <a:spcPct val="100000"/>
              </a:lnSpc>
              <a:spcBef>
                <a:spcPct val="20000"/>
              </a:spcBef>
              <a:spcAft>
                <a:spcPts val="0"/>
              </a:spcAft>
              <a:buClr>
                <a:schemeClr val="tx2"/>
              </a:buClr>
              <a:buSzTx/>
              <a:buFont typeface="Lucida Sans Unicode" pitchFamily="34" charset="0"/>
              <a:buNone/>
              <a:tabLst/>
              <a:defRPr/>
            </a:pPr>
            <a:r>
              <a:rPr lang="en-NL"/>
              <a:t>and remove the numbers you don’t need</a:t>
            </a:r>
            <a:endParaRPr lang="en-US"/>
          </a:p>
          <a:p>
            <a:pPr lvl="0"/>
            <a:endParaRPr lang="en-US"/>
          </a:p>
        </p:txBody>
      </p:sp>
      <p:sp>
        <p:nvSpPr>
          <p:cNvPr id="14" name="Text Placeholder 12">
            <a:extLst>
              <a:ext uri="{FF2B5EF4-FFF2-40B4-BE49-F238E27FC236}">
                <a16:creationId xmlns:a16="http://schemas.microsoft.com/office/drawing/2014/main" id="{9380701D-25F9-4C8A-9384-0031CCA05FE6}"/>
              </a:ext>
            </a:extLst>
          </p:cNvPr>
          <p:cNvSpPr>
            <a:spLocks noGrp="1"/>
          </p:cNvSpPr>
          <p:nvPr>
            <p:ph type="body" sz="quarter" idx="14" hasCustomPrompt="1"/>
          </p:nvPr>
        </p:nvSpPr>
        <p:spPr>
          <a:xfrm>
            <a:off x="5727655" y="1113797"/>
            <a:ext cx="3169097" cy="595815"/>
          </a:xfrm>
        </p:spPr>
        <p:txBody>
          <a:bodyPr/>
          <a:lstStyle>
            <a:lvl1pPr marL="0" indent="0">
              <a:buNone/>
              <a:defRPr sz="1795"/>
            </a:lvl1pPr>
          </a:lstStyle>
          <a:p>
            <a:pPr lvl="0"/>
            <a:r>
              <a:rPr lang="en-NL"/>
              <a:t>To add slide with numbers 9-16:</a:t>
            </a:r>
          </a:p>
        </p:txBody>
      </p:sp>
      <p:sp>
        <p:nvSpPr>
          <p:cNvPr id="23" name="Text Placeholder 12">
            <a:extLst>
              <a:ext uri="{FF2B5EF4-FFF2-40B4-BE49-F238E27FC236}">
                <a16:creationId xmlns:a16="http://schemas.microsoft.com/office/drawing/2014/main" id="{EB3B7346-D5F6-4B92-83FF-C76D31412FC3}"/>
              </a:ext>
            </a:extLst>
          </p:cNvPr>
          <p:cNvSpPr>
            <a:spLocks noGrp="1"/>
          </p:cNvSpPr>
          <p:nvPr>
            <p:ph type="body" sz="quarter" idx="15" hasCustomPrompt="1"/>
          </p:nvPr>
        </p:nvSpPr>
        <p:spPr>
          <a:xfrm>
            <a:off x="5724129" y="2046355"/>
            <a:ext cx="3172622" cy="591026"/>
          </a:xfrm>
        </p:spPr>
        <p:txBody>
          <a:bodyPr/>
          <a:lstStyle>
            <a:lvl1pPr marL="0" indent="0">
              <a:buNone/>
              <a:defRPr sz="1795">
                <a:sym typeface="Wingdings" panose="05000000000000000000" pitchFamily="2" charset="2"/>
              </a:defRPr>
            </a:lvl1pPr>
          </a:lstStyle>
          <a:p>
            <a:pPr lvl="0"/>
            <a:r>
              <a:rPr lang="en-NL"/>
              <a:t>Right mouse click on thumbnail on the left ...</a:t>
            </a:r>
          </a:p>
        </p:txBody>
      </p:sp>
      <p:pic>
        <p:nvPicPr>
          <p:cNvPr id="39" name="Graphic 38">
            <a:extLst>
              <a:ext uri="{FF2B5EF4-FFF2-40B4-BE49-F238E27FC236}">
                <a16:creationId xmlns:a16="http://schemas.microsoft.com/office/drawing/2014/main" id="{A03669D8-09A2-4B18-A0D1-79D828F937E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5344" y="2997203"/>
            <a:ext cx="386977" cy="580465"/>
          </a:xfrm>
          <a:prstGeom prst="rect">
            <a:avLst/>
          </a:prstGeom>
        </p:spPr>
      </p:pic>
      <p:pic>
        <p:nvPicPr>
          <p:cNvPr id="40" name="Graphic 39">
            <a:extLst>
              <a:ext uri="{FF2B5EF4-FFF2-40B4-BE49-F238E27FC236}">
                <a16:creationId xmlns:a16="http://schemas.microsoft.com/office/drawing/2014/main" id="{C5C264CC-6B76-4C47-8A0D-CB245956A456}"/>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781787" y="1137942"/>
            <a:ext cx="443267" cy="591023"/>
          </a:xfrm>
          <a:prstGeom prst="rect">
            <a:avLst/>
          </a:prstGeom>
        </p:spPr>
      </p:pic>
      <p:pic>
        <p:nvPicPr>
          <p:cNvPr id="41" name="Graphic 40">
            <a:extLst>
              <a:ext uri="{FF2B5EF4-FFF2-40B4-BE49-F238E27FC236}">
                <a16:creationId xmlns:a16="http://schemas.microsoft.com/office/drawing/2014/main" id="{D7B61E9D-A57C-419B-9A96-F8E9818B0737}"/>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357196" y="2069924"/>
            <a:ext cx="443268" cy="591024"/>
          </a:xfrm>
          <a:prstGeom prst="rect">
            <a:avLst/>
          </a:prstGeom>
        </p:spPr>
      </p:pic>
      <p:pic>
        <p:nvPicPr>
          <p:cNvPr id="42" name="Graphic 41">
            <a:extLst>
              <a:ext uri="{FF2B5EF4-FFF2-40B4-BE49-F238E27FC236}">
                <a16:creationId xmlns:a16="http://schemas.microsoft.com/office/drawing/2014/main" id="{D8004EB8-A38C-4302-90B4-A01AC4779C5E}"/>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4781787" y="2031886"/>
            <a:ext cx="434911" cy="652367"/>
          </a:xfrm>
          <a:prstGeom prst="rect">
            <a:avLst/>
          </a:prstGeom>
        </p:spPr>
      </p:pic>
      <p:pic>
        <p:nvPicPr>
          <p:cNvPr id="43" name="Graphic 42">
            <a:extLst>
              <a:ext uri="{FF2B5EF4-FFF2-40B4-BE49-F238E27FC236}">
                <a16:creationId xmlns:a16="http://schemas.microsoft.com/office/drawing/2014/main" id="{9667F0AD-6E7F-4B93-B35F-84EA2253D960}"/>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324905" y="3909577"/>
            <a:ext cx="443267" cy="591023"/>
          </a:xfrm>
          <a:prstGeom prst="rect">
            <a:avLst/>
          </a:prstGeom>
        </p:spPr>
      </p:pic>
      <p:sp>
        <p:nvSpPr>
          <p:cNvPr id="25" name="Slide Number Placeholder 5">
            <a:extLst>
              <a:ext uri="{FF2B5EF4-FFF2-40B4-BE49-F238E27FC236}">
                <a16:creationId xmlns:a16="http://schemas.microsoft.com/office/drawing/2014/main" id="{33629CB2-75D5-491E-9C9E-EAC6CE0966E8}"/>
              </a:ext>
            </a:extLst>
          </p:cNvPr>
          <p:cNvSpPr>
            <a:spLocks noGrp="1"/>
          </p:cNvSpPr>
          <p:nvPr>
            <p:ph type="sldNum" sz="quarter" idx="4"/>
          </p:nvPr>
        </p:nvSpPr>
        <p:spPr>
          <a:xfrm>
            <a:off x="4350366" y="4782570"/>
            <a:ext cx="443268" cy="216025"/>
          </a:xfrm>
          <a:prstGeom prst="rect">
            <a:avLst/>
          </a:prstGeom>
        </p:spPr>
        <p:txBody>
          <a:bodyPr vert="horz" lIns="91440" tIns="45720" rIns="91440" bIns="45720" rtlCol="0" anchor="ctr"/>
          <a:lstStyle>
            <a:lvl1pPr algn="ctr">
              <a:defRPr sz="998">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456477753"/>
      </p:ext>
    </p:extLst>
  </p:cSld>
  <p:clrMapOvr>
    <a:masterClrMapping/>
  </p:clrMapOvr>
  <p:hf hdr="0" ftr="0" dt="0"/>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Agenda 9-16 Sections">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28" name="Text Placeholder 12">
            <a:extLst>
              <a:ext uri="{FF2B5EF4-FFF2-40B4-BE49-F238E27FC236}">
                <a16:creationId xmlns:a16="http://schemas.microsoft.com/office/drawing/2014/main" id="{3284404B-3F79-4257-81CB-2B330A929665}"/>
              </a:ext>
            </a:extLst>
          </p:cNvPr>
          <p:cNvSpPr>
            <a:spLocks noGrp="1"/>
          </p:cNvSpPr>
          <p:nvPr>
            <p:ph type="body" sz="quarter" idx="18"/>
          </p:nvPr>
        </p:nvSpPr>
        <p:spPr>
          <a:xfrm>
            <a:off x="1262414" y="1112885"/>
            <a:ext cx="3169097" cy="595815"/>
          </a:xfrm>
        </p:spPr>
        <p:txBody>
          <a:bodyPr/>
          <a:lstStyle>
            <a:lvl1pPr marL="0" indent="0">
              <a:buNone/>
              <a:defRPr sz="1795"/>
            </a:lvl1pPr>
          </a:lstStyle>
          <a:p>
            <a:pPr lvl="0"/>
            <a:r>
              <a:rPr lang="en-US"/>
              <a:t>Click to edit Master text styles</a:t>
            </a:r>
          </a:p>
        </p:txBody>
      </p:sp>
      <p:sp>
        <p:nvSpPr>
          <p:cNvPr id="29" name="Text Placeholder 12">
            <a:extLst>
              <a:ext uri="{FF2B5EF4-FFF2-40B4-BE49-F238E27FC236}">
                <a16:creationId xmlns:a16="http://schemas.microsoft.com/office/drawing/2014/main" id="{91D5B5D9-B2F4-4F00-A467-D8610B8A591C}"/>
              </a:ext>
            </a:extLst>
          </p:cNvPr>
          <p:cNvSpPr>
            <a:spLocks noGrp="1"/>
          </p:cNvSpPr>
          <p:nvPr>
            <p:ph type="body" sz="quarter" idx="19"/>
          </p:nvPr>
        </p:nvSpPr>
        <p:spPr>
          <a:xfrm>
            <a:off x="1262414" y="2045446"/>
            <a:ext cx="3169097" cy="591026"/>
          </a:xfrm>
        </p:spPr>
        <p:txBody>
          <a:bodyPr/>
          <a:lstStyle>
            <a:lvl1pPr marL="0" indent="0">
              <a:buNone/>
              <a:defRPr sz="1795"/>
            </a:lvl1pPr>
          </a:lstStyle>
          <a:p>
            <a:pPr lvl="0"/>
            <a:r>
              <a:rPr lang="en-US"/>
              <a:t>Click to edit Master text styles</a:t>
            </a:r>
          </a:p>
        </p:txBody>
      </p:sp>
      <p:sp>
        <p:nvSpPr>
          <p:cNvPr id="30" name="Text Placeholder 12">
            <a:extLst>
              <a:ext uri="{FF2B5EF4-FFF2-40B4-BE49-F238E27FC236}">
                <a16:creationId xmlns:a16="http://schemas.microsoft.com/office/drawing/2014/main" id="{D75393F5-F8CD-4C19-85FF-DA0D8CD81504}"/>
              </a:ext>
            </a:extLst>
          </p:cNvPr>
          <p:cNvSpPr>
            <a:spLocks noGrp="1"/>
          </p:cNvSpPr>
          <p:nvPr>
            <p:ph type="body" sz="quarter" idx="20"/>
          </p:nvPr>
        </p:nvSpPr>
        <p:spPr>
          <a:xfrm>
            <a:off x="1258239" y="2973217"/>
            <a:ext cx="3169097" cy="591026"/>
          </a:xfrm>
        </p:spPr>
        <p:txBody>
          <a:bodyPr/>
          <a:lstStyle>
            <a:lvl1pPr marL="0" indent="0">
              <a:buNone/>
              <a:defRPr sz="1795"/>
            </a:lvl1pPr>
          </a:lstStyle>
          <a:p>
            <a:pPr lvl="0"/>
            <a:r>
              <a:rPr lang="en-US"/>
              <a:t>Click to edit Master text styles</a:t>
            </a:r>
          </a:p>
        </p:txBody>
      </p:sp>
      <p:sp>
        <p:nvSpPr>
          <p:cNvPr id="31" name="Text Placeholder 12">
            <a:extLst>
              <a:ext uri="{FF2B5EF4-FFF2-40B4-BE49-F238E27FC236}">
                <a16:creationId xmlns:a16="http://schemas.microsoft.com/office/drawing/2014/main" id="{C8341FA6-E507-426D-A738-B6343356F47C}"/>
              </a:ext>
            </a:extLst>
          </p:cNvPr>
          <p:cNvSpPr>
            <a:spLocks noGrp="1"/>
          </p:cNvSpPr>
          <p:nvPr>
            <p:ph type="body" sz="quarter" idx="21"/>
          </p:nvPr>
        </p:nvSpPr>
        <p:spPr>
          <a:xfrm>
            <a:off x="5727655" y="1110488"/>
            <a:ext cx="3169097" cy="595815"/>
          </a:xfrm>
        </p:spPr>
        <p:txBody>
          <a:bodyPr/>
          <a:lstStyle>
            <a:lvl1pPr marL="0" indent="0">
              <a:buNone/>
              <a:defRPr sz="1795"/>
            </a:lvl1pPr>
          </a:lstStyle>
          <a:p>
            <a:pPr lvl="0"/>
            <a:r>
              <a:rPr lang="en-US"/>
              <a:t>Click to edit Master text styles</a:t>
            </a:r>
          </a:p>
        </p:txBody>
      </p:sp>
      <p:sp>
        <p:nvSpPr>
          <p:cNvPr id="32" name="Text Placeholder 12">
            <a:extLst>
              <a:ext uri="{FF2B5EF4-FFF2-40B4-BE49-F238E27FC236}">
                <a16:creationId xmlns:a16="http://schemas.microsoft.com/office/drawing/2014/main" id="{15B0DA73-4387-40AC-8352-82A6B495866E}"/>
              </a:ext>
            </a:extLst>
          </p:cNvPr>
          <p:cNvSpPr>
            <a:spLocks noGrp="1"/>
          </p:cNvSpPr>
          <p:nvPr>
            <p:ph type="body" sz="quarter" idx="22"/>
          </p:nvPr>
        </p:nvSpPr>
        <p:spPr>
          <a:xfrm>
            <a:off x="5727654" y="2040656"/>
            <a:ext cx="3169097" cy="595815"/>
          </a:xfrm>
        </p:spPr>
        <p:txBody>
          <a:bodyPr/>
          <a:lstStyle>
            <a:lvl1pPr marL="0" indent="0">
              <a:buNone/>
              <a:defRPr sz="1795"/>
            </a:lvl1pPr>
          </a:lstStyle>
          <a:p>
            <a:pPr lvl="0"/>
            <a:r>
              <a:rPr lang="en-US"/>
              <a:t>Click to edit Master text styles</a:t>
            </a:r>
          </a:p>
        </p:txBody>
      </p:sp>
      <p:sp>
        <p:nvSpPr>
          <p:cNvPr id="39" name="Text Placeholder 12">
            <a:extLst>
              <a:ext uri="{FF2B5EF4-FFF2-40B4-BE49-F238E27FC236}">
                <a16:creationId xmlns:a16="http://schemas.microsoft.com/office/drawing/2014/main" id="{880C2CFF-E59C-4EB3-90A3-F659F958534F}"/>
              </a:ext>
            </a:extLst>
          </p:cNvPr>
          <p:cNvSpPr>
            <a:spLocks noGrp="1"/>
          </p:cNvSpPr>
          <p:nvPr>
            <p:ph type="body" sz="quarter" idx="23"/>
          </p:nvPr>
        </p:nvSpPr>
        <p:spPr>
          <a:xfrm>
            <a:off x="5729058" y="2970824"/>
            <a:ext cx="3169097" cy="595815"/>
          </a:xfrm>
        </p:spPr>
        <p:txBody>
          <a:bodyPr/>
          <a:lstStyle>
            <a:lvl1pPr marL="0" indent="0">
              <a:buNone/>
              <a:defRPr sz="1795"/>
            </a:lvl1pPr>
          </a:lstStyle>
          <a:p>
            <a:pPr lvl="0"/>
            <a:r>
              <a:rPr lang="en-US"/>
              <a:t>Click to edit Master text styles</a:t>
            </a:r>
          </a:p>
        </p:txBody>
      </p:sp>
      <p:sp>
        <p:nvSpPr>
          <p:cNvPr id="41" name="Text Placeholder 12">
            <a:extLst>
              <a:ext uri="{FF2B5EF4-FFF2-40B4-BE49-F238E27FC236}">
                <a16:creationId xmlns:a16="http://schemas.microsoft.com/office/drawing/2014/main" id="{189F2D7D-37BD-4C80-A430-3E94241810CF}"/>
              </a:ext>
            </a:extLst>
          </p:cNvPr>
          <p:cNvSpPr>
            <a:spLocks noGrp="1"/>
          </p:cNvSpPr>
          <p:nvPr>
            <p:ph type="body" sz="quarter" idx="24"/>
          </p:nvPr>
        </p:nvSpPr>
        <p:spPr>
          <a:xfrm>
            <a:off x="1258239" y="3896927"/>
            <a:ext cx="3169097" cy="595815"/>
          </a:xfrm>
        </p:spPr>
        <p:txBody>
          <a:bodyPr/>
          <a:lstStyle>
            <a:lvl1pPr marL="0" indent="0">
              <a:buNone/>
              <a:defRPr sz="1795"/>
            </a:lvl1pPr>
          </a:lstStyle>
          <a:p>
            <a:pPr lvl="0"/>
            <a:r>
              <a:rPr lang="en-US"/>
              <a:t>Click to edit Master text styles</a:t>
            </a:r>
          </a:p>
        </p:txBody>
      </p:sp>
      <p:pic>
        <p:nvPicPr>
          <p:cNvPr id="25" name="Graphic 24">
            <a:extLst>
              <a:ext uri="{FF2B5EF4-FFF2-40B4-BE49-F238E27FC236}">
                <a16:creationId xmlns:a16="http://schemas.microsoft.com/office/drawing/2014/main" id="{02B3DA78-DE38-47A6-844C-ACB6D922999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810399" y="1117367"/>
            <a:ext cx="738779" cy="664901"/>
          </a:xfrm>
          <a:prstGeom prst="rect">
            <a:avLst/>
          </a:prstGeom>
        </p:spPr>
      </p:pic>
      <p:pic>
        <p:nvPicPr>
          <p:cNvPr id="26" name="Graphic 25">
            <a:extLst>
              <a:ext uri="{FF2B5EF4-FFF2-40B4-BE49-F238E27FC236}">
                <a16:creationId xmlns:a16="http://schemas.microsoft.com/office/drawing/2014/main" id="{777290AC-6C6B-417B-9CC8-798C2272CE1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810399" y="2042929"/>
            <a:ext cx="738779" cy="595434"/>
          </a:xfrm>
          <a:prstGeom prst="rect">
            <a:avLst/>
          </a:prstGeom>
        </p:spPr>
      </p:pic>
      <p:pic>
        <p:nvPicPr>
          <p:cNvPr id="34" name="Graphic 33">
            <a:extLst>
              <a:ext uri="{FF2B5EF4-FFF2-40B4-BE49-F238E27FC236}">
                <a16:creationId xmlns:a16="http://schemas.microsoft.com/office/drawing/2014/main" id="{7E924C9E-FAC6-48C2-B566-2604ABAD45F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370431" y="1110490"/>
            <a:ext cx="434911" cy="652367"/>
          </a:xfrm>
          <a:prstGeom prst="rect">
            <a:avLst/>
          </a:prstGeom>
        </p:spPr>
      </p:pic>
      <p:pic>
        <p:nvPicPr>
          <p:cNvPr id="35" name="Graphic 34">
            <a:extLst>
              <a:ext uri="{FF2B5EF4-FFF2-40B4-BE49-F238E27FC236}">
                <a16:creationId xmlns:a16="http://schemas.microsoft.com/office/drawing/2014/main" id="{B9EFF9A0-7DB9-43A0-9F2B-79F2BC29C082}"/>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357431" y="2056075"/>
            <a:ext cx="788031" cy="591023"/>
          </a:xfrm>
          <a:prstGeom prst="rect">
            <a:avLst/>
          </a:prstGeom>
        </p:spPr>
      </p:pic>
      <p:pic>
        <p:nvPicPr>
          <p:cNvPr id="36" name="Graphic 35">
            <a:extLst>
              <a:ext uri="{FF2B5EF4-FFF2-40B4-BE49-F238E27FC236}">
                <a16:creationId xmlns:a16="http://schemas.microsoft.com/office/drawing/2014/main" id="{3F465E69-BAE1-4B71-B304-F3784FD1ACA6}"/>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357432" y="2973221"/>
            <a:ext cx="664901" cy="591023"/>
          </a:xfrm>
          <a:prstGeom prst="rect">
            <a:avLst/>
          </a:prstGeom>
        </p:spPr>
      </p:pic>
      <p:pic>
        <p:nvPicPr>
          <p:cNvPr id="37" name="Graphic 36">
            <a:extLst>
              <a:ext uri="{FF2B5EF4-FFF2-40B4-BE49-F238E27FC236}">
                <a16:creationId xmlns:a16="http://schemas.microsoft.com/office/drawing/2014/main" id="{E731295D-62CE-4538-AF76-6E9D253FF4CF}"/>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357432" y="3902713"/>
            <a:ext cx="738779" cy="591023"/>
          </a:xfrm>
          <a:prstGeom prst="rect">
            <a:avLst/>
          </a:prstGeom>
        </p:spPr>
      </p:pic>
      <p:pic>
        <p:nvPicPr>
          <p:cNvPr id="38" name="Graphic 37">
            <a:extLst>
              <a:ext uri="{FF2B5EF4-FFF2-40B4-BE49-F238E27FC236}">
                <a16:creationId xmlns:a16="http://schemas.microsoft.com/office/drawing/2014/main" id="{FC973B11-0531-46B4-9715-41939ACCB606}"/>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4821920" y="2973221"/>
            <a:ext cx="715735" cy="591023"/>
          </a:xfrm>
          <a:prstGeom prst="rect">
            <a:avLst/>
          </a:prstGeom>
        </p:spPr>
      </p:pic>
      <p:pic>
        <p:nvPicPr>
          <p:cNvPr id="20" name="Graphic 19">
            <a:extLst>
              <a:ext uri="{FF2B5EF4-FFF2-40B4-BE49-F238E27FC236}">
                <a16:creationId xmlns:a16="http://schemas.microsoft.com/office/drawing/2014/main" id="{A34A5644-DDB9-494C-AE6E-DF6081A6208A}"/>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4821919" y="3891765"/>
            <a:ext cx="763406" cy="600979"/>
          </a:xfrm>
          <a:prstGeom prst="rect">
            <a:avLst/>
          </a:prstGeom>
        </p:spPr>
      </p:pic>
      <p:sp>
        <p:nvSpPr>
          <p:cNvPr id="21" name="Text Placeholder 12">
            <a:extLst>
              <a:ext uri="{FF2B5EF4-FFF2-40B4-BE49-F238E27FC236}">
                <a16:creationId xmlns:a16="http://schemas.microsoft.com/office/drawing/2014/main" id="{3CBA0135-CDF0-48C9-8FF1-6DDCB15771BE}"/>
              </a:ext>
            </a:extLst>
          </p:cNvPr>
          <p:cNvSpPr>
            <a:spLocks noGrp="1"/>
          </p:cNvSpPr>
          <p:nvPr>
            <p:ph type="body" sz="quarter" idx="25"/>
          </p:nvPr>
        </p:nvSpPr>
        <p:spPr>
          <a:xfrm>
            <a:off x="5727653" y="3896927"/>
            <a:ext cx="3169097" cy="595815"/>
          </a:xfrm>
        </p:spPr>
        <p:txBody>
          <a:bodyPr/>
          <a:lstStyle>
            <a:lvl1pPr marL="0" indent="0">
              <a:buNone/>
              <a:defRPr sz="1795"/>
            </a:lvl1pPr>
          </a:lstStyle>
          <a:p>
            <a:pPr lvl="0"/>
            <a:r>
              <a:rPr lang="en-US"/>
              <a:t>Click to edit Master text styles</a:t>
            </a:r>
          </a:p>
        </p:txBody>
      </p:sp>
      <p:sp>
        <p:nvSpPr>
          <p:cNvPr id="23" name="Slide Number Placeholder 5">
            <a:extLst>
              <a:ext uri="{FF2B5EF4-FFF2-40B4-BE49-F238E27FC236}">
                <a16:creationId xmlns:a16="http://schemas.microsoft.com/office/drawing/2014/main" id="{8283574A-9DA1-417F-AC4F-CEFF859CBFAD}"/>
              </a:ext>
            </a:extLst>
          </p:cNvPr>
          <p:cNvSpPr txBox="1">
            <a:spLocks/>
          </p:cNvSpPr>
          <p:nvPr userDrawn="1"/>
        </p:nvSpPr>
        <p:spPr>
          <a:xfrm>
            <a:off x="4350366" y="4782570"/>
            <a:ext cx="443268" cy="216025"/>
          </a:xfrm>
          <a:prstGeom prst="rect">
            <a:avLst/>
          </a:prstGeom>
        </p:spPr>
        <p:txBody>
          <a:bodyPr vert="horz" lIns="91214" tIns="45607" rIns="91214" bIns="45607" rtlCol="0" anchor="ctr"/>
          <a:lstStyle>
            <a:defPPr>
              <a:defRPr lang="en-US"/>
            </a:defPPr>
            <a:lvl1pPr marL="0" algn="ctr" defTabSz="914400" rtl="0" eaLnBrk="1" latinLnBrk="0" hangingPunct="1">
              <a:defRPr sz="10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F489CC-3B7A-4DA5-A8C0-4984788D0EC5}" type="slidenum">
              <a:rPr lang="nl-NL" sz="998" smtClean="0"/>
              <a:pPr/>
              <a:t>‹#›</a:t>
            </a:fld>
            <a:endParaRPr lang="nl-NL" sz="998"/>
          </a:p>
        </p:txBody>
      </p:sp>
    </p:spTree>
    <p:extLst>
      <p:ext uri="{BB962C8B-B14F-4D97-AF65-F5344CB8AC3E}">
        <p14:creationId xmlns:p14="http://schemas.microsoft.com/office/powerpoint/2010/main" val="3613020124"/>
      </p:ext>
    </p:extLst>
  </p:cSld>
  <p:clrMapOvr>
    <a:masterClrMapping/>
  </p:clrMapOvr>
  <p:hf hdr="0" ftr="0" dt="0"/>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40300" y="987574"/>
            <a:ext cx="8748000" cy="3638304"/>
          </a:xfrm>
          <a:prstGeom prst="rect">
            <a:avLst/>
          </a:prstGeom>
        </p:spPr>
        <p:txBody>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7" name="Slide Number Placeholder 5">
            <a:extLst>
              <a:ext uri="{FF2B5EF4-FFF2-40B4-BE49-F238E27FC236}">
                <a16:creationId xmlns:a16="http://schemas.microsoft.com/office/drawing/2014/main" id="{A62A407F-2169-4875-8781-38A7B064164B}"/>
              </a:ext>
            </a:extLst>
          </p:cNvPr>
          <p:cNvSpPr>
            <a:spLocks noGrp="1"/>
          </p:cNvSpPr>
          <p:nvPr>
            <p:ph type="sldNum" sz="quarter" idx="4"/>
          </p:nvPr>
        </p:nvSpPr>
        <p:spPr>
          <a:xfrm>
            <a:off x="4350366" y="4782570"/>
            <a:ext cx="443268" cy="216025"/>
          </a:xfrm>
          <a:prstGeom prst="rect">
            <a:avLst/>
          </a:prstGeom>
        </p:spPr>
        <p:txBody>
          <a:bodyPr vert="horz" lIns="91440" tIns="45720" rIns="91440" bIns="45720" rtlCol="0" anchor="ctr"/>
          <a:lstStyle>
            <a:lvl1pPr algn="ctr">
              <a:defRPr sz="998">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102544132"/>
      </p:ext>
    </p:extLst>
  </p:cSld>
  <p:clrMapOvr>
    <a:masterClrMapping/>
  </p:clrMapOvr>
  <p:hf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Slide - 2 colum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40301" y="987574"/>
            <a:ext cx="4239890" cy="3638304"/>
          </a:xfrm>
          <a:prstGeom prst="rect">
            <a:avLst/>
          </a:prstGeom>
        </p:spPr>
        <p:txBody>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7" name="Content Placeholder 2">
            <a:extLst>
              <a:ext uri="{FF2B5EF4-FFF2-40B4-BE49-F238E27FC236}">
                <a16:creationId xmlns:a16="http://schemas.microsoft.com/office/drawing/2014/main" id="{A16EED14-0D0C-4A25-868B-368743F11E8A}"/>
              </a:ext>
            </a:extLst>
          </p:cNvPr>
          <p:cNvSpPr>
            <a:spLocks noGrp="1"/>
          </p:cNvSpPr>
          <p:nvPr>
            <p:ph idx="10" hasCustomPrompt="1"/>
          </p:nvPr>
        </p:nvSpPr>
        <p:spPr>
          <a:xfrm>
            <a:off x="4663811" y="987051"/>
            <a:ext cx="4300677" cy="3638304"/>
          </a:xfrm>
          <a:prstGeom prst="rect">
            <a:avLst/>
          </a:prstGeom>
        </p:spPr>
        <p:txBody>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8" name="Slide Number Placeholder 5">
            <a:extLst>
              <a:ext uri="{FF2B5EF4-FFF2-40B4-BE49-F238E27FC236}">
                <a16:creationId xmlns:a16="http://schemas.microsoft.com/office/drawing/2014/main" id="{BDDC86C3-F326-4D25-B7CD-94E36F4B07E8}"/>
              </a:ext>
            </a:extLst>
          </p:cNvPr>
          <p:cNvSpPr>
            <a:spLocks noGrp="1"/>
          </p:cNvSpPr>
          <p:nvPr>
            <p:ph type="sldNum" sz="quarter" idx="4"/>
          </p:nvPr>
        </p:nvSpPr>
        <p:spPr>
          <a:xfrm>
            <a:off x="4350366" y="4782570"/>
            <a:ext cx="443268" cy="216025"/>
          </a:xfrm>
          <a:prstGeom prst="rect">
            <a:avLst/>
          </a:prstGeom>
        </p:spPr>
        <p:txBody>
          <a:bodyPr vert="horz" lIns="91440" tIns="45720" rIns="91440" bIns="45720" rtlCol="0" anchor="ctr"/>
          <a:lstStyle>
            <a:lvl1pPr algn="ctr">
              <a:defRPr sz="998">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573820616"/>
      </p:ext>
    </p:extLst>
  </p:cSld>
  <p:clrMapOvr>
    <a:masterClrMapping/>
  </p:clrMapOvr>
  <p:hf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Slide - 3 colum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40300" y="987574"/>
            <a:ext cx="2819532" cy="3638304"/>
          </a:xfrm>
          <a:prstGeom prst="rect">
            <a:avLst/>
          </a:prstGeom>
        </p:spPr>
        <p:txBody>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8" name="Content Placeholder 2">
            <a:extLst>
              <a:ext uri="{FF2B5EF4-FFF2-40B4-BE49-F238E27FC236}">
                <a16:creationId xmlns:a16="http://schemas.microsoft.com/office/drawing/2014/main" id="{4FB9CBDF-DFD2-4DB3-8A4C-EF9ABF34CB04}"/>
              </a:ext>
            </a:extLst>
          </p:cNvPr>
          <p:cNvSpPr>
            <a:spLocks noGrp="1"/>
          </p:cNvSpPr>
          <p:nvPr>
            <p:ph idx="10" hasCustomPrompt="1"/>
          </p:nvPr>
        </p:nvSpPr>
        <p:spPr>
          <a:xfrm>
            <a:off x="3192628" y="987574"/>
            <a:ext cx="2819532" cy="3638304"/>
          </a:xfrm>
          <a:prstGeom prst="rect">
            <a:avLst/>
          </a:prstGeom>
        </p:spPr>
        <p:txBody>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9" name="Content Placeholder 2">
            <a:extLst>
              <a:ext uri="{FF2B5EF4-FFF2-40B4-BE49-F238E27FC236}">
                <a16:creationId xmlns:a16="http://schemas.microsoft.com/office/drawing/2014/main" id="{B9F64145-7039-476B-A5DB-C86F6BD53D8B}"/>
              </a:ext>
            </a:extLst>
          </p:cNvPr>
          <p:cNvSpPr>
            <a:spLocks noGrp="1"/>
          </p:cNvSpPr>
          <p:nvPr>
            <p:ph idx="11" hasCustomPrompt="1"/>
          </p:nvPr>
        </p:nvSpPr>
        <p:spPr>
          <a:xfrm>
            <a:off x="6144956" y="987574"/>
            <a:ext cx="2819532" cy="3638304"/>
          </a:xfrm>
          <a:prstGeom prst="rect">
            <a:avLst/>
          </a:prstGeom>
        </p:spPr>
        <p:txBody>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11" name="Slide Number Placeholder 5">
            <a:extLst>
              <a:ext uri="{FF2B5EF4-FFF2-40B4-BE49-F238E27FC236}">
                <a16:creationId xmlns:a16="http://schemas.microsoft.com/office/drawing/2014/main" id="{D2302937-F515-409D-8551-09EA51F95BD9}"/>
              </a:ext>
            </a:extLst>
          </p:cNvPr>
          <p:cNvSpPr>
            <a:spLocks noGrp="1"/>
          </p:cNvSpPr>
          <p:nvPr>
            <p:ph type="sldNum" sz="quarter" idx="4"/>
          </p:nvPr>
        </p:nvSpPr>
        <p:spPr>
          <a:xfrm>
            <a:off x="4350366" y="4782570"/>
            <a:ext cx="443268" cy="216025"/>
          </a:xfrm>
          <a:prstGeom prst="rect">
            <a:avLst/>
          </a:prstGeom>
        </p:spPr>
        <p:txBody>
          <a:bodyPr vert="horz" lIns="91440" tIns="45720" rIns="91440" bIns="45720" rtlCol="0" anchor="ctr"/>
          <a:lstStyle>
            <a:lvl1pPr algn="ctr">
              <a:defRPr sz="998">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4143799013"/>
      </p:ext>
    </p:extLst>
  </p:cSld>
  <p:clrMapOvr>
    <a:masterClrMapping/>
  </p:clrMapOvr>
  <p:hf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slide - 2 column (coloured)">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40300" y="987574"/>
            <a:ext cx="3899652" cy="3638304"/>
          </a:xfrm>
          <a:prstGeom prst="rect">
            <a:avLst/>
          </a:prstGeom>
        </p:spPr>
        <p:txBody>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14" name="Freeform: Shape 13">
            <a:extLst>
              <a:ext uri="{FF2B5EF4-FFF2-40B4-BE49-F238E27FC236}">
                <a16:creationId xmlns:a16="http://schemas.microsoft.com/office/drawing/2014/main" id="{109AD642-4DB2-4E8B-91D4-10E75D27F18C}"/>
              </a:ext>
            </a:extLst>
          </p:cNvPr>
          <p:cNvSpPr/>
          <p:nvPr userDrawn="1"/>
        </p:nvSpPr>
        <p:spPr>
          <a:xfrm>
            <a:off x="4572000" y="-20538"/>
            <a:ext cx="4572000" cy="5164038"/>
          </a:xfrm>
          <a:custGeom>
            <a:avLst/>
            <a:gdLst>
              <a:gd name="connsiteX0" fmla="*/ 1212928 w 4572000"/>
              <a:gd name="connsiteY0" fmla="*/ 0 h 5164038"/>
              <a:gd name="connsiteX1" fmla="*/ 4572000 w 4572000"/>
              <a:gd name="connsiteY1" fmla="*/ 0 h 5164038"/>
              <a:gd name="connsiteX2" fmla="*/ 4572000 w 4572000"/>
              <a:gd name="connsiteY2" fmla="*/ 5164038 h 5164038"/>
              <a:gd name="connsiteX3" fmla="*/ 710468 w 4572000"/>
              <a:gd name="connsiteY3" fmla="*/ 5164038 h 5164038"/>
              <a:gd name="connsiteX4" fmla="*/ 688679 w 4572000"/>
              <a:gd name="connsiteY4" fmla="*/ 5134900 h 5164038"/>
              <a:gd name="connsiteX5" fmla="*/ 0 w 4572000"/>
              <a:gd name="connsiteY5" fmla="*/ 2880320 h 5164038"/>
              <a:gd name="connsiteX6" fmla="*/ 1181077 w 4572000"/>
              <a:gd name="connsiteY6" fmla="*/ 28949 h 5164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72000" h="5164038">
                <a:moveTo>
                  <a:pt x="1212928" y="0"/>
                </a:moveTo>
                <a:lnTo>
                  <a:pt x="4572000" y="0"/>
                </a:lnTo>
                <a:lnTo>
                  <a:pt x="4572000" y="5164038"/>
                </a:lnTo>
                <a:lnTo>
                  <a:pt x="710468" y="5164038"/>
                </a:lnTo>
                <a:lnTo>
                  <a:pt x="688679" y="5134900"/>
                </a:lnTo>
                <a:cubicBezTo>
                  <a:pt x="253883" y="4491318"/>
                  <a:pt x="0" y="3715468"/>
                  <a:pt x="0" y="2880320"/>
                </a:cubicBezTo>
                <a:cubicBezTo>
                  <a:pt x="0" y="1766790"/>
                  <a:pt x="451347" y="758678"/>
                  <a:pt x="1181077" y="28949"/>
                </a:cubicBezTo>
                <a:close/>
              </a:path>
            </a:pathLst>
          </a:custGeom>
          <a:gradFill>
            <a:gsLst>
              <a:gs pos="20000">
                <a:schemeClr val="accent6"/>
              </a:gs>
              <a:gs pos="80000">
                <a:schemeClr val="accent5"/>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sp>
        <p:nvSpPr>
          <p:cNvPr id="8" name="Content Placeholder 2">
            <a:extLst>
              <a:ext uri="{FF2B5EF4-FFF2-40B4-BE49-F238E27FC236}">
                <a16:creationId xmlns:a16="http://schemas.microsoft.com/office/drawing/2014/main" id="{4FB9CBDF-DFD2-4DB3-8A4C-EF9ABF34CB04}"/>
              </a:ext>
            </a:extLst>
          </p:cNvPr>
          <p:cNvSpPr>
            <a:spLocks noGrp="1"/>
          </p:cNvSpPr>
          <p:nvPr>
            <p:ph idx="10" hasCustomPrompt="1"/>
          </p:nvPr>
        </p:nvSpPr>
        <p:spPr>
          <a:xfrm>
            <a:off x="5148065" y="987574"/>
            <a:ext cx="3816424" cy="3638304"/>
          </a:xfrm>
          <a:prstGeom prst="rect">
            <a:avLst/>
          </a:prstGeom>
        </p:spPr>
        <p:txBody>
          <a:bodyPr/>
          <a:lstStyle>
            <a:lvl1pPr>
              <a:buClr>
                <a:schemeClr val="bg1"/>
              </a:buClr>
              <a:defRPr>
                <a:solidFill>
                  <a:schemeClr val="bg1"/>
                </a:solidFill>
              </a:defRPr>
            </a:lvl1pPr>
            <a:lvl2pPr>
              <a:buClr>
                <a:schemeClr val="bg1"/>
              </a:buClr>
              <a:defRPr>
                <a:solidFill>
                  <a:schemeClr val="bg1"/>
                </a:solidFill>
              </a:defRPr>
            </a:lvl2pPr>
            <a:lvl3pPr>
              <a:buClr>
                <a:schemeClr val="bg2"/>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pic>
        <p:nvPicPr>
          <p:cNvPr id="15" name="Picture 12">
            <a:extLst>
              <a:ext uri="{FF2B5EF4-FFF2-40B4-BE49-F238E27FC236}">
                <a16:creationId xmlns:a16="http://schemas.microsoft.com/office/drawing/2014/main" id="{F83609B7-D972-4E10-88CF-DE7A4DB99FA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7" y="4794220"/>
            <a:ext cx="624845" cy="204374"/>
          </a:xfrm>
          <a:prstGeom prst="rect">
            <a:avLst/>
          </a:prstGeom>
        </p:spPr>
      </p:pic>
      <p:sp>
        <p:nvSpPr>
          <p:cNvPr id="9" name="Slide Number Placeholder 5">
            <a:extLst>
              <a:ext uri="{FF2B5EF4-FFF2-40B4-BE49-F238E27FC236}">
                <a16:creationId xmlns:a16="http://schemas.microsoft.com/office/drawing/2014/main" id="{3B45868D-3D80-4335-867A-8691AE8C0FED}"/>
              </a:ext>
            </a:extLst>
          </p:cNvPr>
          <p:cNvSpPr>
            <a:spLocks noGrp="1"/>
          </p:cNvSpPr>
          <p:nvPr>
            <p:ph type="sldNum" sz="quarter" idx="4"/>
          </p:nvPr>
        </p:nvSpPr>
        <p:spPr>
          <a:xfrm>
            <a:off x="4350366" y="4782570"/>
            <a:ext cx="443268" cy="216025"/>
          </a:xfrm>
          <a:prstGeom prst="rect">
            <a:avLst/>
          </a:prstGeom>
        </p:spPr>
        <p:txBody>
          <a:bodyPr vert="horz" lIns="91440" tIns="45720" rIns="91440" bIns="45720" rtlCol="0" anchor="ctr"/>
          <a:lstStyle>
            <a:lvl1pPr algn="ctr">
              <a:defRPr sz="998">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939425068"/>
      </p:ext>
    </p:extLst>
  </p:cSld>
  <p:clrMapOvr>
    <a:masterClrMapping/>
  </p:clrMapOvr>
  <p:hf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slide - table (coloured)">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3375251" y="123478"/>
            <a:ext cx="5589237" cy="720080"/>
          </a:xfrm>
        </p:spPr>
        <p:txBody>
          <a:bodyPr/>
          <a:lstStyle>
            <a:lvl1pPr>
              <a:defRPr>
                <a:solidFill>
                  <a:srgbClr val="0066A1"/>
                </a:solidFill>
              </a:defRPr>
            </a:lvl1pPr>
          </a:lstStyle>
          <a:p>
            <a:r>
              <a:rPr lang="en-US"/>
              <a:t>Click to edit the header</a:t>
            </a:r>
          </a:p>
        </p:txBody>
      </p:sp>
      <p:pic>
        <p:nvPicPr>
          <p:cNvPr id="15" name="Picture 12">
            <a:extLst>
              <a:ext uri="{FF2B5EF4-FFF2-40B4-BE49-F238E27FC236}">
                <a16:creationId xmlns:a16="http://schemas.microsoft.com/office/drawing/2014/main" id="{F83609B7-D972-4E10-88CF-DE7A4DB99FA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7" y="4794220"/>
            <a:ext cx="624845" cy="204374"/>
          </a:xfrm>
          <a:prstGeom prst="rect">
            <a:avLst/>
          </a:prstGeom>
        </p:spPr>
      </p:pic>
      <p:sp>
        <p:nvSpPr>
          <p:cNvPr id="23" name="Shape">
            <a:extLst>
              <a:ext uri="{FF2B5EF4-FFF2-40B4-BE49-F238E27FC236}">
                <a16:creationId xmlns:a16="http://schemas.microsoft.com/office/drawing/2014/main" id="{E3441206-C79A-47A5-993B-0121CE96B20E}"/>
              </a:ext>
            </a:extLst>
          </p:cNvPr>
          <p:cNvSpPr/>
          <p:nvPr userDrawn="1"/>
        </p:nvSpPr>
        <p:spPr>
          <a:xfrm>
            <a:off x="1" y="0"/>
            <a:ext cx="3251072" cy="5143500"/>
          </a:xfrm>
          <a:custGeom>
            <a:avLst/>
            <a:gdLst>
              <a:gd name="connsiteX0" fmla="*/ 0 w 2978085"/>
              <a:gd name="connsiteY0" fmla="*/ 0 h 6858000"/>
              <a:gd name="connsiteX1" fmla="*/ 2139755 w 2978085"/>
              <a:gd name="connsiteY1" fmla="*/ 0 h 6858000"/>
              <a:gd name="connsiteX2" fmla="*/ 2152170 w 2978085"/>
              <a:gd name="connsiteY2" fmla="*/ 27460 h 6858000"/>
              <a:gd name="connsiteX3" fmla="*/ 2978085 w 2978085"/>
              <a:gd name="connsiteY3" fmla="*/ 4118363 h 6858000"/>
              <a:gd name="connsiteX4" fmla="*/ 2647207 w 2978085"/>
              <a:gd name="connsiteY4" fmla="*/ 6744936 h 6858000"/>
              <a:gd name="connsiteX5" fmla="*/ 2615101 w 2978085"/>
              <a:gd name="connsiteY5" fmla="*/ 6858000 h 6858000"/>
              <a:gd name="connsiteX6" fmla="*/ 0 w 297808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8085" h="6858000">
                <a:moveTo>
                  <a:pt x="0" y="0"/>
                </a:moveTo>
                <a:lnTo>
                  <a:pt x="2139755" y="0"/>
                </a:lnTo>
                <a:lnTo>
                  <a:pt x="2152170" y="27460"/>
                </a:lnTo>
                <a:cubicBezTo>
                  <a:pt x="2683997" y="1284839"/>
                  <a:pt x="2978085" y="2667257"/>
                  <a:pt x="2978085" y="4118363"/>
                </a:cubicBezTo>
                <a:cubicBezTo>
                  <a:pt x="2978085" y="5025305"/>
                  <a:pt x="2863206" y="5905415"/>
                  <a:pt x="2647207" y="6744936"/>
                </a:cubicBezTo>
                <a:lnTo>
                  <a:pt x="2615101" y="6858000"/>
                </a:lnTo>
                <a:lnTo>
                  <a:pt x="0" y="6858000"/>
                </a:lnTo>
                <a:close/>
              </a:path>
            </a:pathLst>
          </a:custGeom>
          <a:gradFill flip="none" rotWithShape="1">
            <a:gsLst>
              <a:gs pos="20000">
                <a:srgbClr val="0066A1"/>
              </a:gs>
              <a:gs pos="80000">
                <a:srgbClr val="0089C4"/>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390"/>
          </a:p>
        </p:txBody>
      </p:sp>
      <p:sp>
        <p:nvSpPr>
          <p:cNvPr id="9" name="Text Placeholder 8">
            <a:extLst>
              <a:ext uri="{FF2B5EF4-FFF2-40B4-BE49-F238E27FC236}">
                <a16:creationId xmlns:a16="http://schemas.microsoft.com/office/drawing/2014/main" id="{36693935-949D-4540-8726-E071083FEBB9}"/>
              </a:ext>
            </a:extLst>
          </p:cNvPr>
          <p:cNvSpPr>
            <a:spLocks noGrp="1"/>
          </p:cNvSpPr>
          <p:nvPr>
            <p:ph type="body" sz="quarter" idx="10" hasCustomPrompt="1"/>
          </p:nvPr>
        </p:nvSpPr>
        <p:spPr>
          <a:xfrm>
            <a:off x="236056" y="1537915"/>
            <a:ext cx="2607752" cy="720080"/>
          </a:xfrm>
          <a:noFill/>
        </p:spPr>
        <p:txBody>
          <a:bodyPr anchor="ctr"/>
          <a:lstStyle>
            <a:lvl1pPr marL="0" indent="0">
              <a:buNone/>
              <a:defRPr>
                <a:solidFill>
                  <a:schemeClr val="bg1"/>
                </a:solidFill>
              </a:defRPr>
            </a:lvl1pPr>
          </a:lstStyle>
          <a:p>
            <a:pPr lvl="0"/>
            <a:r>
              <a:rPr lang="en-NL"/>
              <a:t>Text</a:t>
            </a:r>
            <a:endParaRPr lang="nl-NL"/>
          </a:p>
        </p:txBody>
      </p:sp>
      <p:sp>
        <p:nvSpPr>
          <p:cNvPr id="24" name="Text Placeholder 8">
            <a:extLst>
              <a:ext uri="{FF2B5EF4-FFF2-40B4-BE49-F238E27FC236}">
                <a16:creationId xmlns:a16="http://schemas.microsoft.com/office/drawing/2014/main" id="{95814487-21AD-43AE-9CF1-C0DCFF88508A}"/>
              </a:ext>
            </a:extLst>
          </p:cNvPr>
          <p:cNvSpPr>
            <a:spLocks noGrp="1"/>
          </p:cNvSpPr>
          <p:nvPr>
            <p:ph type="body" sz="quarter" idx="11" hasCustomPrompt="1"/>
          </p:nvPr>
        </p:nvSpPr>
        <p:spPr>
          <a:xfrm>
            <a:off x="236056" y="2553645"/>
            <a:ext cx="2607752" cy="720080"/>
          </a:xfrm>
          <a:noFill/>
        </p:spPr>
        <p:txBody>
          <a:bodyPr anchor="ctr"/>
          <a:lstStyle>
            <a:lvl1pPr marL="0" indent="0">
              <a:buNone/>
              <a:defRPr>
                <a:solidFill>
                  <a:schemeClr val="bg1"/>
                </a:solidFill>
              </a:defRPr>
            </a:lvl1pPr>
          </a:lstStyle>
          <a:p>
            <a:pPr lvl="0"/>
            <a:r>
              <a:rPr lang="en-NL"/>
              <a:t>Text</a:t>
            </a:r>
            <a:endParaRPr lang="nl-NL"/>
          </a:p>
        </p:txBody>
      </p:sp>
      <p:sp>
        <p:nvSpPr>
          <p:cNvPr id="25" name="Text Placeholder 8">
            <a:extLst>
              <a:ext uri="{FF2B5EF4-FFF2-40B4-BE49-F238E27FC236}">
                <a16:creationId xmlns:a16="http://schemas.microsoft.com/office/drawing/2014/main" id="{BA53A355-A5C9-41D3-B0CE-7D9ACC3F3246}"/>
              </a:ext>
            </a:extLst>
          </p:cNvPr>
          <p:cNvSpPr>
            <a:spLocks noGrp="1"/>
          </p:cNvSpPr>
          <p:nvPr>
            <p:ph type="body" sz="quarter" idx="12" hasCustomPrompt="1"/>
          </p:nvPr>
        </p:nvSpPr>
        <p:spPr>
          <a:xfrm>
            <a:off x="236057" y="3554140"/>
            <a:ext cx="2607751" cy="720080"/>
          </a:xfrm>
          <a:noFill/>
        </p:spPr>
        <p:txBody>
          <a:bodyPr anchor="ctr"/>
          <a:lstStyle>
            <a:lvl1pPr marL="0" indent="0">
              <a:buNone/>
              <a:defRPr>
                <a:solidFill>
                  <a:schemeClr val="bg1"/>
                </a:solidFill>
              </a:defRPr>
            </a:lvl1pPr>
          </a:lstStyle>
          <a:p>
            <a:pPr lvl="0"/>
            <a:r>
              <a:rPr lang="en-NL"/>
              <a:t>Text</a:t>
            </a:r>
            <a:endParaRPr lang="nl-NL"/>
          </a:p>
        </p:txBody>
      </p:sp>
      <p:sp>
        <p:nvSpPr>
          <p:cNvPr id="26" name="Text Placeholder 8">
            <a:extLst>
              <a:ext uri="{FF2B5EF4-FFF2-40B4-BE49-F238E27FC236}">
                <a16:creationId xmlns:a16="http://schemas.microsoft.com/office/drawing/2014/main" id="{1E66D0A1-5745-48CC-82C6-6DFF886A5D54}"/>
              </a:ext>
            </a:extLst>
          </p:cNvPr>
          <p:cNvSpPr>
            <a:spLocks noGrp="1"/>
          </p:cNvSpPr>
          <p:nvPr>
            <p:ph type="body" sz="quarter" idx="13" hasCustomPrompt="1"/>
          </p:nvPr>
        </p:nvSpPr>
        <p:spPr>
          <a:xfrm>
            <a:off x="3375252" y="1537915"/>
            <a:ext cx="2780924" cy="720080"/>
          </a:xfrm>
          <a:noFill/>
        </p:spPr>
        <p:txBody>
          <a:bodyPr anchor="ctr"/>
          <a:lstStyle>
            <a:lvl1pPr marL="0" indent="0">
              <a:buNone/>
              <a:defRPr>
                <a:solidFill>
                  <a:schemeClr val="tx1"/>
                </a:solidFill>
              </a:defRPr>
            </a:lvl1pPr>
          </a:lstStyle>
          <a:p>
            <a:pPr lvl="0"/>
            <a:r>
              <a:rPr lang="en-NL"/>
              <a:t>Text</a:t>
            </a:r>
            <a:endParaRPr lang="nl-NL"/>
          </a:p>
        </p:txBody>
      </p:sp>
      <p:sp>
        <p:nvSpPr>
          <p:cNvPr id="31" name="Text Placeholder 8">
            <a:extLst>
              <a:ext uri="{FF2B5EF4-FFF2-40B4-BE49-F238E27FC236}">
                <a16:creationId xmlns:a16="http://schemas.microsoft.com/office/drawing/2014/main" id="{0439A2E0-0663-4210-84EB-3CAFCF4ED255}"/>
              </a:ext>
            </a:extLst>
          </p:cNvPr>
          <p:cNvSpPr>
            <a:spLocks noGrp="1"/>
          </p:cNvSpPr>
          <p:nvPr>
            <p:ph type="body" sz="quarter" idx="14" hasCustomPrompt="1"/>
          </p:nvPr>
        </p:nvSpPr>
        <p:spPr>
          <a:xfrm>
            <a:off x="3375253" y="2553643"/>
            <a:ext cx="2780924" cy="720080"/>
          </a:xfrm>
          <a:noFill/>
        </p:spPr>
        <p:txBody>
          <a:bodyPr anchor="ctr"/>
          <a:lstStyle>
            <a:lvl1pPr marL="0" indent="0">
              <a:buNone/>
              <a:defRPr>
                <a:solidFill>
                  <a:schemeClr val="tx1"/>
                </a:solidFill>
              </a:defRPr>
            </a:lvl1pPr>
          </a:lstStyle>
          <a:p>
            <a:pPr lvl="0"/>
            <a:r>
              <a:rPr lang="en-NL"/>
              <a:t>Text</a:t>
            </a:r>
            <a:endParaRPr lang="nl-NL"/>
          </a:p>
        </p:txBody>
      </p:sp>
      <p:sp>
        <p:nvSpPr>
          <p:cNvPr id="32" name="Text Placeholder 8">
            <a:extLst>
              <a:ext uri="{FF2B5EF4-FFF2-40B4-BE49-F238E27FC236}">
                <a16:creationId xmlns:a16="http://schemas.microsoft.com/office/drawing/2014/main" id="{DE901584-3CD8-4606-B64D-D394ECB8391D}"/>
              </a:ext>
            </a:extLst>
          </p:cNvPr>
          <p:cNvSpPr>
            <a:spLocks noGrp="1"/>
          </p:cNvSpPr>
          <p:nvPr>
            <p:ph type="body" sz="quarter" idx="15" hasCustomPrompt="1"/>
          </p:nvPr>
        </p:nvSpPr>
        <p:spPr>
          <a:xfrm>
            <a:off x="3375252" y="3579862"/>
            <a:ext cx="2780924" cy="720080"/>
          </a:xfrm>
          <a:noFill/>
        </p:spPr>
        <p:txBody>
          <a:bodyPr anchor="ctr"/>
          <a:lstStyle>
            <a:lvl1pPr marL="0" indent="0">
              <a:buNone/>
              <a:defRPr>
                <a:solidFill>
                  <a:schemeClr val="tx1"/>
                </a:solidFill>
              </a:defRPr>
            </a:lvl1pPr>
          </a:lstStyle>
          <a:p>
            <a:pPr lvl="0"/>
            <a:r>
              <a:rPr lang="en-NL"/>
              <a:t>Text</a:t>
            </a:r>
            <a:endParaRPr lang="nl-NL"/>
          </a:p>
        </p:txBody>
      </p:sp>
      <p:sp>
        <p:nvSpPr>
          <p:cNvPr id="33" name="Text Placeholder 8">
            <a:extLst>
              <a:ext uri="{FF2B5EF4-FFF2-40B4-BE49-F238E27FC236}">
                <a16:creationId xmlns:a16="http://schemas.microsoft.com/office/drawing/2014/main" id="{83E0E2AC-5606-4778-BECB-2F1EA3C0E7F3}"/>
              </a:ext>
            </a:extLst>
          </p:cNvPr>
          <p:cNvSpPr>
            <a:spLocks noGrp="1"/>
          </p:cNvSpPr>
          <p:nvPr>
            <p:ph type="body" sz="quarter" idx="16" hasCustomPrompt="1"/>
          </p:nvPr>
        </p:nvSpPr>
        <p:spPr>
          <a:xfrm>
            <a:off x="6228184" y="1537915"/>
            <a:ext cx="2780924" cy="720080"/>
          </a:xfrm>
          <a:noFill/>
        </p:spPr>
        <p:txBody>
          <a:bodyPr anchor="ctr"/>
          <a:lstStyle>
            <a:lvl1pPr marL="0" indent="0">
              <a:buNone/>
              <a:defRPr>
                <a:solidFill>
                  <a:schemeClr val="tx1"/>
                </a:solidFill>
              </a:defRPr>
            </a:lvl1pPr>
          </a:lstStyle>
          <a:p>
            <a:pPr lvl="0"/>
            <a:r>
              <a:rPr lang="en-NL"/>
              <a:t>Text</a:t>
            </a:r>
            <a:endParaRPr lang="nl-NL"/>
          </a:p>
        </p:txBody>
      </p:sp>
      <p:sp>
        <p:nvSpPr>
          <p:cNvPr id="34" name="Text Placeholder 8">
            <a:extLst>
              <a:ext uri="{FF2B5EF4-FFF2-40B4-BE49-F238E27FC236}">
                <a16:creationId xmlns:a16="http://schemas.microsoft.com/office/drawing/2014/main" id="{F8FDF944-993C-4F70-9645-8785ECD9978E}"/>
              </a:ext>
            </a:extLst>
          </p:cNvPr>
          <p:cNvSpPr>
            <a:spLocks noGrp="1"/>
          </p:cNvSpPr>
          <p:nvPr>
            <p:ph type="body" sz="quarter" idx="17" hasCustomPrompt="1"/>
          </p:nvPr>
        </p:nvSpPr>
        <p:spPr>
          <a:xfrm>
            <a:off x="6228186" y="2553643"/>
            <a:ext cx="2780924" cy="720080"/>
          </a:xfrm>
          <a:noFill/>
        </p:spPr>
        <p:txBody>
          <a:bodyPr anchor="ctr"/>
          <a:lstStyle>
            <a:lvl1pPr marL="0" indent="0">
              <a:buNone/>
              <a:defRPr>
                <a:solidFill>
                  <a:schemeClr val="tx1"/>
                </a:solidFill>
              </a:defRPr>
            </a:lvl1pPr>
          </a:lstStyle>
          <a:p>
            <a:pPr lvl="0"/>
            <a:r>
              <a:rPr lang="en-NL"/>
              <a:t>Text</a:t>
            </a:r>
            <a:endParaRPr lang="nl-NL"/>
          </a:p>
        </p:txBody>
      </p:sp>
      <p:sp>
        <p:nvSpPr>
          <p:cNvPr id="35" name="Text Placeholder 8">
            <a:extLst>
              <a:ext uri="{FF2B5EF4-FFF2-40B4-BE49-F238E27FC236}">
                <a16:creationId xmlns:a16="http://schemas.microsoft.com/office/drawing/2014/main" id="{1385E60E-0629-4181-BD2C-E30CA52C38C8}"/>
              </a:ext>
            </a:extLst>
          </p:cNvPr>
          <p:cNvSpPr>
            <a:spLocks noGrp="1"/>
          </p:cNvSpPr>
          <p:nvPr>
            <p:ph type="body" sz="quarter" idx="18" hasCustomPrompt="1"/>
          </p:nvPr>
        </p:nvSpPr>
        <p:spPr>
          <a:xfrm>
            <a:off x="6228184" y="3579862"/>
            <a:ext cx="2780924" cy="720080"/>
          </a:xfrm>
          <a:noFill/>
        </p:spPr>
        <p:txBody>
          <a:bodyPr anchor="ctr"/>
          <a:lstStyle>
            <a:lvl1pPr marL="0" indent="0">
              <a:buNone/>
              <a:defRPr>
                <a:solidFill>
                  <a:schemeClr val="tx1"/>
                </a:solidFill>
              </a:defRPr>
            </a:lvl1pPr>
          </a:lstStyle>
          <a:p>
            <a:pPr lvl="0"/>
            <a:r>
              <a:rPr lang="en-NL"/>
              <a:t>Text</a:t>
            </a:r>
            <a:endParaRPr lang="nl-NL"/>
          </a:p>
        </p:txBody>
      </p:sp>
      <p:sp>
        <p:nvSpPr>
          <p:cNvPr id="36" name="Text Placeholder 8">
            <a:extLst>
              <a:ext uri="{FF2B5EF4-FFF2-40B4-BE49-F238E27FC236}">
                <a16:creationId xmlns:a16="http://schemas.microsoft.com/office/drawing/2014/main" id="{49CFE10E-0866-46F1-8AE6-43AC14CDA7E2}"/>
              </a:ext>
            </a:extLst>
          </p:cNvPr>
          <p:cNvSpPr>
            <a:spLocks noGrp="1"/>
          </p:cNvSpPr>
          <p:nvPr>
            <p:ph type="body" sz="quarter" idx="19" hasCustomPrompt="1"/>
          </p:nvPr>
        </p:nvSpPr>
        <p:spPr>
          <a:xfrm>
            <a:off x="3375250" y="1024806"/>
            <a:ext cx="2780924" cy="322810"/>
          </a:xfrm>
          <a:gradFill flip="none" rotWithShape="1">
            <a:gsLst>
              <a:gs pos="20000">
                <a:srgbClr val="0066A1"/>
              </a:gs>
              <a:gs pos="80000">
                <a:srgbClr val="0089C4"/>
              </a:gs>
            </a:gsLst>
            <a:lin ang="2700000" scaled="1"/>
            <a:tileRect/>
          </a:gradFill>
        </p:spPr>
        <p:txBody>
          <a:bodyPr anchor="ctr"/>
          <a:lstStyle>
            <a:lvl1pPr marL="0" indent="0">
              <a:buNone/>
              <a:defRPr>
                <a:solidFill>
                  <a:schemeClr val="bg1"/>
                </a:solidFill>
              </a:defRPr>
            </a:lvl1pPr>
          </a:lstStyle>
          <a:p>
            <a:pPr lvl="0"/>
            <a:r>
              <a:rPr lang="en-NL"/>
              <a:t>#A</a:t>
            </a:r>
            <a:endParaRPr lang="nl-NL"/>
          </a:p>
        </p:txBody>
      </p:sp>
      <p:sp>
        <p:nvSpPr>
          <p:cNvPr id="38" name="Text Placeholder 8">
            <a:extLst>
              <a:ext uri="{FF2B5EF4-FFF2-40B4-BE49-F238E27FC236}">
                <a16:creationId xmlns:a16="http://schemas.microsoft.com/office/drawing/2014/main" id="{432979AC-B068-43F5-A250-432C054891CA}"/>
              </a:ext>
            </a:extLst>
          </p:cNvPr>
          <p:cNvSpPr>
            <a:spLocks noGrp="1"/>
          </p:cNvSpPr>
          <p:nvPr>
            <p:ph type="body" sz="quarter" idx="20" hasCustomPrompt="1"/>
          </p:nvPr>
        </p:nvSpPr>
        <p:spPr>
          <a:xfrm>
            <a:off x="6228184" y="1025436"/>
            <a:ext cx="2780924" cy="322810"/>
          </a:xfrm>
          <a:gradFill flip="none" rotWithShape="1">
            <a:gsLst>
              <a:gs pos="20000">
                <a:srgbClr val="0066A1"/>
              </a:gs>
              <a:gs pos="80000">
                <a:srgbClr val="0089C4"/>
              </a:gs>
            </a:gsLst>
            <a:lin ang="2700000" scaled="1"/>
            <a:tileRect/>
          </a:gradFill>
        </p:spPr>
        <p:txBody>
          <a:bodyPr anchor="ctr"/>
          <a:lstStyle>
            <a:lvl1pPr marL="0" indent="0">
              <a:buNone/>
              <a:defRPr>
                <a:solidFill>
                  <a:schemeClr val="bg1"/>
                </a:solidFill>
              </a:defRPr>
            </a:lvl1pPr>
          </a:lstStyle>
          <a:p>
            <a:pPr lvl="0"/>
            <a:r>
              <a:rPr lang="en-NL"/>
              <a:t>#B</a:t>
            </a:r>
            <a:endParaRPr lang="nl-NL"/>
          </a:p>
        </p:txBody>
      </p:sp>
      <p:sp>
        <p:nvSpPr>
          <p:cNvPr id="17" name="Slide Number Placeholder 5">
            <a:extLst>
              <a:ext uri="{FF2B5EF4-FFF2-40B4-BE49-F238E27FC236}">
                <a16:creationId xmlns:a16="http://schemas.microsoft.com/office/drawing/2014/main" id="{A666FF1C-3784-418A-9EAA-4FFC7DAA2AAB}"/>
              </a:ext>
            </a:extLst>
          </p:cNvPr>
          <p:cNvSpPr>
            <a:spLocks noGrp="1"/>
          </p:cNvSpPr>
          <p:nvPr>
            <p:ph type="sldNum" sz="quarter" idx="4"/>
          </p:nvPr>
        </p:nvSpPr>
        <p:spPr>
          <a:xfrm>
            <a:off x="4350366" y="4782570"/>
            <a:ext cx="443268" cy="216025"/>
          </a:xfrm>
          <a:prstGeom prst="rect">
            <a:avLst/>
          </a:prstGeom>
        </p:spPr>
        <p:txBody>
          <a:bodyPr vert="horz" lIns="91440" tIns="45720" rIns="91440" bIns="45720" rtlCol="0" anchor="ctr"/>
          <a:lstStyle>
            <a:lvl1pPr algn="ctr">
              <a:defRPr sz="998">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pic>
        <p:nvPicPr>
          <p:cNvPr id="18" name="Picture 17">
            <a:extLst>
              <a:ext uri="{FF2B5EF4-FFF2-40B4-BE49-F238E27FC236}">
                <a16:creationId xmlns:a16="http://schemas.microsoft.com/office/drawing/2014/main" id="{A63FBDC6-CCBD-4CF6-BF3E-E35BF6059355}"/>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344326" y="4737602"/>
            <a:ext cx="1635224" cy="86075"/>
          </a:xfrm>
          <a:prstGeom prst="rect">
            <a:avLst/>
          </a:prstGeom>
        </p:spPr>
      </p:pic>
    </p:spTree>
    <p:extLst>
      <p:ext uri="{BB962C8B-B14F-4D97-AF65-F5344CB8AC3E}">
        <p14:creationId xmlns:p14="http://schemas.microsoft.com/office/powerpoint/2010/main" val="1877206358"/>
      </p:ext>
    </p:extLst>
  </p:cSld>
  <p:clrMapOvr>
    <a:masterClrMapping/>
  </p:clrMapOvr>
  <p:hf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Quote / introduction">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pic>
        <p:nvPicPr>
          <p:cNvPr id="14" name="Graphic 13">
            <a:extLst>
              <a:ext uri="{FF2B5EF4-FFF2-40B4-BE49-F238E27FC236}">
                <a16:creationId xmlns:a16="http://schemas.microsoft.com/office/drawing/2014/main" id="{216A8707-C801-4CA7-B1F9-C70D227DA2F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83568" y="1275606"/>
            <a:ext cx="2800350" cy="2876550"/>
          </a:xfrm>
          <a:prstGeom prst="rect">
            <a:avLst/>
          </a:prstGeom>
        </p:spPr>
      </p:pic>
      <p:sp>
        <p:nvSpPr>
          <p:cNvPr id="28" name="Picture Placeholder 27">
            <a:extLst>
              <a:ext uri="{FF2B5EF4-FFF2-40B4-BE49-F238E27FC236}">
                <a16:creationId xmlns:a16="http://schemas.microsoft.com/office/drawing/2014/main" id="{FC669E8B-5A43-4A59-902A-196806AB450D}"/>
              </a:ext>
            </a:extLst>
          </p:cNvPr>
          <p:cNvSpPr>
            <a:spLocks noGrp="1"/>
          </p:cNvSpPr>
          <p:nvPr>
            <p:ph type="pic" sz="quarter" idx="10" hasCustomPrompt="1"/>
          </p:nvPr>
        </p:nvSpPr>
        <p:spPr>
          <a:xfrm>
            <a:off x="1017852" y="1676837"/>
            <a:ext cx="2160240" cy="2191059"/>
          </a:xfrm>
          <a:prstGeom prst="ellipse">
            <a:avLst/>
          </a:prstGeom>
        </p:spPr>
        <p:txBody>
          <a:bodyPr anchor="ctr"/>
          <a:lstStyle>
            <a:lvl1pPr marL="0" indent="0" algn="ctr">
              <a:buNone/>
              <a:defRPr/>
            </a:lvl1pPr>
          </a:lstStyle>
          <a:p>
            <a:r>
              <a:rPr lang="en-NL"/>
              <a:t>(Profile) picture</a:t>
            </a:r>
            <a:endParaRPr lang="nl-NL"/>
          </a:p>
        </p:txBody>
      </p:sp>
      <p:sp>
        <p:nvSpPr>
          <p:cNvPr id="30" name="Text Placeholder 29">
            <a:extLst>
              <a:ext uri="{FF2B5EF4-FFF2-40B4-BE49-F238E27FC236}">
                <a16:creationId xmlns:a16="http://schemas.microsoft.com/office/drawing/2014/main" id="{8534E393-1980-4118-B44E-F7555D2A492A}"/>
              </a:ext>
            </a:extLst>
          </p:cNvPr>
          <p:cNvSpPr>
            <a:spLocks noGrp="1"/>
          </p:cNvSpPr>
          <p:nvPr>
            <p:ph type="body" sz="quarter" idx="11" hasCustomPrompt="1"/>
          </p:nvPr>
        </p:nvSpPr>
        <p:spPr>
          <a:xfrm>
            <a:off x="4643438" y="1275606"/>
            <a:ext cx="3744912" cy="2877294"/>
          </a:xfrm>
        </p:spPr>
        <p:txBody>
          <a:bodyPr anchor="ctr"/>
          <a:lstStyle>
            <a:lvl1pPr marL="0" indent="0" algn="ctr">
              <a:buNone/>
              <a:defRPr b="0" i="1"/>
            </a:lvl1pPr>
          </a:lstStyle>
          <a:p>
            <a:pPr lvl="0"/>
            <a:r>
              <a:rPr lang="en-NL"/>
              <a:t>“Quote or introduction text”</a:t>
            </a:r>
            <a:endParaRPr lang="nl-NL"/>
          </a:p>
        </p:txBody>
      </p:sp>
      <p:sp>
        <p:nvSpPr>
          <p:cNvPr id="8" name="Slide Number Placeholder 5">
            <a:extLst>
              <a:ext uri="{FF2B5EF4-FFF2-40B4-BE49-F238E27FC236}">
                <a16:creationId xmlns:a16="http://schemas.microsoft.com/office/drawing/2014/main" id="{41BBAEF7-48EB-4085-B329-7E042F9F9EF3}"/>
              </a:ext>
            </a:extLst>
          </p:cNvPr>
          <p:cNvSpPr>
            <a:spLocks noGrp="1"/>
          </p:cNvSpPr>
          <p:nvPr>
            <p:ph type="sldNum" sz="quarter" idx="4"/>
          </p:nvPr>
        </p:nvSpPr>
        <p:spPr>
          <a:xfrm>
            <a:off x="4350366" y="4782570"/>
            <a:ext cx="443268" cy="216025"/>
          </a:xfrm>
          <a:prstGeom prst="rect">
            <a:avLst/>
          </a:prstGeom>
        </p:spPr>
        <p:txBody>
          <a:bodyPr vert="horz" lIns="91440" tIns="45720" rIns="91440" bIns="45720" rtlCol="0" anchor="ctr"/>
          <a:lstStyle>
            <a:lvl1pPr algn="ctr">
              <a:defRPr sz="998">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998356881"/>
      </p:ext>
    </p:extLst>
  </p:cSld>
  <p:clrMapOvr>
    <a:masterClrMapping/>
  </p:clrMapOvr>
  <p:hf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Options Layout">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0" y="123478"/>
            <a:ext cx="69239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pic>
        <p:nvPicPr>
          <p:cNvPr id="20" name="Graphic 19" hidden="1">
            <a:extLst>
              <a:ext uri="{FF2B5EF4-FFF2-40B4-BE49-F238E27FC236}">
                <a16:creationId xmlns:a16="http://schemas.microsoft.com/office/drawing/2014/main" id="{C59096D5-C337-4446-87A7-DC46BD19048C}"/>
              </a:ext>
            </a:extLst>
          </p:cNvPr>
          <p:cNvPicPr>
            <a:picLocks noChangeAspect="1"/>
          </p:cNvPicPr>
          <p:nvPr userDrawn="1"/>
        </p:nvPicPr>
        <p:blipFill>
          <a:blip r:embed="rId3">
            <a:extLst>
              <a:ext uri="{96DAC541-7B7A-43D3-8B79-37D633B846F1}">
                <asvg:svgBlip xmlns:asvg="http://schemas.microsoft.com/office/drawing/2016/SVG/main" r:embed="rId4"/>
              </a:ext>
            </a:extLst>
          </a:blip>
          <a:srcRect r="11248" b="27193"/>
          <a:stretch>
            <a:fillRect/>
          </a:stretch>
        </p:blipFill>
        <p:spPr>
          <a:xfrm rot="14400000" flipH="1">
            <a:off x="5547044" y="495049"/>
            <a:ext cx="5223990" cy="4402095"/>
          </a:xfrm>
          <a:custGeom>
            <a:avLst/>
            <a:gdLst>
              <a:gd name="connsiteX0" fmla="*/ 0 w 5223990"/>
              <a:gd name="connsiteY0" fmla="*/ 3069128 h 4402095"/>
              <a:gd name="connsiteX1" fmla="*/ 769589 w 5223990"/>
              <a:gd name="connsiteY1" fmla="*/ 4402095 h 4402095"/>
              <a:gd name="connsiteX2" fmla="*/ 5223990 w 5223990"/>
              <a:gd name="connsiteY2" fmla="*/ 1830346 h 4402095"/>
              <a:gd name="connsiteX3" fmla="*/ 4167239 w 5223990"/>
              <a:gd name="connsiteY3" fmla="*/ 0 h 4402095"/>
              <a:gd name="connsiteX4" fmla="*/ 0 w 5223990"/>
              <a:gd name="connsiteY4" fmla="*/ 0 h 44020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3990" h="4402095">
                <a:moveTo>
                  <a:pt x="0" y="3069128"/>
                </a:moveTo>
                <a:lnTo>
                  <a:pt x="769589" y="4402095"/>
                </a:lnTo>
                <a:lnTo>
                  <a:pt x="5223990" y="1830346"/>
                </a:lnTo>
                <a:lnTo>
                  <a:pt x="4167239" y="0"/>
                </a:lnTo>
                <a:lnTo>
                  <a:pt x="0" y="0"/>
                </a:lnTo>
                <a:close/>
              </a:path>
            </a:pathLst>
          </a:custGeom>
        </p:spPr>
      </p:pic>
      <p:sp>
        <p:nvSpPr>
          <p:cNvPr id="21" name="Text Placeholder 8">
            <a:extLst>
              <a:ext uri="{FF2B5EF4-FFF2-40B4-BE49-F238E27FC236}">
                <a16:creationId xmlns:a16="http://schemas.microsoft.com/office/drawing/2014/main" id="{C8EC1F9C-E758-413D-8FB0-843125B1E973}"/>
              </a:ext>
            </a:extLst>
          </p:cNvPr>
          <p:cNvSpPr>
            <a:spLocks noGrp="1"/>
          </p:cNvSpPr>
          <p:nvPr>
            <p:ph type="body" sz="quarter" idx="15" hasCustomPrompt="1"/>
          </p:nvPr>
        </p:nvSpPr>
        <p:spPr>
          <a:xfrm>
            <a:off x="240300" y="1273480"/>
            <a:ext cx="5555836" cy="720080"/>
          </a:xfrm>
          <a:noFill/>
        </p:spPr>
        <p:txBody>
          <a:bodyPr anchor="ctr"/>
          <a:lstStyle>
            <a:lvl1pPr marL="0" indent="0">
              <a:buNone/>
              <a:defRPr>
                <a:solidFill>
                  <a:schemeClr val="tx1"/>
                </a:solidFill>
              </a:defRPr>
            </a:lvl1pPr>
          </a:lstStyle>
          <a:p>
            <a:pPr lvl="0"/>
            <a:r>
              <a:rPr lang="en-NL"/>
              <a:t>Text</a:t>
            </a:r>
            <a:endParaRPr lang="nl-NL"/>
          </a:p>
        </p:txBody>
      </p:sp>
      <p:sp>
        <p:nvSpPr>
          <p:cNvPr id="22" name="Text Placeholder 8">
            <a:extLst>
              <a:ext uri="{FF2B5EF4-FFF2-40B4-BE49-F238E27FC236}">
                <a16:creationId xmlns:a16="http://schemas.microsoft.com/office/drawing/2014/main" id="{631E2BE4-720A-429F-A8AE-8612591DCC36}"/>
              </a:ext>
            </a:extLst>
          </p:cNvPr>
          <p:cNvSpPr>
            <a:spLocks noGrp="1"/>
          </p:cNvSpPr>
          <p:nvPr>
            <p:ph type="body" sz="quarter" idx="16" hasCustomPrompt="1"/>
          </p:nvPr>
        </p:nvSpPr>
        <p:spPr>
          <a:xfrm>
            <a:off x="240300" y="2337652"/>
            <a:ext cx="5339812" cy="720080"/>
          </a:xfrm>
          <a:noFill/>
        </p:spPr>
        <p:txBody>
          <a:bodyPr anchor="ctr"/>
          <a:lstStyle>
            <a:lvl1pPr marL="0" indent="0">
              <a:buNone/>
              <a:defRPr>
                <a:solidFill>
                  <a:schemeClr val="tx1"/>
                </a:solidFill>
              </a:defRPr>
            </a:lvl1pPr>
          </a:lstStyle>
          <a:p>
            <a:pPr lvl="0"/>
            <a:r>
              <a:rPr lang="en-NL"/>
              <a:t>Text</a:t>
            </a:r>
            <a:endParaRPr lang="nl-NL"/>
          </a:p>
        </p:txBody>
      </p:sp>
      <p:sp>
        <p:nvSpPr>
          <p:cNvPr id="23" name="Text Placeholder 8">
            <a:extLst>
              <a:ext uri="{FF2B5EF4-FFF2-40B4-BE49-F238E27FC236}">
                <a16:creationId xmlns:a16="http://schemas.microsoft.com/office/drawing/2014/main" id="{3062419C-5F18-437C-99D2-BFD174454D0D}"/>
              </a:ext>
            </a:extLst>
          </p:cNvPr>
          <p:cNvSpPr>
            <a:spLocks noGrp="1"/>
          </p:cNvSpPr>
          <p:nvPr>
            <p:ph type="body" sz="quarter" idx="17" hasCustomPrompt="1"/>
          </p:nvPr>
        </p:nvSpPr>
        <p:spPr>
          <a:xfrm>
            <a:off x="240301" y="3401824"/>
            <a:ext cx="5600232" cy="720080"/>
          </a:xfrm>
          <a:noFill/>
        </p:spPr>
        <p:txBody>
          <a:bodyPr anchor="ctr"/>
          <a:lstStyle>
            <a:lvl1pPr marL="0" indent="0">
              <a:buNone/>
              <a:defRPr>
                <a:solidFill>
                  <a:schemeClr val="tx1"/>
                </a:solidFill>
              </a:defRPr>
            </a:lvl1pPr>
          </a:lstStyle>
          <a:p>
            <a:pPr lvl="0"/>
            <a:r>
              <a:rPr lang="en-NL"/>
              <a:t>Text</a:t>
            </a:r>
            <a:endParaRPr lang="nl-NL"/>
          </a:p>
        </p:txBody>
      </p:sp>
      <p:pic>
        <p:nvPicPr>
          <p:cNvPr id="32" name="Graphic 31">
            <a:extLst>
              <a:ext uri="{FF2B5EF4-FFF2-40B4-BE49-F238E27FC236}">
                <a16:creationId xmlns:a16="http://schemas.microsoft.com/office/drawing/2014/main" id="{C7BAD1B0-AA50-492D-8E57-B754C31BFE4C}"/>
              </a:ext>
            </a:extLst>
          </p:cNvPr>
          <p:cNvPicPr>
            <a:picLocks noChangeAspect="1"/>
          </p:cNvPicPr>
          <p:nvPr userDrawn="1"/>
        </p:nvPicPr>
        <p:blipFill>
          <a:blip r:embed="rId5">
            <a:extLst>
              <a:ext uri="{96DAC541-7B7A-43D3-8B79-37D633B846F1}">
                <asvg:svgBlip xmlns:asvg="http://schemas.microsoft.com/office/drawing/2016/SVG/main" r:embed="rId6"/>
              </a:ext>
            </a:extLst>
          </a:blip>
          <a:srcRect l="2212"/>
          <a:stretch>
            <a:fillRect/>
          </a:stretch>
        </p:blipFill>
        <p:spPr>
          <a:xfrm rot="11851314">
            <a:off x="6068731" y="766908"/>
            <a:ext cx="3737291" cy="3821819"/>
          </a:xfrm>
          <a:custGeom>
            <a:avLst/>
            <a:gdLst>
              <a:gd name="connsiteX0" fmla="*/ 3737291 w 3737291"/>
              <a:gd name="connsiteY0" fmla="*/ 3821819 h 3821819"/>
              <a:gd name="connsiteX1" fmla="*/ 1206621 w 3737291"/>
              <a:gd name="connsiteY1" fmla="*/ 3821819 h 3821819"/>
              <a:gd name="connsiteX2" fmla="*/ 0 w 3737291"/>
              <a:gd name="connsiteY2" fmla="*/ 0 h 3821819"/>
              <a:gd name="connsiteX3" fmla="*/ 3737291 w 3737291"/>
              <a:gd name="connsiteY3" fmla="*/ 0 h 3821819"/>
            </a:gdLst>
            <a:ahLst/>
            <a:cxnLst>
              <a:cxn ang="0">
                <a:pos x="connsiteX0" y="connsiteY0"/>
              </a:cxn>
              <a:cxn ang="0">
                <a:pos x="connsiteX1" y="connsiteY1"/>
              </a:cxn>
              <a:cxn ang="0">
                <a:pos x="connsiteX2" y="connsiteY2"/>
              </a:cxn>
              <a:cxn ang="0">
                <a:pos x="connsiteX3" y="connsiteY3"/>
              </a:cxn>
            </a:cxnLst>
            <a:rect l="l" t="t" r="r" b="b"/>
            <a:pathLst>
              <a:path w="3737291" h="3821819">
                <a:moveTo>
                  <a:pt x="3737291" y="3821819"/>
                </a:moveTo>
                <a:lnTo>
                  <a:pt x="1206621" y="3821819"/>
                </a:lnTo>
                <a:lnTo>
                  <a:pt x="0" y="0"/>
                </a:lnTo>
                <a:lnTo>
                  <a:pt x="3737291" y="0"/>
                </a:lnTo>
                <a:close/>
              </a:path>
            </a:pathLst>
          </a:custGeom>
        </p:spPr>
      </p:pic>
      <p:sp>
        <p:nvSpPr>
          <p:cNvPr id="17" name="Oval 16">
            <a:extLst>
              <a:ext uri="{FF2B5EF4-FFF2-40B4-BE49-F238E27FC236}">
                <a16:creationId xmlns:a16="http://schemas.microsoft.com/office/drawing/2014/main" id="{2CAC2347-445A-400B-892A-A1196D6315F9}"/>
              </a:ext>
            </a:extLst>
          </p:cNvPr>
          <p:cNvSpPr/>
          <p:nvPr userDrawn="1"/>
        </p:nvSpPr>
        <p:spPr>
          <a:xfrm>
            <a:off x="6228184" y="1368394"/>
            <a:ext cx="530252" cy="530252"/>
          </a:xfrm>
          <a:prstGeom prst="ellipse">
            <a:avLst/>
          </a:prstGeom>
          <a:gradFill>
            <a:gsLst>
              <a:gs pos="0">
                <a:schemeClr val="accent3"/>
              </a:gs>
              <a:gs pos="100000">
                <a:schemeClr val="accent1"/>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sp>
        <p:nvSpPr>
          <p:cNvPr id="25" name="Oval 24">
            <a:extLst>
              <a:ext uri="{FF2B5EF4-FFF2-40B4-BE49-F238E27FC236}">
                <a16:creationId xmlns:a16="http://schemas.microsoft.com/office/drawing/2014/main" id="{CF9BA74C-8954-42BE-93D8-988D060348DF}"/>
              </a:ext>
            </a:extLst>
          </p:cNvPr>
          <p:cNvSpPr/>
          <p:nvPr userDrawn="1"/>
        </p:nvSpPr>
        <p:spPr>
          <a:xfrm>
            <a:off x="5963059" y="2419990"/>
            <a:ext cx="530252" cy="530252"/>
          </a:xfrm>
          <a:prstGeom prst="ellipse">
            <a:avLst/>
          </a:prstGeom>
          <a:gradFill>
            <a:gsLst>
              <a:gs pos="0">
                <a:schemeClr val="accent3"/>
              </a:gs>
              <a:gs pos="100000">
                <a:schemeClr val="accent1"/>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sp>
        <p:nvSpPr>
          <p:cNvPr id="26" name="Oval 25">
            <a:extLst>
              <a:ext uri="{FF2B5EF4-FFF2-40B4-BE49-F238E27FC236}">
                <a16:creationId xmlns:a16="http://schemas.microsoft.com/office/drawing/2014/main" id="{DC244F36-13CF-4258-B766-CE5A80DBC35E}"/>
              </a:ext>
            </a:extLst>
          </p:cNvPr>
          <p:cNvSpPr/>
          <p:nvPr userDrawn="1"/>
        </p:nvSpPr>
        <p:spPr>
          <a:xfrm>
            <a:off x="6268816" y="3471583"/>
            <a:ext cx="530252" cy="530252"/>
          </a:xfrm>
          <a:prstGeom prst="ellipse">
            <a:avLst/>
          </a:prstGeom>
          <a:gradFill>
            <a:gsLst>
              <a:gs pos="0">
                <a:schemeClr val="accent3"/>
              </a:gs>
              <a:gs pos="100000">
                <a:schemeClr val="accent1"/>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sp>
        <p:nvSpPr>
          <p:cNvPr id="13" name="Slide Number Placeholder 5">
            <a:extLst>
              <a:ext uri="{FF2B5EF4-FFF2-40B4-BE49-F238E27FC236}">
                <a16:creationId xmlns:a16="http://schemas.microsoft.com/office/drawing/2014/main" id="{36EB0DB5-9871-4D53-8B5F-3BCD64D73E75}"/>
              </a:ext>
            </a:extLst>
          </p:cNvPr>
          <p:cNvSpPr>
            <a:spLocks noGrp="1"/>
          </p:cNvSpPr>
          <p:nvPr>
            <p:ph type="sldNum" sz="quarter" idx="4"/>
          </p:nvPr>
        </p:nvSpPr>
        <p:spPr>
          <a:xfrm>
            <a:off x="4350366" y="4782570"/>
            <a:ext cx="443268" cy="216025"/>
          </a:xfrm>
          <a:prstGeom prst="rect">
            <a:avLst/>
          </a:prstGeom>
        </p:spPr>
        <p:txBody>
          <a:bodyPr vert="horz" lIns="91440" tIns="45720" rIns="91440" bIns="45720" rtlCol="0" anchor="ctr"/>
          <a:lstStyle>
            <a:lvl1pPr algn="ctr">
              <a:defRPr sz="998">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158083136"/>
      </p:ext>
    </p:extLst>
  </p:cSld>
  <p:clrMapOvr>
    <a:masterClrMapping/>
  </p:clrMapOvr>
  <p:hf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Highlights with image placeholders">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pic>
        <p:nvPicPr>
          <p:cNvPr id="12" name="Graphic 11">
            <a:extLst>
              <a:ext uri="{FF2B5EF4-FFF2-40B4-BE49-F238E27FC236}">
                <a16:creationId xmlns:a16="http://schemas.microsoft.com/office/drawing/2014/main" id="{2FFB3B51-127F-4FA8-AC33-AED534FA0A7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298352" y="1422077"/>
            <a:ext cx="1321419" cy="1321419"/>
          </a:xfrm>
          <a:prstGeom prst="rect">
            <a:avLst/>
          </a:prstGeom>
        </p:spPr>
      </p:pic>
      <p:sp>
        <p:nvSpPr>
          <p:cNvPr id="13" name="Picture Placeholder 27">
            <a:extLst>
              <a:ext uri="{FF2B5EF4-FFF2-40B4-BE49-F238E27FC236}">
                <a16:creationId xmlns:a16="http://schemas.microsoft.com/office/drawing/2014/main" id="{800CAE10-8230-45EB-B78E-22EC7BAD5A93}"/>
              </a:ext>
            </a:extLst>
          </p:cNvPr>
          <p:cNvSpPr>
            <a:spLocks noGrp="1"/>
          </p:cNvSpPr>
          <p:nvPr>
            <p:ph type="pic" sz="quarter" idx="11" hasCustomPrompt="1"/>
          </p:nvPr>
        </p:nvSpPr>
        <p:spPr>
          <a:xfrm>
            <a:off x="346836" y="1439459"/>
            <a:ext cx="1260000" cy="1260000"/>
          </a:xfrm>
          <a:prstGeom prst="ellipse">
            <a:avLst/>
          </a:prstGeom>
        </p:spPr>
        <p:txBody>
          <a:bodyPr anchor="ctr"/>
          <a:lstStyle>
            <a:lvl1pPr marL="0" indent="0" algn="ctr">
              <a:buNone/>
              <a:defRPr sz="1197"/>
            </a:lvl1pPr>
          </a:lstStyle>
          <a:p>
            <a:r>
              <a:rPr lang="en-NL"/>
              <a:t>(Profile) picture</a:t>
            </a:r>
            <a:endParaRPr lang="nl-NL"/>
          </a:p>
        </p:txBody>
      </p:sp>
      <p:pic>
        <p:nvPicPr>
          <p:cNvPr id="16" name="Graphic 15">
            <a:extLst>
              <a:ext uri="{FF2B5EF4-FFF2-40B4-BE49-F238E27FC236}">
                <a16:creationId xmlns:a16="http://schemas.microsoft.com/office/drawing/2014/main" id="{8FDDF4BE-1C87-4636-93B4-ED8B1EFFDA8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293828" y="3051758"/>
            <a:ext cx="1321419" cy="1321419"/>
          </a:xfrm>
          <a:prstGeom prst="rect">
            <a:avLst/>
          </a:prstGeom>
        </p:spPr>
      </p:pic>
      <p:sp>
        <p:nvSpPr>
          <p:cNvPr id="17" name="Picture Placeholder 27">
            <a:extLst>
              <a:ext uri="{FF2B5EF4-FFF2-40B4-BE49-F238E27FC236}">
                <a16:creationId xmlns:a16="http://schemas.microsoft.com/office/drawing/2014/main" id="{FEC3C9EC-FEA2-44AE-9011-8B8C8F79AC82}"/>
              </a:ext>
            </a:extLst>
          </p:cNvPr>
          <p:cNvSpPr>
            <a:spLocks noGrp="1"/>
          </p:cNvSpPr>
          <p:nvPr>
            <p:ph type="pic" sz="quarter" idx="12" hasCustomPrompt="1"/>
          </p:nvPr>
        </p:nvSpPr>
        <p:spPr>
          <a:xfrm>
            <a:off x="342312" y="3069140"/>
            <a:ext cx="1260000" cy="1260000"/>
          </a:xfrm>
          <a:prstGeom prst="ellipse">
            <a:avLst/>
          </a:prstGeom>
        </p:spPr>
        <p:txBody>
          <a:bodyPr anchor="ctr"/>
          <a:lstStyle>
            <a:lvl1pPr marL="0" indent="0" algn="ctr">
              <a:buNone/>
              <a:defRPr sz="1197"/>
            </a:lvl1pPr>
          </a:lstStyle>
          <a:p>
            <a:r>
              <a:rPr lang="en-NL"/>
              <a:t>(Profile) picture</a:t>
            </a:r>
            <a:endParaRPr lang="nl-NL"/>
          </a:p>
        </p:txBody>
      </p:sp>
      <p:pic>
        <p:nvPicPr>
          <p:cNvPr id="18" name="Graphic 17">
            <a:extLst>
              <a:ext uri="{FF2B5EF4-FFF2-40B4-BE49-F238E27FC236}">
                <a16:creationId xmlns:a16="http://schemas.microsoft.com/office/drawing/2014/main" id="{7D17A4F6-F6D5-451E-965E-50E54FF5D56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03836" y="1422077"/>
            <a:ext cx="1321419" cy="1321419"/>
          </a:xfrm>
          <a:prstGeom prst="rect">
            <a:avLst/>
          </a:prstGeom>
        </p:spPr>
      </p:pic>
      <p:sp>
        <p:nvSpPr>
          <p:cNvPr id="19" name="Picture Placeholder 27">
            <a:extLst>
              <a:ext uri="{FF2B5EF4-FFF2-40B4-BE49-F238E27FC236}">
                <a16:creationId xmlns:a16="http://schemas.microsoft.com/office/drawing/2014/main" id="{30C16A5B-6166-4596-8F85-752DB8C3FDB1}"/>
              </a:ext>
            </a:extLst>
          </p:cNvPr>
          <p:cNvSpPr>
            <a:spLocks noGrp="1"/>
          </p:cNvSpPr>
          <p:nvPr>
            <p:ph type="pic" sz="quarter" idx="13" hasCustomPrompt="1"/>
          </p:nvPr>
        </p:nvSpPr>
        <p:spPr>
          <a:xfrm>
            <a:off x="7421100" y="1470679"/>
            <a:ext cx="1260000" cy="1260000"/>
          </a:xfrm>
          <a:prstGeom prst="ellipse">
            <a:avLst/>
          </a:prstGeom>
        </p:spPr>
        <p:txBody>
          <a:bodyPr anchor="ctr"/>
          <a:lstStyle>
            <a:lvl1pPr marL="0" indent="0" algn="ctr">
              <a:buNone/>
              <a:defRPr sz="1197"/>
            </a:lvl1pPr>
          </a:lstStyle>
          <a:p>
            <a:r>
              <a:rPr lang="en-NL"/>
              <a:t>(Profile) picture</a:t>
            </a:r>
            <a:endParaRPr lang="nl-NL"/>
          </a:p>
        </p:txBody>
      </p:sp>
      <p:pic>
        <p:nvPicPr>
          <p:cNvPr id="20" name="Graphic 19">
            <a:extLst>
              <a:ext uri="{FF2B5EF4-FFF2-40B4-BE49-F238E27FC236}">
                <a16:creationId xmlns:a16="http://schemas.microsoft.com/office/drawing/2014/main" id="{997418CF-1C11-4123-B554-CBFAC99BDF5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03836" y="3108626"/>
            <a:ext cx="1321419" cy="1321419"/>
          </a:xfrm>
          <a:prstGeom prst="rect">
            <a:avLst/>
          </a:prstGeom>
        </p:spPr>
      </p:pic>
      <p:sp>
        <p:nvSpPr>
          <p:cNvPr id="21" name="Picture Placeholder 27">
            <a:extLst>
              <a:ext uri="{FF2B5EF4-FFF2-40B4-BE49-F238E27FC236}">
                <a16:creationId xmlns:a16="http://schemas.microsoft.com/office/drawing/2014/main" id="{86245CFD-5F89-4DA0-B22C-70B99D181DFE}"/>
              </a:ext>
            </a:extLst>
          </p:cNvPr>
          <p:cNvSpPr>
            <a:spLocks noGrp="1"/>
          </p:cNvSpPr>
          <p:nvPr>
            <p:ph type="pic" sz="quarter" idx="14" hasCustomPrompt="1"/>
          </p:nvPr>
        </p:nvSpPr>
        <p:spPr>
          <a:xfrm>
            <a:off x="7421100" y="3152769"/>
            <a:ext cx="1260000" cy="1260000"/>
          </a:xfrm>
          <a:prstGeom prst="ellipse">
            <a:avLst/>
          </a:prstGeom>
        </p:spPr>
        <p:txBody>
          <a:bodyPr anchor="ctr"/>
          <a:lstStyle>
            <a:lvl1pPr marL="0" indent="0" algn="ctr">
              <a:buNone/>
              <a:defRPr sz="1197"/>
            </a:lvl1pPr>
          </a:lstStyle>
          <a:p>
            <a:r>
              <a:rPr lang="en-NL"/>
              <a:t>(Profile) picture</a:t>
            </a:r>
            <a:endParaRPr lang="nl-NL"/>
          </a:p>
        </p:txBody>
      </p:sp>
      <p:sp>
        <p:nvSpPr>
          <p:cNvPr id="22" name="Text Placeholder 8">
            <a:extLst>
              <a:ext uri="{FF2B5EF4-FFF2-40B4-BE49-F238E27FC236}">
                <a16:creationId xmlns:a16="http://schemas.microsoft.com/office/drawing/2014/main" id="{8CDAC0BB-0631-45A0-8618-2E7D8F5CC305}"/>
              </a:ext>
            </a:extLst>
          </p:cNvPr>
          <p:cNvSpPr>
            <a:spLocks noGrp="1"/>
          </p:cNvSpPr>
          <p:nvPr>
            <p:ph type="body" sz="quarter" idx="15" hasCustomPrompt="1"/>
          </p:nvPr>
        </p:nvSpPr>
        <p:spPr>
          <a:xfrm>
            <a:off x="1821471" y="1422076"/>
            <a:ext cx="2534506" cy="1321418"/>
          </a:xfrm>
          <a:noFill/>
        </p:spPr>
        <p:txBody>
          <a:bodyPr anchor="ctr"/>
          <a:lstStyle>
            <a:lvl1pPr marL="0" indent="0">
              <a:buNone/>
              <a:defRPr>
                <a:solidFill>
                  <a:schemeClr val="tx1"/>
                </a:solidFill>
              </a:defRPr>
            </a:lvl1pPr>
          </a:lstStyle>
          <a:p>
            <a:pPr lvl="0"/>
            <a:r>
              <a:rPr lang="en-NL"/>
              <a:t>Text</a:t>
            </a:r>
            <a:endParaRPr lang="nl-NL"/>
          </a:p>
        </p:txBody>
      </p:sp>
      <p:sp>
        <p:nvSpPr>
          <p:cNvPr id="23" name="Text Placeholder 8">
            <a:extLst>
              <a:ext uri="{FF2B5EF4-FFF2-40B4-BE49-F238E27FC236}">
                <a16:creationId xmlns:a16="http://schemas.microsoft.com/office/drawing/2014/main" id="{2D73EE44-94C4-48E1-A529-1D7C2EBBAC34}"/>
              </a:ext>
            </a:extLst>
          </p:cNvPr>
          <p:cNvSpPr>
            <a:spLocks noGrp="1"/>
          </p:cNvSpPr>
          <p:nvPr>
            <p:ph type="body" sz="quarter" idx="16" hasCustomPrompt="1"/>
          </p:nvPr>
        </p:nvSpPr>
        <p:spPr>
          <a:xfrm>
            <a:off x="4670911" y="1425133"/>
            <a:ext cx="2534506" cy="1321418"/>
          </a:xfrm>
          <a:noFill/>
        </p:spPr>
        <p:txBody>
          <a:bodyPr anchor="ctr"/>
          <a:lstStyle>
            <a:lvl1pPr marL="0" indent="0">
              <a:buNone/>
              <a:defRPr>
                <a:solidFill>
                  <a:schemeClr val="tx1"/>
                </a:solidFill>
              </a:defRPr>
            </a:lvl1pPr>
          </a:lstStyle>
          <a:p>
            <a:pPr lvl="0"/>
            <a:r>
              <a:rPr lang="en-NL"/>
              <a:t>Text</a:t>
            </a:r>
            <a:endParaRPr lang="nl-NL"/>
          </a:p>
        </p:txBody>
      </p:sp>
      <p:sp>
        <p:nvSpPr>
          <p:cNvPr id="24" name="Text Placeholder 8">
            <a:extLst>
              <a:ext uri="{FF2B5EF4-FFF2-40B4-BE49-F238E27FC236}">
                <a16:creationId xmlns:a16="http://schemas.microsoft.com/office/drawing/2014/main" id="{05318E5A-EED2-4376-A158-60FB42D6976B}"/>
              </a:ext>
            </a:extLst>
          </p:cNvPr>
          <p:cNvSpPr>
            <a:spLocks noGrp="1"/>
          </p:cNvSpPr>
          <p:nvPr>
            <p:ph type="body" sz="quarter" idx="17" hasCustomPrompt="1"/>
          </p:nvPr>
        </p:nvSpPr>
        <p:spPr>
          <a:xfrm>
            <a:off x="1830372" y="3051757"/>
            <a:ext cx="2534506" cy="1321418"/>
          </a:xfrm>
          <a:noFill/>
        </p:spPr>
        <p:txBody>
          <a:bodyPr anchor="ctr"/>
          <a:lstStyle>
            <a:lvl1pPr marL="0" indent="0">
              <a:buNone/>
              <a:defRPr>
                <a:solidFill>
                  <a:schemeClr val="tx1"/>
                </a:solidFill>
              </a:defRPr>
            </a:lvl1pPr>
          </a:lstStyle>
          <a:p>
            <a:pPr lvl="0"/>
            <a:r>
              <a:rPr lang="en-NL"/>
              <a:t>Text</a:t>
            </a:r>
            <a:endParaRPr lang="nl-NL"/>
          </a:p>
        </p:txBody>
      </p:sp>
      <p:sp>
        <p:nvSpPr>
          <p:cNvPr id="25" name="Text Placeholder 8">
            <a:extLst>
              <a:ext uri="{FF2B5EF4-FFF2-40B4-BE49-F238E27FC236}">
                <a16:creationId xmlns:a16="http://schemas.microsoft.com/office/drawing/2014/main" id="{9E1D310E-B14E-4A84-BA3E-0A97FFE3C3BA}"/>
              </a:ext>
            </a:extLst>
          </p:cNvPr>
          <p:cNvSpPr>
            <a:spLocks noGrp="1"/>
          </p:cNvSpPr>
          <p:nvPr>
            <p:ph type="body" sz="quarter" idx="18" hasCustomPrompt="1"/>
          </p:nvPr>
        </p:nvSpPr>
        <p:spPr>
          <a:xfrm>
            <a:off x="4672356" y="3051757"/>
            <a:ext cx="2534506" cy="1321418"/>
          </a:xfrm>
          <a:noFill/>
        </p:spPr>
        <p:txBody>
          <a:bodyPr anchor="ctr"/>
          <a:lstStyle>
            <a:lvl1pPr marL="0" indent="0">
              <a:buNone/>
              <a:defRPr>
                <a:solidFill>
                  <a:schemeClr val="tx1"/>
                </a:solidFill>
              </a:defRPr>
            </a:lvl1pPr>
          </a:lstStyle>
          <a:p>
            <a:pPr lvl="0"/>
            <a:r>
              <a:rPr lang="en-NL"/>
              <a:t>Text</a:t>
            </a:r>
            <a:endParaRPr lang="nl-NL"/>
          </a:p>
        </p:txBody>
      </p:sp>
      <p:sp>
        <p:nvSpPr>
          <p:cNvPr id="26" name="Slide Number Placeholder 5">
            <a:extLst>
              <a:ext uri="{FF2B5EF4-FFF2-40B4-BE49-F238E27FC236}">
                <a16:creationId xmlns:a16="http://schemas.microsoft.com/office/drawing/2014/main" id="{FF0808CC-B220-4DD1-AE54-FFBBAE0648FD}"/>
              </a:ext>
            </a:extLst>
          </p:cNvPr>
          <p:cNvSpPr>
            <a:spLocks noGrp="1"/>
          </p:cNvSpPr>
          <p:nvPr>
            <p:ph type="sldNum" sz="quarter" idx="4"/>
          </p:nvPr>
        </p:nvSpPr>
        <p:spPr>
          <a:xfrm>
            <a:off x="4350366" y="4782570"/>
            <a:ext cx="443268" cy="216025"/>
          </a:xfrm>
          <a:prstGeom prst="rect">
            <a:avLst/>
          </a:prstGeom>
        </p:spPr>
        <p:txBody>
          <a:bodyPr vert="horz" lIns="91440" tIns="45720" rIns="91440" bIns="45720" rtlCol="0" anchor="ctr"/>
          <a:lstStyle>
            <a:lvl1pPr algn="ctr">
              <a:defRPr sz="998">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922799896"/>
      </p:ext>
    </p:extLst>
  </p:cSld>
  <p:clrMapOvr>
    <a:masterClrMapping/>
  </p:clrMapOvr>
  <p:hf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Highlights with image placeholders (extended)">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pic>
        <p:nvPicPr>
          <p:cNvPr id="12" name="Graphic 11">
            <a:extLst>
              <a:ext uri="{FF2B5EF4-FFF2-40B4-BE49-F238E27FC236}">
                <a16:creationId xmlns:a16="http://schemas.microsoft.com/office/drawing/2014/main" id="{2FFB3B51-127F-4FA8-AC33-AED534FA0A7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298352" y="1066133"/>
            <a:ext cx="1321419" cy="1321419"/>
          </a:xfrm>
          <a:prstGeom prst="rect">
            <a:avLst/>
          </a:prstGeom>
        </p:spPr>
      </p:pic>
      <p:sp>
        <p:nvSpPr>
          <p:cNvPr id="13" name="Picture Placeholder 27">
            <a:extLst>
              <a:ext uri="{FF2B5EF4-FFF2-40B4-BE49-F238E27FC236}">
                <a16:creationId xmlns:a16="http://schemas.microsoft.com/office/drawing/2014/main" id="{800CAE10-8230-45EB-B78E-22EC7BAD5A93}"/>
              </a:ext>
            </a:extLst>
          </p:cNvPr>
          <p:cNvSpPr>
            <a:spLocks noGrp="1"/>
          </p:cNvSpPr>
          <p:nvPr>
            <p:ph type="pic" sz="quarter" idx="11" hasCustomPrompt="1"/>
          </p:nvPr>
        </p:nvSpPr>
        <p:spPr>
          <a:xfrm>
            <a:off x="346836" y="1083515"/>
            <a:ext cx="1260000" cy="1260000"/>
          </a:xfrm>
          <a:prstGeom prst="ellipse">
            <a:avLst/>
          </a:prstGeom>
        </p:spPr>
        <p:txBody>
          <a:bodyPr anchor="ctr"/>
          <a:lstStyle>
            <a:lvl1pPr marL="0" indent="0" algn="ctr">
              <a:buNone/>
              <a:defRPr sz="1197"/>
            </a:lvl1pPr>
          </a:lstStyle>
          <a:p>
            <a:r>
              <a:rPr lang="en-NL"/>
              <a:t>(Profile) picture</a:t>
            </a:r>
            <a:endParaRPr lang="nl-NL"/>
          </a:p>
        </p:txBody>
      </p:sp>
      <p:pic>
        <p:nvPicPr>
          <p:cNvPr id="16" name="Graphic 15">
            <a:extLst>
              <a:ext uri="{FF2B5EF4-FFF2-40B4-BE49-F238E27FC236}">
                <a16:creationId xmlns:a16="http://schemas.microsoft.com/office/drawing/2014/main" id="{8FDDF4BE-1C87-4636-93B4-ED8B1EFFDA8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5099579" y="1082689"/>
            <a:ext cx="1321419" cy="1321419"/>
          </a:xfrm>
          <a:prstGeom prst="rect">
            <a:avLst/>
          </a:prstGeom>
        </p:spPr>
      </p:pic>
      <p:sp>
        <p:nvSpPr>
          <p:cNvPr id="17" name="Picture Placeholder 27">
            <a:extLst>
              <a:ext uri="{FF2B5EF4-FFF2-40B4-BE49-F238E27FC236}">
                <a16:creationId xmlns:a16="http://schemas.microsoft.com/office/drawing/2014/main" id="{FEC3C9EC-FEA2-44AE-9011-8B8C8F79AC82}"/>
              </a:ext>
            </a:extLst>
          </p:cNvPr>
          <p:cNvSpPr>
            <a:spLocks noGrp="1"/>
          </p:cNvSpPr>
          <p:nvPr>
            <p:ph type="pic" sz="quarter" idx="12" hasCustomPrompt="1"/>
          </p:nvPr>
        </p:nvSpPr>
        <p:spPr>
          <a:xfrm>
            <a:off x="5148064" y="1100073"/>
            <a:ext cx="1260000" cy="1260000"/>
          </a:xfrm>
          <a:prstGeom prst="ellipse">
            <a:avLst/>
          </a:prstGeom>
        </p:spPr>
        <p:txBody>
          <a:bodyPr anchor="ctr"/>
          <a:lstStyle>
            <a:lvl1pPr marL="0" indent="0" algn="ctr">
              <a:buNone/>
              <a:defRPr sz="1197"/>
            </a:lvl1pPr>
          </a:lstStyle>
          <a:p>
            <a:r>
              <a:rPr lang="en-NL"/>
              <a:t>(Profile) picture</a:t>
            </a:r>
            <a:endParaRPr lang="nl-NL"/>
          </a:p>
        </p:txBody>
      </p:sp>
      <p:pic>
        <p:nvPicPr>
          <p:cNvPr id="18" name="Graphic 17">
            <a:extLst>
              <a:ext uri="{FF2B5EF4-FFF2-40B4-BE49-F238E27FC236}">
                <a16:creationId xmlns:a16="http://schemas.microsoft.com/office/drawing/2014/main" id="{7D17A4F6-F6D5-451E-965E-50E54FF5D56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81699" y="1054241"/>
            <a:ext cx="1321419" cy="1321419"/>
          </a:xfrm>
          <a:prstGeom prst="rect">
            <a:avLst/>
          </a:prstGeom>
        </p:spPr>
      </p:pic>
      <p:sp>
        <p:nvSpPr>
          <p:cNvPr id="19" name="Picture Placeholder 27">
            <a:extLst>
              <a:ext uri="{FF2B5EF4-FFF2-40B4-BE49-F238E27FC236}">
                <a16:creationId xmlns:a16="http://schemas.microsoft.com/office/drawing/2014/main" id="{30C16A5B-6166-4596-8F85-752DB8C3FDB1}"/>
              </a:ext>
            </a:extLst>
          </p:cNvPr>
          <p:cNvSpPr>
            <a:spLocks noGrp="1"/>
          </p:cNvSpPr>
          <p:nvPr>
            <p:ph type="pic" sz="quarter" idx="13" hasCustomPrompt="1"/>
          </p:nvPr>
        </p:nvSpPr>
        <p:spPr>
          <a:xfrm>
            <a:off x="2698964" y="1102845"/>
            <a:ext cx="1260000" cy="1260000"/>
          </a:xfrm>
          <a:prstGeom prst="ellipse">
            <a:avLst/>
          </a:prstGeom>
        </p:spPr>
        <p:txBody>
          <a:bodyPr anchor="ctr"/>
          <a:lstStyle>
            <a:lvl1pPr marL="0" indent="0" algn="ctr">
              <a:buNone/>
              <a:defRPr sz="1197"/>
            </a:lvl1pPr>
          </a:lstStyle>
          <a:p>
            <a:r>
              <a:rPr lang="en-NL"/>
              <a:t>(Profile) picture</a:t>
            </a:r>
            <a:endParaRPr lang="nl-NL"/>
          </a:p>
        </p:txBody>
      </p:sp>
      <p:pic>
        <p:nvPicPr>
          <p:cNvPr id="20" name="Graphic 19">
            <a:extLst>
              <a:ext uri="{FF2B5EF4-FFF2-40B4-BE49-F238E27FC236}">
                <a16:creationId xmlns:a16="http://schemas.microsoft.com/office/drawing/2014/main" id="{997418CF-1C11-4123-B554-CBFAC99BDF5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501070" y="1056716"/>
            <a:ext cx="1321419" cy="1321419"/>
          </a:xfrm>
          <a:prstGeom prst="rect">
            <a:avLst/>
          </a:prstGeom>
        </p:spPr>
      </p:pic>
      <p:sp>
        <p:nvSpPr>
          <p:cNvPr id="21" name="Picture Placeholder 27">
            <a:extLst>
              <a:ext uri="{FF2B5EF4-FFF2-40B4-BE49-F238E27FC236}">
                <a16:creationId xmlns:a16="http://schemas.microsoft.com/office/drawing/2014/main" id="{86245CFD-5F89-4DA0-B22C-70B99D181DFE}"/>
              </a:ext>
            </a:extLst>
          </p:cNvPr>
          <p:cNvSpPr>
            <a:spLocks noGrp="1"/>
          </p:cNvSpPr>
          <p:nvPr>
            <p:ph type="pic" sz="quarter" idx="14" hasCustomPrompt="1"/>
          </p:nvPr>
        </p:nvSpPr>
        <p:spPr>
          <a:xfrm>
            <a:off x="7518334" y="1100860"/>
            <a:ext cx="1260000" cy="1260000"/>
          </a:xfrm>
          <a:prstGeom prst="ellipse">
            <a:avLst/>
          </a:prstGeom>
        </p:spPr>
        <p:txBody>
          <a:bodyPr anchor="ctr"/>
          <a:lstStyle>
            <a:lvl1pPr marL="0" indent="0" algn="ctr">
              <a:buNone/>
              <a:defRPr sz="1197"/>
            </a:lvl1pPr>
          </a:lstStyle>
          <a:p>
            <a:r>
              <a:rPr lang="en-NL"/>
              <a:t>(Profile) picture</a:t>
            </a:r>
            <a:endParaRPr lang="nl-NL"/>
          </a:p>
        </p:txBody>
      </p:sp>
      <p:sp>
        <p:nvSpPr>
          <p:cNvPr id="24" name="Text Placeholder 8">
            <a:extLst>
              <a:ext uri="{FF2B5EF4-FFF2-40B4-BE49-F238E27FC236}">
                <a16:creationId xmlns:a16="http://schemas.microsoft.com/office/drawing/2014/main" id="{05318E5A-EED2-4376-A158-60FB42D6976B}"/>
              </a:ext>
            </a:extLst>
          </p:cNvPr>
          <p:cNvSpPr>
            <a:spLocks noGrp="1"/>
          </p:cNvSpPr>
          <p:nvPr>
            <p:ph type="body" sz="quarter" idx="17" hasCustomPrompt="1"/>
          </p:nvPr>
        </p:nvSpPr>
        <p:spPr>
          <a:xfrm>
            <a:off x="139870" y="3013598"/>
            <a:ext cx="1638380" cy="1637095"/>
          </a:xfrm>
          <a:noFill/>
        </p:spPr>
        <p:txBody>
          <a:bodyPr anchor="t"/>
          <a:lstStyle>
            <a:lvl1pPr marL="0" indent="0">
              <a:buNone/>
              <a:defRPr sz="1197">
                <a:solidFill>
                  <a:schemeClr val="tx1"/>
                </a:solidFill>
              </a:defRPr>
            </a:lvl1pPr>
          </a:lstStyle>
          <a:p>
            <a:pPr lvl="0"/>
            <a:r>
              <a:rPr lang="en-NL"/>
              <a:t>Text</a:t>
            </a:r>
            <a:endParaRPr lang="nl-NL"/>
          </a:p>
        </p:txBody>
      </p:sp>
      <p:sp>
        <p:nvSpPr>
          <p:cNvPr id="28" name="Text Placeholder 8">
            <a:extLst>
              <a:ext uri="{FF2B5EF4-FFF2-40B4-BE49-F238E27FC236}">
                <a16:creationId xmlns:a16="http://schemas.microsoft.com/office/drawing/2014/main" id="{4AC6E8B1-9E19-437D-90E1-210E6D44A32D}"/>
              </a:ext>
            </a:extLst>
          </p:cNvPr>
          <p:cNvSpPr>
            <a:spLocks noGrp="1"/>
          </p:cNvSpPr>
          <p:nvPr>
            <p:ph type="body" sz="quarter" idx="18" hasCustomPrompt="1"/>
          </p:nvPr>
        </p:nvSpPr>
        <p:spPr>
          <a:xfrm>
            <a:off x="2509774" y="3013598"/>
            <a:ext cx="1638380" cy="1641045"/>
          </a:xfrm>
          <a:noFill/>
        </p:spPr>
        <p:txBody>
          <a:bodyPr anchor="t"/>
          <a:lstStyle>
            <a:lvl1pPr marL="0" indent="0">
              <a:buNone/>
              <a:defRPr sz="1197">
                <a:solidFill>
                  <a:schemeClr val="tx1"/>
                </a:solidFill>
              </a:defRPr>
            </a:lvl1pPr>
          </a:lstStyle>
          <a:p>
            <a:pPr lvl="0"/>
            <a:r>
              <a:rPr lang="en-NL"/>
              <a:t>Text</a:t>
            </a:r>
            <a:endParaRPr lang="nl-NL"/>
          </a:p>
        </p:txBody>
      </p:sp>
      <p:sp>
        <p:nvSpPr>
          <p:cNvPr id="29" name="Text Placeholder 8">
            <a:extLst>
              <a:ext uri="{FF2B5EF4-FFF2-40B4-BE49-F238E27FC236}">
                <a16:creationId xmlns:a16="http://schemas.microsoft.com/office/drawing/2014/main" id="{10863563-6020-40E5-9C90-82D2F6850C26}"/>
              </a:ext>
            </a:extLst>
          </p:cNvPr>
          <p:cNvSpPr>
            <a:spLocks noGrp="1"/>
          </p:cNvSpPr>
          <p:nvPr>
            <p:ph type="body" sz="quarter" idx="19" hasCustomPrompt="1"/>
          </p:nvPr>
        </p:nvSpPr>
        <p:spPr>
          <a:xfrm>
            <a:off x="4941097" y="3018937"/>
            <a:ext cx="1638380" cy="1641045"/>
          </a:xfrm>
          <a:noFill/>
        </p:spPr>
        <p:txBody>
          <a:bodyPr anchor="t"/>
          <a:lstStyle>
            <a:lvl1pPr marL="0" indent="0">
              <a:buNone/>
              <a:defRPr sz="1197">
                <a:solidFill>
                  <a:schemeClr val="tx1"/>
                </a:solidFill>
              </a:defRPr>
            </a:lvl1pPr>
          </a:lstStyle>
          <a:p>
            <a:pPr lvl="0"/>
            <a:r>
              <a:rPr lang="en-NL"/>
              <a:t>Text</a:t>
            </a:r>
            <a:endParaRPr lang="nl-NL"/>
          </a:p>
        </p:txBody>
      </p:sp>
      <p:sp>
        <p:nvSpPr>
          <p:cNvPr id="30" name="Text Placeholder 8">
            <a:extLst>
              <a:ext uri="{FF2B5EF4-FFF2-40B4-BE49-F238E27FC236}">
                <a16:creationId xmlns:a16="http://schemas.microsoft.com/office/drawing/2014/main" id="{DF8FA176-ECB2-42E4-92F0-96000A4A353D}"/>
              </a:ext>
            </a:extLst>
          </p:cNvPr>
          <p:cNvSpPr>
            <a:spLocks noGrp="1"/>
          </p:cNvSpPr>
          <p:nvPr>
            <p:ph type="body" sz="quarter" idx="20" hasCustomPrompt="1"/>
          </p:nvPr>
        </p:nvSpPr>
        <p:spPr>
          <a:xfrm>
            <a:off x="7351678" y="3010775"/>
            <a:ext cx="1638380" cy="1641045"/>
          </a:xfrm>
          <a:noFill/>
        </p:spPr>
        <p:txBody>
          <a:bodyPr anchor="t"/>
          <a:lstStyle>
            <a:lvl1pPr marL="0" indent="0">
              <a:buNone/>
              <a:defRPr sz="1197">
                <a:solidFill>
                  <a:schemeClr val="tx1"/>
                </a:solidFill>
              </a:defRPr>
            </a:lvl1pPr>
          </a:lstStyle>
          <a:p>
            <a:pPr lvl="0"/>
            <a:r>
              <a:rPr lang="en-NL"/>
              <a:t>Text</a:t>
            </a:r>
            <a:endParaRPr lang="nl-NL"/>
          </a:p>
        </p:txBody>
      </p:sp>
      <p:sp>
        <p:nvSpPr>
          <p:cNvPr id="31" name="Text Placeholder 8">
            <a:extLst>
              <a:ext uri="{FF2B5EF4-FFF2-40B4-BE49-F238E27FC236}">
                <a16:creationId xmlns:a16="http://schemas.microsoft.com/office/drawing/2014/main" id="{F419EF1E-05FD-4165-93F1-E95735AB2103}"/>
              </a:ext>
            </a:extLst>
          </p:cNvPr>
          <p:cNvSpPr>
            <a:spLocks noGrp="1"/>
          </p:cNvSpPr>
          <p:nvPr>
            <p:ph type="body" sz="quarter" idx="21" hasCustomPrompt="1"/>
          </p:nvPr>
        </p:nvSpPr>
        <p:spPr>
          <a:xfrm>
            <a:off x="272834" y="2529705"/>
            <a:ext cx="1379469" cy="318820"/>
          </a:xfrm>
          <a:noFill/>
        </p:spPr>
        <p:txBody>
          <a:bodyPr anchor="t"/>
          <a:lstStyle>
            <a:lvl1pPr marL="0" indent="0" algn="ctr">
              <a:buNone/>
              <a:defRPr sz="1397" b="1">
                <a:solidFill>
                  <a:srgbClr val="0066A1"/>
                </a:solidFill>
              </a:defRPr>
            </a:lvl1pPr>
          </a:lstStyle>
          <a:p>
            <a:pPr lvl="0"/>
            <a:r>
              <a:rPr lang="en-NL"/>
              <a:t>Text</a:t>
            </a:r>
            <a:endParaRPr lang="nl-NL"/>
          </a:p>
        </p:txBody>
      </p:sp>
      <p:sp>
        <p:nvSpPr>
          <p:cNvPr id="32" name="Text Placeholder 8">
            <a:extLst>
              <a:ext uri="{FF2B5EF4-FFF2-40B4-BE49-F238E27FC236}">
                <a16:creationId xmlns:a16="http://schemas.microsoft.com/office/drawing/2014/main" id="{B2EB793B-3476-447D-8EB5-C1CD79F0FBB1}"/>
              </a:ext>
            </a:extLst>
          </p:cNvPr>
          <p:cNvSpPr>
            <a:spLocks noGrp="1"/>
          </p:cNvSpPr>
          <p:nvPr>
            <p:ph type="body" sz="quarter" idx="22" hasCustomPrompt="1"/>
          </p:nvPr>
        </p:nvSpPr>
        <p:spPr>
          <a:xfrm>
            <a:off x="2642740" y="2529705"/>
            <a:ext cx="1379469" cy="318820"/>
          </a:xfrm>
          <a:noFill/>
        </p:spPr>
        <p:txBody>
          <a:bodyPr anchor="t"/>
          <a:lstStyle>
            <a:lvl1pPr marL="0" indent="0" algn="ctr">
              <a:buNone/>
              <a:defRPr sz="1397" b="1">
                <a:solidFill>
                  <a:srgbClr val="0066A1"/>
                </a:solidFill>
              </a:defRPr>
            </a:lvl1pPr>
          </a:lstStyle>
          <a:p>
            <a:pPr lvl="0"/>
            <a:r>
              <a:rPr lang="en-NL"/>
              <a:t>Text</a:t>
            </a:r>
            <a:endParaRPr lang="nl-NL"/>
          </a:p>
        </p:txBody>
      </p:sp>
      <p:sp>
        <p:nvSpPr>
          <p:cNvPr id="33" name="Text Placeholder 8">
            <a:extLst>
              <a:ext uri="{FF2B5EF4-FFF2-40B4-BE49-F238E27FC236}">
                <a16:creationId xmlns:a16="http://schemas.microsoft.com/office/drawing/2014/main" id="{8F0BB183-D912-4230-92B4-AE34BA231283}"/>
              </a:ext>
            </a:extLst>
          </p:cNvPr>
          <p:cNvSpPr>
            <a:spLocks noGrp="1"/>
          </p:cNvSpPr>
          <p:nvPr>
            <p:ph type="body" sz="quarter" idx="23" hasCustomPrompt="1"/>
          </p:nvPr>
        </p:nvSpPr>
        <p:spPr>
          <a:xfrm>
            <a:off x="5074061" y="2535045"/>
            <a:ext cx="1379469" cy="318820"/>
          </a:xfrm>
          <a:noFill/>
        </p:spPr>
        <p:txBody>
          <a:bodyPr anchor="t"/>
          <a:lstStyle>
            <a:lvl1pPr marL="0" indent="0" algn="ctr">
              <a:buNone/>
              <a:defRPr sz="1397" b="1">
                <a:solidFill>
                  <a:srgbClr val="0066A1"/>
                </a:solidFill>
              </a:defRPr>
            </a:lvl1pPr>
          </a:lstStyle>
          <a:p>
            <a:pPr lvl="0"/>
            <a:r>
              <a:rPr lang="en-NL"/>
              <a:t>Text</a:t>
            </a:r>
            <a:endParaRPr lang="nl-NL"/>
          </a:p>
        </p:txBody>
      </p:sp>
      <p:sp>
        <p:nvSpPr>
          <p:cNvPr id="34" name="Text Placeholder 8">
            <a:extLst>
              <a:ext uri="{FF2B5EF4-FFF2-40B4-BE49-F238E27FC236}">
                <a16:creationId xmlns:a16="http://schemas.microsoft.com/office/drawing/2014/main" id="{889C85F0-8873-43B9-9490-3800E8D8D2AC}"/>
              </a:ext>
            </a:extLst>
          </p:cNvPr>
          <p:cNvSpPr>
            <a:spLocks noGrp="1"/>
          </p:cNvSpPr>
          <p:nvPr>
            <p:ph type="body" sz="quarter" idx="24" hasCustomPrompt="1"/>
          </p:nvPr>
        </p:nvSpPr>
        <p:spPr>
          <a:xfrm>
            <a:off x="7475552" y="2535045"/>
            <a:ext cx="1379469" cy="318820"/>
          </a:xfrm>
          <a:noFill/>
        </p:spPr>
        <p:txBody>
          <a:bodyPr anchor="t"/>
          <a:lstStyle>
            <a:lvl1pPr marL="0" indent="0" algn="ctr">
              <a:buNone/>
              <a:defRPr sz="1397" b="1">
                <a:solidFill>
                  <a:srgbClr val="0066A1"/>
                </a:solidFill>
              </a:defRPr>
            </a:lvl1pPr>
          </a:lstStyle>
          <a:p>
            <a:pPr lvl="0"/>
            <a:r>
              <a:rPr lang="en-NL"/>
              <a:t>Text</a:t>
            </a:r>
            <a:endParaRPr lang="nl-NL"/>
          </a:p>
        </p:txBody>
      </p:sp>
      <p:sp>
        <p:nvSpPr>
          <p:cNvPr id="22" name="Slide Number Placeholder 5">
            <a:extLst>
              <a:ext uri="{FF2B5EF4-FFF2-40B4-BE49-F238E27FC236}">
                <a16:creationId xmlns:a16="http://schemas.microsoft.com/office/drawing/2014/main" id="{EE0E3506-562C-4FD3-AC9A-902E198049D2}"/>
              </a:ext>
            </a:extLst>
          </p:cNvPr>
          <p:cNvSpPr>
            <a:spLocks noGrp="1"/>
          </p:cNvSpPr>
          <p:nvPr>
            <p:ph type="sldNum" sz="quarter" idx="4"/>
          </p:nvPr>
        </p:nvSpPr>
        <p:spPr>
          <a:xfrm>
            <a:off x="4350366" y="4782570"/>
            <a:ext cx="443268" cy="216025"/>
          </a:xfrm>
          <a:prstGeom prst="rect">
            <a:avLst/>
          </a:prstGeom>
        </p:spPr>
        <p:txBody>
          <a:bodyPr vert="horz" lIns="91440" tIns="45720" rIns="91440" bIns="45720" rtlCol="0" anchor="ctr"/>
          <a:lstStyle>
            <a:lvl1pPr algn="ctr">
              <a:defRPr sz="998">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541669147"/>
      </p:ext>
    </p:extLst>
  </p:cSld>
  <p:clrMapOvr>
    <a:masterClrMapping/>
  </p:clrMapOvr>
  <p:hf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3-step approach">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5" name="Arrow: Chevron 4">
            <a:extLst>
              <a:ext uri="{FF2B5EF4-FFF2-40B4-BE49-F238E27FC236}">
                <a16:creationId xmlns:a16="http://schemas.microsoft.com/office/drawing/2014/main" id="{7F25E1A7-5687-474A-8770-B27BD9D8ABB3}"/>
              </a:ext>
            </a:extLst>
          </p:cNvPr>
          <p:cNvSpPr/>
          <p:nvPr userDrawn="1"/>
        </p:nvSpPr>
        <p:spPr>
          <a:xfrm>
            <a:off x="330122" y="1121718"/>
            <a:ext cx="2562534" cy="318820"/>
          </a:xfrm>
          <a:custGeom>
            <a:avLst/>
            <a:gdLst>
              <a:gd name="connsiteX0" fmla="*/ 0 w 1944216"/>
              <a:gd name="connsiteY0" fmla="*/ 0 h 318820"/>
              <a:gd name="connsiteX1" fmla="*/ 1784806 w 1944216"/>
              <a:gd name="connsiteY1" fmla="*/ 0 h 318820"/>
              <a:gd name="connsiteX2" fmla="*/ 1944216 w 1944216"/>
              <a:gd name="connsiteY2" fmla="*/ 159410 h 318820"/>
              <a:gd name="connsiteX3" fmla="*/ 1784806 w 1944216"/>
              <a:gd name="connsiteY3" fmla="*/ 318820 h 318820"/>
              <a:gd name="connsiteX4" fmla="*/ 0 w 1944216"/>
              <a:gd name="connsiteY4" fmla="*/ 318820 h 318820"/>
              <a:gd name="connsiteX5" fmla="*/ 159410 w 1944216"/>
              <a:gd name="connsiteY5" fmla="*/ 159410 h 318820"/>
              <a:gd name="connsiteX6" fmla="*/ 0 w 1944216"/>
              <a:gd name="connsiteY6" fmla="*/ 0 h 318820"/>
              <a:gd name="connsiteX0" fmla="*/ 134 w 1944350"/>
              <a:gd name="connsiteY0" fmla="*/ 0 h 318820"/>
              <a:gd name="connsiteX1" fmla="*/ 1784940 w 1944350"/>
              <a:gd name="connsiteY1" fmla="*/ 0 h 318820"/>
              <a:gd name="connsiteX2" fmla="*/ 1944350 w 1944350"/>
              <a:gd name="connsiteY2" fmla="*/ 159410 h 318820"/>
              <a:gd name="connsiteX3" fmla="*/ 1784940 w 1944350"/>
              <a:gd name="connsiteY3" fmla="*/ 318820 h 318820"/>
              <a:gd name="connsiteX4" fmla="*/ 134 w 1944350"/>
              <a:gd name="connsiteY4" fmla="*/ 318820 h 318820"/>
              <a:gd name="connsiteX5" fmla="*/ 0 w 1944350"/>
              <a:gd name="connsiteY5" fmla="*/ 159410 h 318820"/>
              <a:gd name="connsiteX6" fmla="*/ 134 w 1944350"/>
              <a:gd name="connsiteY6" fmla="*/ 0 h 31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350" h="318820">
                <a:moveTo>
                  <a:pt x="134" y="0"/>
                </a:moveTo>
                <a:lnTo>
                  <a:pt x="1784940" y="0"/>
                </a:lnTo>
                <a:lnTo>
                  <a:pt x="1944350" y="159410"/>
                </a:lnTo>
                <a:lnTo>
                  <a:pt x="1784940" y="318820"/>
                </a:lnTo>
                <a:lnTo>
                  <a:pt x="134" y="318820"/>
                </a:lnTo>
                <a:cubicBezTo>
                  <a:pt x="89" y="265683"/>
                  <a:pt x="45" y="212547"/>
                  <a:pt x="0" y="159410"/>
                </a:cubicBezTo>
                <a:cubicBezTo>
                  <a:pt x="45" y="106273"/>
                  <a:pt x="89" y="53137"/>
                  <a:pt x="134" y="0"/>
                </a:cubicBezTo>
                <a:close/>
              </a:path>
            </a:pathLst>
          </a:cu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solidFill>
                <a:schemeClr val="tx1"/>
              </a:solidFill>
            </a:endParaRPr>
          </a:p>
        </p:txBody>
      </p:sp>
      <p:sp>
        <p:nvSpPr>
          <p:cNvPr id="7" name="Arrow: Chevron 6">
            <a:extLst>
              <a:ext uri="{FF2B5EF4-FFF2-40B4-BE49-F238E27FC236}">
                <a16:creationId xmlns:a16="http://schemas.microsoft.com/office/drawing/2014/main" id="{94360271-E532-428D-9B25-8618125630EA}"/>
              </a:ext>
            </a:extLst>
          </p:cNvPr>
          <p:cNvSpPr/>
          <p:nvPr userDrawn="1"/>
        </p:nvSpPr>
        <p:spPr>
          <a:xfrm>
            <a:off x="3315156" y="1121718"/>
            <a:ext cx="2562534"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solidFill>
                <a:schemeClr val="tx1"/>
              </a:solidFill>
            </a:endParaRPr>
          </a:p>
        </p:txBody>
      </p:sp>
      <p:sp>
        <p:nvSpPr>
          <p:cNvPr id="26" name="Arrow: Chevron 25">
            <a:extLst>
              <a:ext uri="{FF2B5EF4-FFF2-40B4-BE49-F238E27FC236}">
                <a16:creationId xmlns:a16="http://schemas.microsoft.com/office/drawing/2014/main" id="{04989A16-12EB-416A-9C34-B3BF190320EC}"/>
              </a:ext>
            </a:extLst>
          </p:cNvPr>
          <p:cNvSpPr/>
          <p:nvPr userDrawn="1"/>
        </p:nvSpPr>
        <p:spPr>
          <a:xfrm>
            <a:off x="6300193" y="1121718"/>
            <a:ext cx="2562534"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solidFill>
                <a:schemeClr val="tx1"/>
              </a:solidFill>
            </a:endParaRPr>
          </a:p>
        </p:txBody>
      </p:sp>
      <p:sp>
        <p:nvSpPr>
          <p:cNvPr id="31" name="Text Placeholder 8">
            <a:extLst>
              <a:ext uri="{FF2B5EF4-FFF2-40B4-BE49-F238E27FC236}">
                <a16:creationId xmlns:a16="http://schemas.microsoft.com/office/drawing/2014/main" id="{F419EF1E-05FD-4165-93F1-E95735AB2103}"/>
              </a:ext>
            </a:extLst>
          </p:cNvPr>
          <p:cNvSpPr>
            <a:spLocks noGrp="1"/>
          </p:cNvSpPr>
          <p:nvPr>
            <p:ph type="body" sz="quarter" idx="21" hasCustomPrompt="1"/>
          </p:nvPr>
        </p:nvSpPr>
        <p:spPr>
          <a:xfrm>
            <a:off x="351390" y="1119408"/>
            <a:ext cx="2364032" cy="305740"/>
          </a:xfrm>
          <a:noFill/>
        </p:spPr>
        <p:txBody>
          <a:bodyPr anchor="t"/>
          <a:lstStyle>
            <a:lvl1pPr marL="0" indent="0" algn="ctr">
              <a:buNone/>
              <a:defRPr sz="1397" b="1">
                <a:solidFill>
                  <a:schemeClr val="bg1"/>
                </a:solidFill>
              </a:defRPr>
            </a:lvl1pPr>
          </a:lstStyle>
          <a:p>
            <a:pPr lvl="0"/>
            <a:r>
              <a:rPr lang="en-NL"/>
              <a:t>Text</a:t>
            </a:r>
            <a:endParaRPr lang="nl-NL"/>
          </a:p>
        </p:txBody>
      </p:sp>
      <p:sp>
        <p:nvSpPr>
          <p:cNvPr id="35" name="Text Placeholder 8">
            <a:extLst>
              <a:ext uri="{FF2B5EF4-FFF2-40B4-BE49-F238E27FC236}">
                <a16:creationId xmlns:a16="http://schemas.microsoft.com/office/drawing/2014/main" id="{3ACDE5C7-87E3-483D-AB5E-E479F4CC9DE9}"/>
              </a:ext>
            </a:extLst>
          </p:cNvPr>
          <p:cNvSpPr>
            <a:spLocks noGrp="1"/>
          </p:cNvSpPr>
          <p:nvPr>
            <p:ph type="body" sz="quarter" idx="25" hasCustomPrompt="1"/>
          </p:nvPr>
        </p:nvSpPr>
        <p:spPr>
          <a:xfrm>
            <a:off x="3491881" y="1128258"/>
            <a:ext cx="2232248" cy="305740"/>
          </a:xfrm>
          <a:noFill/>
        </p:spPr>
        <p:txBody>
          <a:bodyPr anchor="t"/>
          <a:lstStyle>
            <a:lvl1pPr marL="0" indent="0" algn="ctr">
              <a:buNone/>
              <a:defRPr sz="1397" b="1">
                <a:solidFill>
                  <a:schemeClr val="bg1"/>
                </a:solidFill>
              </a:defRPr>
            </a:lvl1pPr>
          </a:lstStyle>
          <a:p>
            <a:pPr lvl="0"/>
            <a:r>
              <a:rPr lang="en-NL"/>
              <a:t>Text</a:t>
            </a:r>
            <a:endParaRPr lang="nl-NL"/>
          </a:p>
        </p:txBody>
      </p:sp>
      <p:sp>
        <p:nvSpPr>
          <p:cNvPr id="36" name="Text Placeholder 8">
            <a:extLst>
              <a:ext uri="{FF2B5EF4-FFF2-40B4-BE49-F238E27FC236}">
                <a16:creationId xmlns:a16="http://schemas.microsoft.com/office/drawing/2014/main" id="{07F7326B-0646-429D-96C8-EF7B92FD378E}"/>
              </a:ext>
            </a:extLst>
          </p:cNvPr>
          <p:cNvSpPr>
            <a:spLocks noGrp="1"/>
          </p:cNvSpPr>
          <p:nvPr>
            <p:ph type="body" sz="quarter" idx="26" hasCustomPrompt="1"/>
          </p:nvPr>
        </p:nvSpPr>
        <p:spPr>
          <a:xfrm>
            <a:off x="6444208" y="1125513"/>
            <a:ext cx="2232248" cy="305740"/>
          </a:xfrm>
          <a:noFill/>
        </p:spPr>
        <p:txBody>
          <a:bodyPr anchor="t"/>
          <a:lstStyle>
            <a:lvl1pPr marL="0" indent="0" algn="ctr">
              <a:buNone/>
              <a:defRPr sz="1397" b="1">
                <a:solidFill>
                  <a:schemeClr val="bg1"/>
                </a:solidFill>
              </a:defRPr>
            </a:lvl1pPr>
          </a:lstStyle>
          <a:p>
            <a:pPr lvl="0"/>
            <a:r>
              <a:rPr lang="en-NL"/>
              <a:t>Text</a:t>
            </a:r>
            <a:endParaRPr lang="nl-NL"/>
          </a:p>
        </p:txBody>
      </p:sp>
      <p:sp>
        <p:nvSpPr>
          <p:cNvPr id="38" name="Text Placeholder 8">
            <a:extLst>
              <a:ext uri="{FF2B5EF4-FFF2-40B4-BE49-F238E27FC236}">
                <a16:creationId xmlns:a16="http://schemas.microsoft.com/office/drawing/2014/main" id="{064E96BF-F7A6-4B28-80DE-B0E127FEC7EA}"/>
              </a:ext>
            </a:extLst>
          </p:cNvPr>
          <p:cNvSpPr>
            <a:spLocks noGrp="1"/>
          </p:cNvSpPr>
          <p:nvPr>
            <p:ph type="body" sz="quarter" idx="28" hasCustomPrompt="1"/>
          </p:nvPr>
        </p:nvSpPr>
        <p:spPr>
          <a:xfrm>
            <a:off x="3315157" y="1700997"/>
            <a:ext cx="2408972" cy="2398248"/>
          </a:xfrm>
          <a:noFill/>
        </p:spPr>
        <p:txBody>
          <a:bodyPr anchor="t"/>
          <a:lstStyle>
            <a:lvl1pPr marL="0" indent="0">
              <a:buNone/>
              <a:defRPr sz="1197">
                <a:solidFill>
                  <a:schemeClr val="tx1"/>
                </a:solidFill>
              </a:defRPr>
            </a:lvl1pPr>
          </a:lstStyle>
          <a:p>
            <a:pPr lvl="0"/>
            <a:r>
              <a:rPr lang="en-NL"/>
              <a:t>Text</a:t>
            </a:r>
            <a:endParaRPr lang="nl-NL"/>
          </a:p>
        </p:txBody>
      </p:sp>
      <p:sp>
        <p:nvSpPr>
          <p:cNvPr id="39" name="Text Placeholder 8">
            <a:extLst>
              <a:ext uri="{FF2B5EF4-FFF2-40B4-BE49-F238E27FC236}">
                <a16:creationId xmlns:a16="http://schemas.microsoft.com/office/drawing/2014/main" id="{484A7BBE-8700-471C-A8E2-8EAE3B5487BF}"/>
              </a:ext>
            </a:extLst>
          </p:cNvPr>
          <p:cNvSpPr>
            <a:spLocks noGrp="1"/>
          </p:cNvSpPr>
          <p:nvPr>
            <p:ph type="body" sz="quarter" idx="29" hasCustomPrompt="1"/>
          </p:nvPr>
        </p:nvSpPr>
        <p:spPr>
          <a:xfrm>
            <a:off x="351390" y="1700997"/>
            <a:ext cx="2364032" cy="2398248"/>
          </a:xfrm>
          <a:noFill/>
        </p:spPr>
        <p:txBody>
          <a:bodyPr anchor="t"/>
          <a:lstStyle>
            <a:lvl1pPr marL="0" indent="0">
              <a:buNone/>
              <a:defRPr sz="1197">
                <a:solidFill>
                  <a:schemeClr val="tx1"/>
                </a:solidFill>
              </a:defRPr>
            </a:lvl1pPr>
          </a:lstStyle>
          <a:p>
            <a:pPr lvl="0"/>
            <a:r>
              <a:rPr lang="en-NL"/>
              <a:t>Text</a:t>
            </a:r>
            <a:endParaRPr lang="nl-NL"/>
          </a:p>
        </p:txBody>
      </p:sp>
      <p:sp>
        <p:nvSpPr>
          <p:cNvPr id="40" name="Text Placeholder 8">
            <a:extLst>
              <a:ext uri="{FF2B5EF4-FFF2-40B4-BE49-F238E27FC236}">
                <a16:creationId xmlns:a16="http://schemas.microsoft.com/office/drawing/2014/main" id="{107C6B67-9918-4228-8DFD-6B20B2F60591}"/>
              </a:ext>
            </a:extLst>
          </p:cNvPr>
          <p:cNvSpPr>
            <a:spLocks noGrp="1"/>
          </p:cNvSpPr>
          <p:nvPr>
            <p:ph type="body" sz="quarter" idx="30" hasCustomPrompt="1"/>
          </p:nvPr>
        </p:nvSpPr>
        <p:spPr>
          <a:xfrm>
            <a:off x="6300192" y="1700997"/>
            <a:ext cx="2376264" cy="2398248"/>
          </a:xfrm>
          <a:noFill/>
        </p:spPr>
        <p:txBody>
          <a:bodyPr anchor="t"/>
          <a:lstStyle>
            <a:lvl1pPr marL="0" indent="0">
              <a:buNone/>
              <a:defRPr sz="1197">
                <a:solidFill>
                  <a:schemeClr val="tx1"/>
                </a:solidFill>
              </a:defRPr>
            </a:lvl1pPr>
          </a:lstStyle>
          <a:p>
            <a:pPr lvl="0"/>
            <a:r>
              <a:rPr lang="en-NL"/>
              <a:t>Text</a:t>
            </a:r>
            <a:endParaRPr lang="nl-NL"/>
          </a:p>
        </p:txBody>
      </p:sp>
      <p:sp>
        <p:nvSpPr>
          <p:cNvPr id="14" name="Slide Number Placeholder 5">
            <a:extLst>
              <a:ext uri="{FF2B5EF4-FFF2-40B4-BE49-F238E27FC236}">
                <a16:creationId xmlns:a16="http://schemas.microsoft.com/office/drawing/2014/main" id="{88C424D4-5659-466D-B720-673DCD7153EE}"/>
              </a:ext>
            </a:extLst>
          </p:cNvPr>
          <p:cNvSpPr>
            <a:spLocks noGrp="1"/>
          </p:cNvSpPr>
          <p:nvPr>
            <p:ph type="sldNum" sz="quarter" idx="4"/>
          </p:nvPr>
        </p:nvSpPr>
        <p:spPr>
          <a:xfrm>
            <a:off x="4350366" y="4782570"/>
            <a:ext cx="443268" cy="216025"/>
          </a:xfrm>
          <a:prstGeom prst="rect">
            <a:avLst/>
          </a:prstGeom>
        </p:spPr>
        <p:txBody>
          <a:bodyPr vert="horz" lIns="91440" tIns="45720" rIns="91440" bIns="45720" rtlCol="0" anchor="ctr"/>
          <a:lstStyle>
            <a:lvl1pPr algn="ctr">
              <a:defRPr sz="998">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678630030"/>
      </p:ext>
    </p:extLst>
  </p:cSld>
  <p:clrMapOvr>
    <a:masterClrMapping/>
  </p:clrMapOvr>
  <p:hf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4-step approach">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5" name="Arrow: Chevron 4">
            <a:extLst>
              <a:ext uri="{FF2B5EF4-FFF2-40B4-BE49-F238E27FC236}">
                <a16:creationId xmlns:a16="http://schemas.microsoft.com/office/drawing/2014/main" id="{7F25E1A7-5687-474A-8770-B27BD9D8ABB3}"/>
              </a:ext>
            </a:extLst>
          </p:cNvPr>
          <p:cNvSpPr/>
          <p:nvPr userDrawn="1"/>
        </p:nvSpPr>
        <p:spPr>
          <a:xfrm>
            <a:off x="330121" y="1121718"/>
            <a:ext cx="1944350" cy="318820"/>
          </a:xfrm>
          <a:custGeom>
            <a:avLst/>
            <a:gdLst>
              <a:gd name="connsiteX0" fmla="*/ 0 w 1944216"/>
              <a:gd name="connsiteY0" fmla="*/ 0 h 318820"/>
              <a:gd name="connsiteX1" fmla="*/ 1784806 w 1944216"/>
              <a:gd name="connsiteY1" fmla="*/ 0 h 318820"/>
              <a:gd name="connsiteX2" fmla="*/ 1944216 w 1944216"/>
              <a:gd name="connsiteY2" fmla="*/ 159410 h 318820"/>
              <a:gd name="connsiteX3" fmla="*/ 1784806 w 1944216"/>
              <a:gd name="connsiteY3" fmla="*/ 318820 h 318820"/>
              <a:gd name="connsiteX4" fmla="*/ 0 w 1944216"/>
              <a:gd name="connsiteY4" fmla="*/ 318820 h 318820"/>
              <a:gd name="connsiteX5" fmla="*/ 159410 w 1944216"/>
              <a:gd name="connsiteY5" fmla="*/ 159410 h 318820"/>
              <a:gd name="connsiteX6" fmla="*/ 0 w 1944216"/>
              <a:gd name="connsiteY6" fmla="*/ 0 h 318820"/>
              <a:gd name="connsiteX0" fmla="*/ 134 w 1944350"/>
              <a:gd name="connsiteY0" fmla="*/ 0 h 318820"/>
              <a:gd name="connsiteX1" fmla="*/ 1784940 w 1944350"/>
              <a:gd name="connsiteY1" fmla="*/ 0 h 318820"/>
              <a:gd name="connsiteX2" fmla="*/ 1944350 w 1944350"/>
              <a:gd name="connsiteY2" fmla="*/ 159410 h 318820"/>
              <a:gd name="connsiteX3" fmla="*/ 1784940 w 1944350"/>
              <a:gd name="connsiteY3" fmla="*/ 318820 h 318820"/>
              <a:gd name="connsiteX4" fmla="*/ 134 w 1944350"/>
              <a:gd name="connsiteY4" fmla="*/ 318820 h 318820"/>
              <a:gd name="connsiteX5" fmla="*/ 0 w 1944350"/>
              <a:gd name="connsiteY5" fmla="*/ 159410 h 318820"/>
              <a:gd name="connsiteX6" fmla="*/ 134 w 1944350"/>
              <a:gd name="connsiteY6" fmla="*/ 0 h 31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350" h="318820">
                <a:moveTo>
                  <a:pt x="134" y="0"/>
                </a:moveTo>
                <a:lnTo>
                  <a:pt x="1784940" y="0"/>
                </a:lnTo>
                <a:lnTo>
                  <a:pt x="1944350" y="159410"/>
                </a:lnTo>
                <a:lnTo>
                  <a:pt x="1784940" y="318820"/>
                </a:lnTo>
                <a:lnTo>
                  <a:pt x="134" y="318820"/>
                </a:lnTo>
                <a:cubicBezTo>
                  <a:pt x="89" y="265683"/>
                  <a:pt x="45" y="212547"/>
                  <a:pt x="0" y="159410"/>
                </a:cubicBezTo>
                <a:cubicBezTo>
                  <a:pt x="45" y="106273"/>
                  <a:pt x="89" y="53137"/>
                  <a:pt x="134" y="0"/>
                </a:cubicBezTo>
                <a:close/>
              </a:path>
            </a:pathLst>
          </a:cu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solidFill>
                <a:schemeClr val="tx1"/>
              </a:solidFill>
            </a:endParaRPr>
          </a:p>
        </p:txBody>
      </p:sp>
      <p:sp>
        <p:nvSpPr>
          <p:cNvPr id="7" name="Arrow: Chevron 6">
            <a:extLst>
              <a:ext uri="{FF2B5EF4-FFF2-40B4-BE49-F238E27FC236}">
                <a16:creationId xmlns:a16="http://schemas.microsoft.com/office/drawing/2014/main" id="{94360271-E532-428D-9B25-8618125630EA}"/>
              </a:ext>
            </a:extLst>
          </p:cNvPr>
          <p:cNvSpPr/>
          <p:nvPr userDrawn="1"/>
        </p:nvSpPr>
        <p:spPr>
          <a:xfrm>
            <a:off x="2543412" y="1121718"/>
            <a:ext cx="1944350"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solidFill>
                <a:schemeClr val="tx1"/>
              </a:solidFill>
            </a:endParaRPr>
          </a:p>
        </p:txBody>
      </p:sp>
      <p:sp>
        <p:nvSpPr>
          <p:cNvPr id="26" name="Arrow: Chevron 25">
            <a:extLst>
              <a:ext uri="{FF2B5EF4-FFF2-40B4-BE49-F238E27FC236}">
                <a16:creationId xmlns:a16="http://schemas.microsoft.com/office/drawing/2014/main" id="{04989A16-12EB-416A-9C34-B3BF190320EC}"/>
              </a:ext>
            </a:extLst>
          </p:cNvPr>
          <p:cNvSpPr/>
          <p:nvPr userDrawn="1"/>
        </p:nvSpPr>
        <p:spPr>
          <a:xfrm>
            <a:off x="4745770" y="1121718"/>
            <a:ext cx="1944350"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solidFill>
                <a:schemeClr val="tx1"/>
              </a:solidFill>
            </a:endParaRPr>
          </a:p>
        </p:txBody>
      </p:sp>
      <p:sp>
        <p:nvSpPr>
          <p:cNvPr id="27" name="Arrow: Chevron 26">
            <a:extLst>
              <a:ext uri="{FF2B5EF4-FFF2-40B4-BE49-F238E27FC236}">
                <a16:creationId xmlns:a16="http://schemas.microsoft.com/office/drawing/2014/main" id="{9DE63500-CD6F-45A0-9B46-A89F7E248263}"/>
              </a:ext>
            </a:extLst>
          </p:cNvPr>
          <p:cNvSpPr/>
          <p:nvPr userDrawn="1"/>
        </p:nvSpPr>
        <p:spPr>
          <a:xfrm>
            <a:off x="6948132" y="1121718"/>
            <a:ext cx="1944350"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solidFill>
                <a:schemeClr val="tx1"/>
              </a:solidFill>
            </a:endParaRPr>
          </a:p>
        </p:txBody>
      </p:sp>
      <p:sp>
        <p:nvSpPr>
          <p:cNvPr id="31" name="Text Placeholder 8">
            <a:extLst>
              <a:ext uri="{FF2B5EF4-FFF2-40B4-BE49-F238E27FC236}">
                <a16:creationId xmlns:a16="http://schemas.microsoft.com/office/drawing/2014/main" id="{F419EF1E-05FD-4165-93F1-E95735AB2103}"/>
              </a:ext>
            </a:extLst>
          </p:cNvPr>
          <p:cNvSpPr>
            <a:spLocks noGrp="1"/>
          </p:cNvSpPr>
          <p:nvPr>
            <p:ph type="body" sz="quarter" idx="21" hasCustomPrompt="1"/>
          </p:nvPr>
        </p:nvSpPr>
        <p:spPr>
          <a:xfrm>
            <a:off x="351391" y="1128258"/>
            <a:ext cx="1772339" cy="305740"/>
          </a:xfrm>
          <a:noFill/>
        </p:spPr>
        <p:txBody>
          <a:bodyPr anchor="t"/>
          <a:lstStyle>
            <a:lvl1pPr marL="0" indent="0" algn="ctr">
              <a:buNone/>
              <a:defRPr sz="1397" b="1">
                <a:solidFill>
                  <a:schemeClr val="bg1"/>
                </a:solidFill>
              </a:defRPr>
            </a:lvl1pPr>
          </a:lstStyle>
          <a:p>
            <a:pPr lvl="0"/>
            <a:r>
              <a:rPr lang="en-NL"/>
              <a:t>Text</a:t>
            </a:r>
            <a:endParaRPr lang="nl-NL"/>
          </a:p>
        </p:txBody>
      </p:sp>
      <p:sp>
        <p:nvSpPr>
          <p:cNvPr id="35" name="Text Placeholder 8">
            <a:extLst>
              <a:ext uri="{FF2B5EF4-FFF2-40B4-BE49-F238E27FC236}">
                <a16:creationId xmlns:a16="http://schemas.microsoft.com/office/drawing/2014/main" id="{3ACDE5C7-87E3-483D-AB5E-E479F4CC9DE9}"/>
              </a:ext>
            </a:extLst>
          </p:cNvPr>
          <p:cNvSpPr>
            <a:spLocks noGrp="1"/>
          </p:cNvSpPr>
          <p:nvPr>
            <p:ph type="body" sz="quarter" idx="25" hasCustomPrompt="1"/>
          </p:nvPr>
        </p:nvSpPr>
        <p:spPr>
          <a:xfrm>
            <a:off x="2715421" y="1128258"/>
            <a:ext cx="1598400" cy="305740"/>
          </a:xfrm>
          <a:noFill/>
        </p:spPr>
        <p:txBody>
          <a:bodyPr anchor="t"/>
          <a:lstStyle>
            <a:lvl1pPr marL="0" indent="0" algn="ctr">
              <a:buNone/>
              <a:defRPr sz="1397" b="1">
                <a:solidFill>
                  <a:schemeClr val="bg1"/>
                </a:solidFill>
              </a:defRPr>
            </a:lvl1pPr>
          </a:lstStyle>
          <a:p>
            <a:pPr lvl="0"/>
            <a:r>
              <a:rPr lang="en-NL"/>
              <a:t>Text</a:t>
            </a:r>
            <a:endParaRPr lang="nl-NL"/>
          </a:p>
        </p:txBody>
      </p:sp>
      <p:sp>
        <p:nvSpPr>
          <p:cNvPr id="36" name="Text Placeholder 8">
            <a:extLst>
              <a:ext uri="{FF2B5EF4-FFF2-40B4-BE49-F238E27FC236}">
                <a16:creationId xmlns:a16="http://schemas.microsoft.com/office/drawing/2014/main" id="{07F7326B-0646-429D-96C8-EF7B92FD378E}"/>
              </a:ext>
            </a:extLst>
          </p:cNvPr>
          <p:cNvSpPr>
            <a:spLocks noGrp="1"/>
          </p:cNvSpPr>
          <p:nvPr>
            <p:ph type="body" sz="quarter" idx="26" hasCustomPrompt="1"/>
          </p:nvPr>
        </p:nvSpPr>
        <p:spPr>
          <a:xfrm>
            <a:off x="4917782" y="1125514"/>
            <a:ext cx="1598435" cy="308486"/>
          </a:xfrm>
          <a:noFill/>
        </p:spPr>
        <p:txBody>
          <a:bodyPr anchor="t"/>
          <a:lstStyle>
            <a:lvl1pPr marL="0" indent="0" algn="ctr">
              <a:buNone/>
              <a:defRPr sz="1397" b="1">
                <a:solidFill>
                  <a:schemeClr val="bg1"/>
                </a:solidFill>
              </a:defRPr>
            </a:lvl1pPr>
          </a:lstStyle>
          <a:p>
            <a:pPr lvl="0"/>
            <a:r>
              <a:rPr lang="en-NL"/>
              <a:t>Text</a:t>
            </a:r>
            <a:endParaRPr lang="nl-NL"/>
          </a:p>
        </p:txBody>
      </p:sp>
      <p:sp>
        <p:nvSpPr>
          <p:cNvPr id="37" name="Text Placeholder 8">
            <a:extLst>
              <a:ext uri="{FF2B5EF4-FFF2-40B4-BE49-F238E27FC236}">
                <a16:creationId xmlns:a16="http://schemas.microsoft.com/office/drawing/2014/main" id="{51457872-90A5-488A-AC4F-26E3B11735B6}"/>
              </a:ext>
            </a:extLst>
          </p:cNvPr>
          <p:cNvSpPr>
            <a:spLocks noGrp="1"/>
          </p:cNvSpPr>
          <p:nvPr>
            <p:ph type="body" sz="quarter" idx="27" hasCustomPrompt="1"/>
          </p:nvPr>
        </p:nvSpPr>
        <p:spPr>
          <a:xfrm>
            <a:off x="7121088" y="1121719"/>
            <a:ext cx="1598435" cy="312281"/>
          </a:xfrm>
          <a:noFill/>
        </p:spPr>
        <p:txBody>
          <a:bodyPr anchor="t"/>
          <a:lstStyle>
            <a:lvl1pPr marL="0" indent="0" algn="ctr">
              <a:buNone/>
              <a:defRPr sz="1397" b="1">
                <a:solidFill>
                  <a:schemeClr val="bg1"/>
                </a:solidFill>
              </a:defRPr>
            </a:lvl1pPr>
          </a:lstStyle>
          <a:p>
            <a:pPr lvl="0"/>
            <a:r>
              <a:rPr lang="en-NL"/>
              <a:t>Text</a:t>
            </a:r>
            <a:endParaRPr lang="nl-NL"/>
          </a:p>
        </p:txBody>
      </p:sp>
      <p:sp>
        <p:nvSpPr>
          <p:cNvPr id="38" name="Text Placeholder 8">
            <a:extLst>
              <a:ext uri="{FF2B5EF4-FFF2-40B4-BE49-F238E27FC236}">
                <a16:creationId xmlns:a16="http://schemas.microsoft.com/office/drawing/2014/main" id="{064E96BF-F7A6-4B28-80DE-B0E127FEC7EA}"/>
              </a:ext>
            </a:extLst>
          </p:cNvPr>
          <p:cNvSpPr>
            <a:spLocks noGrp="1"/>
          </p:cNvSpPr>
          <p:nvPr>
            <p:ph type="body" sz="quarter" idx="28" hasCustomPrompt="1"/>
          </p:nvPr>
        </p:nvSpPr>
        <p:spPr>
          <a:xfrm>
            <a:off x="2543413" y="1700997"/>
            <a:ext cx="1812565" cy="2398248"/>
          </a:xfrm>
          <a:noFill/>
        </p:spPr>
        <p:txBody>
          <a:bodyPr anchor="t"/>
          <a:lstStyle>
            <a:lvl1pPr marL="0" indent="0">
              <a:buNone/>
              <a:defRPr sz="1197">
                <a:solidFill>
                  <a:schemeClr val="tx1"/>
                </a:solidFill>
              </a:defRPr>
            </a:lvl1pPr>
          </a:lstStyle>
          <a:p>
            <a:pPr lvl="0"/>
            <a:r>
              <a:rPr lang="en-NL"/>
              <a:t>Text</a:t>
            </a:r>
            <a:endParaRPr lang="nl-NL"/>
          </a:p>
        </p:txBody>
      </p:sp>
      <p:sp>
        <p:nvSpPr>
          <p:cNvPr id="39" name="Text Placeholder 8">
            <a:extLst>
              <a:ext uri="{FF2B5EF4-FFF2-40B4-BE49-F238E27FC236}">
                <a16:creationId xmlns:a16="http://schemas.microsoft.com/office/drawing/2014/main" id="{484A7BBE-8700-471C-A8E2-8EAE3B5487BF}"/>
              </a:ext>
            </a:extLst>
          </p:cNvPr>
          <p:cNvSpPr>
            <a:spLocks noGrp="1"/>
          </p:cNvSpPr>
          <p:nvPr>
            <p:ph type="body" sz="quarter" idx="29" hasCustomPrompt="1"/>
          </p:nvPr>
        </p:nvSpPr>
        <p:spPr>
          <a:xfrm>
            <a:off x="351391" y="1700997"/>
            <a:ext cx="1772339" cy="2398248"/>
          </a:xfrm>
          <a:noFill/>
        </p:spPr>
        <p:txBody>
          <a:bodyPr anchor="t"/>
          <a:lstStyle>
            <a:lvl1pPr marL="0" indent="0">
              <a:buNone/>
              <a:defRPr sz="1197">
                <a:solidFill>
                  <a:schemeClr val="tx1"/>
                </a:solidFill>
              </a:defRPr>
            </a:lvl1pPr>
          </a:lstStyle>
          <a:p>
            <a:pPr lvl="0"/>
            <a:r>
              <a:rPr lang="en-NL"/>
              <a:t>Text</a:t>
            </a:r>
            <a:endParaRPr lang="nl-NL"/>
          </a:p>
        </p:txBody>
      </p:sp>
      <p:sp>
        <p:nvSpPr>
          <p:cNvPr id="40" name="Text Placeholder 8">
            <a:extLst>
              <a:ext uri="{FF2B5EF4-FFF2-40B4-BE49-F238E27FC236}">
                <a16:creationId xmlns:a16="http://schemas.microsoft.com/office/drawing/2014/main" id="{107C6B67-9918-4228-8DFD-6B20B2F60591}"/>
              </a:ext>
            </a:extLst>
          </p:cNvPr>
          <p:cNvSpPr>
            <a:spLocks noGrp="1"/>
          </p:cNvSpPr>
          <p:nvPr>
            <p:ph type="body" sz="quarter" idx="30" hasCustomPrompt="1"/>
          </p:nvPr>
        </p:nvSpPr>
        <p:spPr>
          <a:xfrm>
            <a:off x="4745773" y="1700997"/>
            <a:ext cx="1770445" cy="2398248"/>
          </a:xfrm>
          <a:noFill/>
        </p:spPr>
        <p:txBody>
          <a:bodyPr anchor="t"/>
          <a:lstStyle>
            <a:lvl1pPr marL="0" indent="0">
              <a:buNone/>
              <a:defRPr sz="1197">
                <a:solidFill>
                  <a:schemeClr val="tx1"/>
                </a:solidFill>
              </a:defRPr>
            </a:lvl1pPr>
          </a:lstStyle>
          <a:p>
            <a:pPr lvl="0"/>
            <a:r>
              <a:rPr lang="en-NL"/>
              <a:t>Text</a:t>
            </a:r>
            <a:endParaRPr lang="nl-NL"/>
          </a:p>
        </p:txBody>
      </p:sp>
      <p:sp>
        <p:nvSpPr>
          <p:cNvPr id="41" name="Text Placeholder 8">
            <a:extLst>
              <a:ext uri="{FF2B5EF4-FFF2-40B4-BE49-F238E27FC236}">
                <a16:creationId xmlns:a16="http://schemas.microsoft.com/office/drawing/2014/main" id="{84AB07F1-D9C8-4368-B996-FB5E2788FAFE}"/>
              </a:ext>
            </a:extLst>
          </p:cNvPr>
          <p:cNvSpPr>
            <a:spLocks noGrp="1"/>
          </p:cNvSpPr>
          <p:nvPr>
            <p:ph type="body" sz="quarter" idx="31" hasCustomPrompt="1"/>
          </p:nvPr>
        </p:nvSpPr>
        <p:spPr>
          <a:xfrm>
            <a:off x="6948133" y="1700176"/>
            <a:ext cx="1770445" cy="2398248"/>
          </a:xfrm>
          <a:noFill/>
        </p:spPr>
        <p:txBody>
          <a:bodyPr anchor="t"/>
          <a:lstStyle>
            <a:lvl1pPr marL="0" indent="0">
              <a:buNone/>
              <a:defRPr sz="1197">
                <a:solidFill>
                  <a:schemeClr val="tx1"/>
                </a:solidFill>
              </a:defRPr>
            </a:lvl1pPr>
          </a:lstStyle>
          <a:p>
            <a:pPr lvl="0"/>
            <a:r>
              <a:rPr lang="en-NL"/>
              <a:t>Text</a:t>
            </a:r>
            <a:endParaRPr lang="nl-NL"/>
          </a:p>
        </p:txBody>
      </p:sp>
      <p:sp>
        <p:nvSpPr>
          <p:cNvPr id="17" name="Slide Number Placeholder 5">
            <a:extLst>
              <a:ext uri="{FF2B5EF4-FFF2-40B4-BE49-F238E27FC236}">
                <a16:creationId xmlns:a16="http://schemas.microsoft.com/office/drawing/2014/main" id="{32F8D518-5069-4004-96C3-21D31DA7106C}"/>
              </a:ext>
            </a:extLst>
          </p:cNvPr>
          <p:cNvSpPr>
            <a:spLocks noGrp="1"/>
          </p:cNvSpPr>
          <p:nvPr>
            <p:ph type="sldNum" sz="quarter" idx="4"/>
          </p:nvPr>
        </p:nvSpPr>
        <p:spPr>
          <a:xfrm>
            <a:off x="4350366" y="4782570"/>
            <a:ext cx="443268" cy="216025"/>
          </a:xfrm>
          <a:prstGeom prst="rect">
            <a:avLst/>
          </a:prstGeom>
        </p:spPr>
        <p:txBody>
          <a:bodyPr vert="horz" lIns="91440" tIns="45720" rIns="91440" bIns="45720" rtlCol="0" anchor="ctr"/>
          <a:lstStyle>
            <a:lvl1pPr algn="ctr">
              <a:defRPr sz="998">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355197704"/>
      </p:ext>
    </p:extLst>
  </p:cSld>
  <p:clrMapOvr>
    <a:masterClrMapping/>
  </p:clrMapOvr>
  <p:hf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5-step approach">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5" name="Arrow: Chevron 4">
            <a:extLst>
              <a:ext uri="{FF2B5EF4-FFF2-40B4-BE49-F238E27FC236}">
                <a16:creationId xmlns:a16="http://schemas.microsoft.com/office/drawing/2014/main" id="{7F25E1A7-5687-474A-8770-B27BD9D8ABB3}"/>
              </a:ext>
            </a:extLst>
          </p:cNvPr>
          <p:cNvSpPr/>
          <p:nvPr userDrawn="1"/>
        </p:nvSpPr>
        <p:spPr>
          <a:xfrm>
            <a:off x="323463" y="1121718"/>
            <a:ext cx="1728326" cy="318820"/>
          </a:xfrm>
          <a:custGeom>
            <a:avLst/>
            <a:gdLst>
              <a:gd name="connsiteX0" fmla="*/ 0 w 1944216"/>
              <a:gd name="connsiteY0" fmla="*/ 0 h 318820"/>
              <a:gd name="connsiteX1" fmla="*/ 1784806 w 1944216"/>
              <a:gd name="connsiteY1" fmla="*/ 0 h 318820"/>
              <a:gd name="connsiteX2" fmla="*/ 1944216 w 1944216"/>
              <a:gd name="connsiteY2" fmla="*/ 159410 h 318820"/>
              <a:gd name="connsiteX3" fmla="*/ 1784806 w 1944216"/>
              <a:gd name="connsiteY3" fmla="*/ 318820 h 318820"/>
              <a:gd name="connsiteX4" fmla="*/ 0 w 1944216"/>
              <a:gd name="connsiteY4" fmla="*/ 318820 h 318820"/>
              <a:gd name="connsiteX5" fmla="*/ 159410 w 1944216"/>
              <a:gd name="connsiteY5" fmla="*/ 159410 h 318820"/>
              <a:gd name="connsiteX6" fmla="*/ 0 w 1944216"/>
              <a:gd name="connsiteY6" fmla="*/ 0 h 318820"/>
              <a:gd name="connsiteX0" fmla="*/ 134 w 1944350"/>
              <a:gd name="connsiteY0" fmla="*/ 0 h 318820"/>
              <a:gd name="connsiteX1" fmla="*/ 1784940 w 1944350"/>
              <a:gd name="connsiteY1" fmla="*/ 0 h 318820"/>
              <a:gd name="connsiteX2" fmla="*/ 1944350 w 1944350"/>
              <a:gd name="connsiteY2" fmla="*/ 159410 h 318820"/>
              <a:gd name="connsiteX3" fmla="*/ 1784940 w 1944350"/>
              <a:gd name="connsiteY3" fmla="*/ 318820 h 318820"/>
              <a:gd name="connsiteX4" fmla="*/ 134 w 1944350"/>
              <a:gd name="connsiteY4" fmla="*/ 318820 h 318820"/>
              <a:gd name="connsiteX5" fmla="*/ 0 w 1944350"/>
              <a:gd name="connsiteY5" fmla="*/ 159410 h 318820"/>
              <a:gd name="connsiteX6" fmla="*/ 134 w 1944350"/>
              <a:gd name="connsiteY6" fmla="*/ 0 h 31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350" h="318820">
                <a:moveTo>
                  <a:pt x="134" y="0"/>
                </a:moveTo>
                <a:lnTo>
                  <a:pt x="1784940" y="0"/>
                </a:lnTo>
                <a:lnTo>
                  <a:pt x="1944350" y="159410"/>
                </a:lnTo>
                <a:lnTo>
                  <a:pt x="1784940" y="318820"/>
                </a:lnTo>
                <a:lnTo>
                  <a:pt x="134" y="318820"/>
                </a:lnTo>
                <a:cubicBezTo>
                  <a:pt x="89" y="265683"/>
                  <a:pt x="45" y="212547"/>
                  <a:pt x="0" y="159410"/>
                </a:cubicBezTo>
                <a:cubicBezTo>
                  <a:pt x="45" y="106273"/>
                  <a:pt x="89" y="53137"/>
                  <a:pt x="134" y="0"/>
                </a:cubicBezTo>
                <a:close/>
              </a:path>
            </a:pathLst>
          </a:cu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solidFill>
                <a:schemeClr val="tx1"/>
              </a:solidFill>
            </a:endParaRPr>
          </a:p>
        </p:txBody>
      </p:sp>
      <p:sp>
        <p:nvSpPr>
          <p:cNvPr id="7" name="Arrow: Chevron 6">
            <a:extLst>
              <a:ext uri="{FF2B5EF4-FFF2-40B4-BE49-F238E27FC236}">
                <a16:creationId xmlns:a16="http://schemas.microsoft.com/office/drawing/2014/main" id="{94360271-E532-428D-9B25-8618125630EA}"/>
              </a:ext>
            </a:extLst>
          </p:cNvPr>
          <p:cNvSpPr/>
          <p:nvPr userDrawn="1"/>
        </p:nvSpPr>
        <p:spPr>
          <a:xfrm>
            <a:off x="2082991" y="1121718"/>
            <a:ext cx="1728326"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solidFill>
                <a:schemeClr val="tx1"/>
              </a:solidFill>
            </a:endParaRPr>
          </a:p>
        </p:txBody>
      </p:sp>
      <p:sp>
        <p:nvSpPr>
          <p:cNvPr id="26" name="Arrow: Chevron 25">
            <a:extLst>
              <a:ext uri="{FF2B5EF4-FFF2-40B4-BE49-F238E27FC236}">
                <a16:creationId xmlns:a16="http://schemas.microsoft.com/office/drawing/2014/main" id="{04989A16-12EB-416A-9C34-B3BF190320EC}"/>
              </a:ext>
            </a:extLst>
          </p:cNvPr>
          <p:cNvSpPr/>
          <p:nvPr userDrawn="1"/>
        </p:nvSpPr>
        <p:spPr>
          <a:xfrm>
            <a:off x="3842452" y="1112457"/>
            <a:ext cx="1728326"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solidFill>
                <a:schemeClr val="tx1"/>
              </a:solidFill>
            </a:endParaRPr>
          </a:p>
        </p:txBody>
      </p:sp>
      <p:sp>
        <p:nvSpPr>
          <p:cNvPr id="27" name="Arrow: Chevron 26">
            <a:extLst>
              <a:ext uri="{FF2B5EF4-FFF2-40B4-BE49-F238E27FC236}">
                <a16:creationId xmlns:a16="http://schemas.microsoft.com/office/drawing/2014/main" id="{9DE63500-CD6F-45A0-9B46-A89F7E248263}"/>
              </a:ext>
            </a:extLst>
          </p:cNvPr>
          <p:cNvSpPr/>
          <p:nvPr userDrawn="1"/>
        </p:nvSpPr>
        <p:spPr>
          <a:xfrm>
            <a:off x="5601915" y="1112457"/>
            <a:ext cx="1728326"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solidFill>
                <a:schemeClr val="tx1"/>
              </a:solidFill>
            </a:endParaRPr>
          </a:p>
        </p:txBody>
      </p:sp>
      <p:sp>
        <p:nvSpPr>
          <p:cNvPr id="17" name="Arrow: Chevron 16">
            <a:extLst>
              <a:ext uri="{FF2B5EF4-FFF2-40B4-BE49-F238E27FC236}">
                <a16:creationId xmlns:a16="http://schemas.microsoft.com/office/drawing/2014/main" id="{9DE63500-CD6F-45A0-9B46-A89F7E248263}"/>
              </a:ext>
            </a:extLst>
          </p:cNvPr>
          <p:cNvSpPr/>
          <p:nvPr userDrawn="1"/>
        </p:nvSpPr>
        <p:spPr>
          <a:xfrm>
            <a:off x="7361377" y="1118973"/>
            <a:ext cx="1728326"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14" tIns="45607" rIns="91214" bIns="45607"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NL" sz="1795">
              <a:solidFill>
                <a:schemeClr val="tx1"/>
              </a:solidFill>
            </a:endParaRPr>
          </a:p>
        </p:txBody>
      </p:sp>
      <p:sp>
        <p:nvSpPr>
          <p:cNvPr id="31" name="Text Placeholder 8">
            <a:extLst>
              <a:ext uri="{FF2B5EF4-FFF2-40B4-BE49-F238E27FC236}">
                <a16:creationId xmlns:a16="http://schemas.microsoft.com/office/drawing/2014/main" id="{F419EF1E-05FD-4165-93F1-E95735AB2103}"/>
              </a:ext>
            </a:extLst>
          </p:cNvPr>
          <p:cNvSpPr>
            <a:spLocks noGrp="1"/>
          </p:cNvSpPr>
          <p:nvPr>
            <p:ph type="body" sz="quarter" idx="21" hasCustomPrompt="1"/>
          </p:nvPr>
        </p:nvSpPr>
        <p:spPr>
          <a:xfrm>
            <a:off x="390834" y="1126863"/>
            <a:ext cx="1510538" cy="305740"/>
          </a:xfrm>
          <a:noFill/>
        </p:spPr>
        <p:txBody>
          <a:bodyPr anchor="t"/>
          <a:lstStyle>
            <a:lvl1pPr marL="0" indent="0" algn="ctr">
              <a:buNone/>
              <a:defRPr sz="1397" b="1">
                <a:solidFill>
                  <a:schemeClr val="bg1"/>
                </a:solidFill>
              </a:defRPr>
            </a:lvl1pPr>
          </a:lstStyle>
          <a:p>
            <a:pPr lvl="0"/>
            <a:r>
              <a:rPr lang="en-NL"/>
              <a:t>Text</a:t>
            </a:r>
            <a:endParaRPr lang="nl-NL"/>
          </a:p>
        </p:txBody>
      </p:sp>
      <p:sp>
        <p:nvSpPr>
          <p:cNvPr id="35" name="Text Placeholder 8">
            <a:extLst>
              <a:ext uri="{FF2B5EF4-FFF2-40B4-BE49-F238E27FC236}">
                <a16:creationId xmlns:a16="http://schemas.microsoft.com/office/drawing/2014/main" id="{3ACDE5C7-87E3-483D-AB5E-E479F4CC9DE9}"/>
              </a:ext>
            </a:extLst>
          </p:cNvPr>
          <p:cNvSpPr>
            <a:spLocks noGrp="1"/>
          </p:cNvSpPr>
          <p:nvPr>
            <p:ph type="body" sz="quarter" idx="25" hasCustomPrompt="1"/>
          </p:nvPr>
        </p:nvSpPr>
        <p:spPr>
          <a:xfrm>
            <a:off x="2243076" y="1126864"/>
            <a:ext cx="1407600" cy="307136"/>
          </a:xfrm>
          <a:noFill/>
        </p:spPr>
        <p:txBody>
          <a:bodyPr anchor="t"/>
          <a:lstStyle>
            <a:lvl1pPr marL="0" indent="0" algn="ctr">
              <a:buNone/>
              <a:defRPr sz="1397" b="1">
                <a:solidFill>
                  <a:schemeClr val="bg1"/>
                </a:solidFill>
              </a:defRPr>
            </a:lvl1pPr>
          </a:lstStyle>
          <a:p>
            <a:pPr lvl="0"/>
            <a:r>
              <a:rPr lang="en-NL"/>
              <a:t>Text</a:t>
            </a:r>
            <a:endParaRPr lang="nl-NL"/>
          </a:p>
        </p:txBody>
      </p:sp>
      <p:sp>
        <p:nvSpPr>
          <p:cNvPr id="36" name="Text Placeholder 8">
            <a:extLst>
              <a:ext uri="{FF2B5EF4-FFF2-40B4-BE49-F238E27FC236}">
                <a16:creationId xmlns:a16="http://schemas.microsoft.com/office/drawing/2014/main" id="{07F7326B-0646-429D-96C8-EF7B92FD378E}"/>
              </a:ext>
            </a:extLst>
          </p:cNvPr>
          <p:cNvSpPr>
            <a:spLocks noGrp="1"/>
          </p:cNvSpPr>
          <p:nvPr>
            <p:ph type="body" sz="quarter" idx="26" hasCustomPrompt="1"/>
          </p:nvPr>
        </p:nvSpPr>
        <p:spPr>
          <a:xfrm>
            <a:off x="5752397" y="1118973"/>
            <a:ext cx="1407600" cy="305740"/>
          </a:xfrm>
          <a:noFill/>
        </p:spPr>
        <p:txBody>
          <a:bodyPr anchor="t"/>
          <a:lstStyle>
            <a:lvl1pPr marL="0" indent="0" algn="ctr">
              <a:buNone/>
              <a:defRPr sz="1397" b="1">
                <a:solidFill>
                  <a:schemeClr val="bg1"/>
                </a:solidFill>
              </a:defRPr>
            </a:lvl1pPr>
          </a:lstStyle>
          <a:p>
            <a:pPr lvl="0"/>
            <a:r>
              <a:rPr lang="en-NL"/>
              <a:t>Text</a:t>
            </a:r>
            <a:endParaRPr lang="nl-NL"/>
          </a:p>
        </p:txBody>
      </p:sp>
      <p:sp>
        <p:nvSpPr>
          <p:cNvPr id="37" name="Text Placeholder 8">
            <a:extLst>
              <a:ext uri="{FF2B5EF4-FFF2-40B4-BE49-F238E27FC236}">
                <a16:creationId xmlns:a16="http://schemas.microsoft.com/office/drawing/2014/main" id="{51457872-90A5-488A-AC4F-26E3B11735B6}"/>
              </a:ext>
            </a:extLst>
          </p:cNvPr>
          <p:cNvSpPr>
            <a:spLocks noGrp="1"/>
          </p:cNvSpPr>
          <p:nvPr>
            <p:ph type="body" sz="quarter" idx="27" hasCustomPrompt="1"/>
          </p:nvPr>
        </p:nvSpPr>
        <p:spPr>
          <a:xfrm>
            <a:off x="7519396" y="1122798"/>
            <a:ext cx="1407600" cy="305740"/>
          </a:xfrm>
          <a:noFill/>
        </p:spPr>
        <p:txBody>
          <a:bodyPr anchor="t"/>
          <a:lstStyle>
            <a:lvl1pPr marL="0" indent="0" algn="ctr">
              <a:buNone/>
              <a:defRPr sz="1397" b="1">
                <a:solidFill>
                  <a:schemeClr val="bg1"/>
                </a:solidFill>
              </a:defRPr>
            </a:lvl1pPr>
          </a:lstStyle>
          <a:p>
            <a:pPr lvl="0"/>
            <a:r>
              <a:rPr lang="en-NL"/>
              <a:t>Text</a:t>
            </a:r>
            <a:endParaRPr lang="nl-NL"/>
          </a:p>
        </p:txBody>
      </p:sp>
      <p:sp>
        <p:nvSpPr>
          <p:cNvPr id="18" name="Text Placeholder 8">
            <a:extLst>
              <a:ext uri="{FF2B5EF4-FFF2-40B4-BE49-F238E27FC236}">
                <a16:creationId xmlns:a16="http://schemas.microsoft.com/office/drawing/2014/main" id="{FCFA60F3-803B-48F5-BDC1-4A71389CAF35}"/>
              </a:ext>
            </a:extLst>
          </p:cNvPr>
          <p:cNvSpPr>
            <a:spLocks noGrp="1"/>
          </p:cNvSpPr>
          <p:nvPr>
            <p:ph type="body" sz="quarter" idx="32" hasCustomPrompt="1"/>
          </p:nvPr>
        </p:nvSpPr>
        <p:spPr>
          <a:xfrm>
            <a:off x="4006319" y="1115718"/>
            <a:ext cx="1406440" cy="305740"/>
          </a:xfrm>
          <a:noFill/>
        </p:spPr>
        <p:txBody>
          <a:bodyPr anchor="t"/>
          <a:lstStyle>
            <a:lvl1pPr marL="0" indent="0" algn="ctr">
              <a:buNone/>
              <a:defRPr sz="1397" b="1">
                <a:solidFill>
                  <a:schemeClr val="bg1"/>
                </a:solidFill>
              </a:defRPr>
            </a:lvl1pPr>
          </a:lstStyle>
          <a:p>
            <a:pPr lvl="0"/>
            <a:r>
              <a:rPr lang="en-NL"/>
              <a:t>Text</a:t>
            </a:r>
            <a:endParaRPr lang="nl-NL"/>
          </a:p>
        </p:txBody>
      </p:sp>
      <p:sp>
        <p:nvSpPr>
          <p:cNvPr id="19" name="Text Placeholder 8">
            <a:extLst>
              <a:ext uri="{FF2B5EF4-FFF2-40B4-BE49-F238E27FC236}">
                <a16:creationId xmlns:a16="http://schemas.microsoft.com/office/drawing/2014/main" id="{5DEEC6AB-D549-4139-9CAA-F6364D201DD4}"/>
              </a:ext>
            </a:extLst>
          </p:cNvPr>
          <p:cNvSpPr>
            <a:spLocks noGrp="1"/>
          </p:cNvSpPr>
          <p:nvPr>
            <p:ph type="body" sz="quarter" idx="33" hasCustomPrompt="1"/>
          </p:nvPr>
        </p:nvSpPr>
        <p:spPr>
          <a:xfrm>
            <a:off x="2082991" y="1718698"/>
            <a:ext cx="1552906" cy="2398248"/>
          </a:xfrm>
          <a:noFill/>
        </p:spPr>
        <p:txBody>
          <a:bodyPr anchor="t"/>
          <a:lstStyle>
            <a:lvl1pPr marL="0" indent="0">
              <a:buNone/>
              <a:defRPr sz="1197">
                <a:solidFill>
                  <a:schemeClr val="tx1"/>
                </a:solidFill>
              </a:defRPr>
            </a:lvl1pPr>
          </a:lstStyle>
          <a:p>
            <a:pPr lvl="0"/>
            <a:r>
              <a:rPr lang="en-NL"/>
              <a:t>Text</a:t>
            </a:r>
            <a:endParaRPr lang="nl-NL"/>
          </a:p>
        </p:txBody>
      </p:sp>
      <p:sp>
        <p:nvSpPr>
          <p:cNvPr id="20" name="Text Placeholder 8">
            <a:extLst>
              <a:ext uri="{FF2B5EF4-FFF2-40B4-BE49-F238E27FC236}">
                <a16:creationId xmlns:a16="http://schemas.microsoft.com/office/drawing/2014/main" id="{A1E4FBB3-9A1A-427D-8A07-00EF319F4218}"/>
              </a:ext>
            </a:extLst>
          </p:cNvPr>
          <p:cNvSpPr>
            <a:spLocks noGrp="1"/>
          </p:cNvSpPr>
          <p:nvPr>
            <p:ph type="body" sz="quarter" idx="34" hasCustomPrompt="1"/>
          </p:nvPr>
        </p:nvSpPr>
        <p:spPr>
          <a:xfrm>
            <a:off x="323465" y="1709212"/>
            <a:ext cx="1571575" cy="2398248"/>
          </a:xfrm>
          <a:noFill/>
        </p:spPr>
        <p:txBody>
          <a:bodyPr anchor="t"/>
          <a:lstStyle>
            <a:lvl1pPr marL="0" indent="0">
              <a:buNone/>
              <a:defRPr sz="1197">
                <a:solidFill>
                  <a:schemeClr val="tx1"/>
                </a:solidFill>
              </a:defRPr>
            </a:lvl1pPr>
          </a:lstStyle>
          <a:p>
            <a:pPr lvl="0"/>
            <a:r>
              <a:rPr lang="en-NL"/>
              <a:t>Text</a:t>
            </a:r>
            <a:endParaRPr lang="nl-NL"/>
          </a:p>
        </p:txBody>
      </p:sp>
      <p:sp>
        <p:nvSpPr>
          <p:cNvPr id="21" name="Text Placeholder 8">
            <a:extLst>
              <a:ext uri="{FF2B5EF4-FFF2-40B4-BE49-F238E27FC236}">
                <a16:creationId xmlns:a16="http://schemas.microsoft.com/office/drawing/2014/main" id="{79FBA538-726F-4551-9F6D-8F26820577CB}"/>
              </a:ext>
            </a:extLst>
          </p:cNvPr>
          <p:cNvSpPr>
            <a:spLocks noGrp="1"/>
          </p:cNvSpPr>
          <p:nvPr>
            <p:ph type="body" sz="quarter" idx="35" hasCustomPrompt="1"/>
          </p:nvPr>
        </p:nvSpPr>
        <p:spPr>
          <a:xfrm>
            <a:off x="3836120" y="1718698"/>
            <a:ext cx="1590376" cy="2398248"/>
          </a:xfrm>
          <a:noFill/>
        </p:spPr>
        <p:txBody>
          <a:bodyPr anchor="t"/>
          <a:lstStyle>
            <a:lvl1pPr marL="0" indent="0">
              <a:buNone/>
              <a:defRPr sz="1197">
                <a:solidFill>
                  <a:schemeClr val="tx1"/>
                </a:solidFill>
              </a:defRPr>
            </a:lvl1pPr>
          </a:lstStyle>
          <a:p>
            <a:pPr lvl="0"/>
            <a:r>
              <a:rPr lang="en-NL"/>
              <a:t>Text</a:t>
            </a:r>
            <a:endParaRPr lang="nl-NL"/>
          </a:p>
        </p:txBody>
      </p:sp>
      <p:sp>
        <p:nvSpPr>
          <p:cNvPr id="22" name="Text Placeholder 8">
            <a:extLst>
              <a:ext uri="{FF2B5EF4-FFF2-40B4-BE49-F238E27FC236}">
                <a16:creationId xmlns:a16="http://schemas.microsoft.com/office/drawing/2014/main" id="{2943EEF1-9AB6-4E68-BEDE-5FA396534523}"/>
              </a:ext>
            </a:extLst>
          </p:cNvPr>
          <p:cNvSpPr>
            <a:spLocks noGrp="1"/>
          </p:cNvSpPr>
          <p:nvPr>
            <p:ph type="body" sz="quarter" idx="36" hasCustomPrompt="1"/>
          </p:nvPr>
        </p:nvSpPr>
        <p:spPr>
          <a:xfrm>
            <a:off x="5595649" y="1725273"/>
            <a:ext cx="1590309" cy="2398248"/>
          </a:xfrm>
          <a:noFill/>
        </p:spPr>
        <p:txBody>
          <a:bodyPr anchor="t"/>
          <a:lstStyle>
            <a:lvl1pPr marL="0" indent="0">
              <a:buNone/>
              <a:defRPr sz="1197">
                <a:solidFill>
                  <a:schemeClr val="tx1"/>
                </a:solidFill>
              </a:defRPr>
            </a:lvl1pPr>
          </a:lstStyle>
          <a:p>
            <a:pPr lvl="0"/>
            <a:r>
              <a:rPr lang="en-NL"/>
              <a:t>Text</a:t>
            </a:r>
            <a:endParaRPr lang="nl-NL"/>
          </a:p>
        </p:txBody>
      </p:sp>
      <p:sp>
        <p:nvSpPr>
          <p:cNvPr id="23" name="Text Placeholder 8">
            <a:extLst>
              <a:ext uri="{FF2B5EF4-FFF2-40B4-BE49-F238E27FC236}">
                <a16:creationId xmlns:a16="http://schemas.microsoft.com/office/drawing/2014/main" id="{95F24F8A-33A6-49E5-AEDF-A3CB79478975}"/>
              </a:ext>
            </a:extLst>
          </p:cNvPr>
          <p:cNvSpPr>
            <a:spLocks noGrp="1"/>
          </p:cNvSpPr>
          <p:nvPr>
            <p:ph type="body" sz="quarter" idx="37" hasCustomPrompt="1"/>
          </p:nvPr>
        </p:nvSpPr>
        <p:spPr>
          <a:xfrm>
            <a:off x="7355110" y="1725273"/>
            <a:ext cx="1609379" cy="2398248"/>
          </a:xfrm>
          <a:noFill/>
        </p:spPr>
        <p:txBody>
          <a:bodyPr anchor="t"/>
          <a:lstStyle>
            <a:lvl1pPr marL="0" indent="0">
              <a:buNone/>
              <a:defRPr sz="1197">
                <a:solidFill>
                  <a:schemeClr val="tx1"/>
                </a:solidFill>
              </a:defRPr>
            </a:lvl1pPr>
          </a:lstStyle>
          <a:p>
            <a:pPr lvl="0"/>
            <a:r>
              <a:rPr lang="en-NL"/>
              <a:t>Text</a:t>
            </a:r>
            <a:endParaRPr lang="nl-NL"/>
          </a:p>
        </p:txBody>
      </p:sp>
      <p:sp>
        <p:nvSpPr>
          <p:cNvPr id="24" name="Slide Number Placeholder 5">
            <a:extLst>
              <a:ext uri="{FF2B5EF4-FFF2-40B4-BE49-F238E27FC236}">
                <a16:creationId xmlns:a16="http://schemas.microsoft.com/office/drawing/2014/main" id="{E9CBF89F-A983-45FF-A8DB-224F59A587F6}"/>
              </a:ext>
            </a:extLst>
          </p:cNvPr>
          <p:cNvSpPr>
            <a:spLocks noGrp="1"/>
          </p:cNvSpPr>
          <p:nvPr>
            <p:ph type="sldNum" sz="quarter" idx="4"/>
          </p:nvPr>
        </p:nvSpPr>
        <p:spPr>
          <a:xfrm>
            <a:off x="4350366" y="4782570"/>
            <a:ext cx="443268" cy="216025"/>
          </a:xfrm>
          <a:prstGeom prst="rect">
            <a:avLst/>
          </a:prstGeom>
        </p:spPr>
        <p:txBody>
          <a:bodyPr vert="horz" lIns="91440" tIns="45720" rIns="91440" bIns="45720" rtlCol="0" anchor="ctr"/>
          <a:lstStyle>
            <a:lvl1pPr algn="ctr">
              <a:defRPr sz="998">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738639065"/>
      </p:ext>
    </p:extLst>
  </p:cSld>
  <p:clrMapOvr>
    <a:masterClrMapping/>
  </p:clrMapOvr>
  <p:hf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Journey Layout">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grpSp>
        <p:nvGrpSpPr>
          <p:cNvPr id="11" name="Group 10">
            <a:extLst>
              <a:ext uri="{FF2B5EF4-FFF2-40B4-BE49-F238E27FC236}">
                <a16:creationId xmlns:a16="http://schemas.microsoft.com/office/drawing/2014/main" id="{EC0F1EA0-BE57-403D-BF54-7207C9A81069}"/>
              </a:ext>
            </a:extLst>
          </p:cNvPr>
          <p:cNvGrpSpPr/>
          <p:nvPr userDrawn="1"/>
        </p:nvGrpSpPr>
        <p:grpSpPr>
          <a:xfrm>
            <a:off x="0" y="1468240"/>
            <a:ext cx="4932040" cy="2880320"/>
            <a:chOff x="0" y="1468240"/>
            <a:chExt cx="4932040" cy="2880320"/>
          </a:xfrm>
        </p:grpSpPr>
        <p:cxnSp>
          <p:nvCxnSpPr>
            <p:cNvPr id="50" name="Straight Connector 49">
              <a:extLst>
                <a:ext uri="{FF2B5EF4-FFF2-40B4-BE49-F238E27FC236}">
                  <a16:creationId xmlns:a16="http://schemas.microsoft.com/office/drawing/2014/main" id="{DDDFE6A3-5F12-4E2A-9887-00C8348F9767}"/>
                </a:ext>
              </a:extLst>
            </p:cNvPr>
            <p:cNvCxnSpPr>
              <a:cxnSpLocks/>
            </p:cNvCxnSpPr>
            <p:nvPr userDrawn="1"/>
          </p:nvCxnSpPr>
          <p:spPr>
            <a:xfrm>
              <a:off x="2123728" y="2908400"/>
              <a:ext cx="1224136" cy="0"/>
            </a:xfrm>
            <a:prstGeom prst="line">
              <a:avLst/>
            </a:prstGeom>
            <a:ln w="142875">
              <a:solidFill>
                <a:srgbClr val="ECECEC"/>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CF1435A-8742-4382-A1EA-CB588A5A4043}"/>
                </a:ext>
              </a:extLst>
            </p:cNvPr>
            <p:cNvCxnSpPr>
              <a:cxnSpLocks/>
            </p:cNvCxnSpPr>
            <p:nvPr userDrawn="1"/>
          </p:nvCxnSpPr>
          <p:spPr>
            <a:xfrm>
              <a:off x="3347864" y="2188320"/>
              <a:ext cx="1224136" cy="0"/>
            </a:xfrm>
            <a:prstGeom prst="line">
              <a:avLst/>
            </a:prstGeom>
            <a:ln w="142875">
              <a:solidFill>
                <a:srgbClr val="0066A1"/>
              </a:solidFill>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E7F35773-A414-4E93-8691-6CD9C38E73ED}"/>
                </a:ext>
              </a:extLst>
            </p:cNvPr>
            <p:cNvSpPr/>
            <p:nvPr userDrawn="1"/>
          </p:nvSpPr>
          <p:spPr>
            <a:xfrm>
              <a:off x="1763688" y="2908400"/>
              <a:ext cx="720080" cy="720080"/>
            </a:xfrm>
            <a:prstGeom prst="ellipse">
              <a:avLst/>
            </a:prstGeom>
            <a:noFill/>
            <a:ln w="142875">
              <a:solidFill>
                <a:srgbClr val="0066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2390"/>
            </a:p>
          </p:txBody>
        </p:sp>
        <p:sp>
          <p:nvSpPr>
            <p:cNvPr id="47" name="Oval 46">
              <a:extLst>
                <a:ext uri="{FF2B5EF4-FFF2-40B4-BE49-F238E27FC236}">
                  <a16:creationId xmlns:a16="http://schemas.microsoft.com/office/drawing/2014/main" id="{A0B4D203-6696-42AE-BCC0-29C7E4B7E367}"/>
                </a:ext>
              </a:extLst>
            </p:cNvPr>
            <p:cNvSpPr/>
            <p:nvPr userDrawn="1"/>
          </p:nvSpPr>
          <p:spPr>
            <a:xfrm>
              <a:off x="2987824" y="2188320"/>
              <a:ext cx="720080" cy="720080"/>
            </a:xfrm>
            <a:prstGeom prst="ellipse">
              <a:avLst/>
            </a:prstGeom>
            <a:noFill/>
            <a:ln w="142875">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2390"/>
            </a:p>
          </p:txBody>
        </p:sp>
        <p:sp>
          <p:nvSpPr>
            <p:cNvPr id="48" name="Oval 47">
              <a:extLst>
                <a:ext uri="{FF2B5EF4-FFF2-40B4-BE49-F238E27FC236}">
                  <a16:creationId xmlns:a16="http://schemas.microsoft.com/office/drawing/2014/main" id="{79038DA0-B765-4C3F-8CAB-6AE943455330}"/>
                </a:ext>
              </a:extLst>
            </p:cNvPr>
            <p:cNvSpPr/>
            <p:nvPr userDrawn="1"/>
          </p:nvSpPr>
          <p:spPr>
            <a:xfrm>
              <a:off x="4211960" y="1468240"/>
              <a:ext cx="720080" cy="720080"/>
            </a:xfrm>
            <a:prstGeom prst="ellipse">
              <a:avLst/>
            </a:prstGeom>
            <a:noFill/>
            <a:ln w="142875">
              <a:solidFill>
                <a:srgbClr val="0066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2390"/>
            </a:p>
          </p:txBody>
        </p:sp>
        <p:cxnSp>
          <p:nvCxnSpPr>
            <p:cNvPr id="4" name="Straight Connector 3">
              <a:extLst>
                <a:ext uri="{FF2B5EF4-FFF2-40B4-BE49-F238E27FC236}">
                  <a16:creationId xmlns:a16="http://schemas.microsoft.com/office/drawing/2014/main" id="{91C445AF-7DF9-401C-A26E-4ACC01B16EE3}"/>
                </a:ext>
              </a:extLst>
            </p:cNvPr>
            <p:cNvCxnSpPr>
              <a:cxnSpLocks/>
            </p:cNvCxnSpPr>
            <p:nvPr userDrawn="1"/>
          </p:nvCxnSpPr>
          <p:spPr>
            <a:xfrm>
              <a:off x="0" y="4348560"/>
              <a:ext cx="924739" cy="0"/>
            </a:xfrm>
            <a:prstGeom prst="line">
              <a:avLst/>
            </a:prstGeom>
            <a:ln w="142875">
              <a:solidFill>
                <a:srgbClr val="ECECEC"/>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1C445AF-7DF9-401C-A26E-4ACC01B16EE3}"/>
                </a:ext>
              </a:extLst>
            </p:cNvPr>
            <p:cNvCxnSpPr>
              <a:cxnSpLocks/>
              <a:endCxn id="46" idx="4"/>
            </p:cNvCxnSpPr>
            <p:nvPr userDrawn="1"/>
          </p:nvCxnSpPr>
          <p:spPr>
            <a:xfrm>
              <a:off x="899592" y="3628480"/>
              <a:ext cx="1224136" cy="0"/>
            </a:xfrm>
            <a:prstGeom prst="line">
              <a:avLst/>
            </a:prstGeom>
            <a:ln w="142875">
              <a:solidFill>
                <a:srgbClr val="0066A1"/>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3263F4F-97E8-480A-BAB9-76658126C6B4}"/>
                </a:ext>
              </a:extLst>
            </p:cNvPr>
            <p:cNvSpPr/>
            <p:nvPr/>
          </p:nvSpPr>
          <p:spPr>
            <a:xfrm>
              <a:off x="539552" y="3628480"/>
              <a:ext cx="720080" cy="720080"/>
            </a:xfrm>
            <a:prstGeom prst="ellipse">
              <a:avLst/>
            </a:prstGeom>
            <a:noFill/>
            <a:ln w="142875">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2390"/>
            </a:p>
          </p:txBody>
        </p:sp>
      </p:grpSp>
      <p:sp>
        <p:nvSpPr>
          <p:cNvPr id="52" name="Text Placeholder 8">
            <a:extLst>
              <a:ext uri="{FF2B5EF4-FFF2-40B4-BE49-F238E27FC236}">
                <a16:creationId xmlns:a16="http://schemas.microsoft.com/office/drawing/2014/main" id="{2CD0DCB8-D7E6-4BE3-B378-8A6678B61A2C}"/>
              </a:ext>
            </a:extLst>
          </p:cNvPr>
          <p:cNvSpPr>
            <a:spLocks noGrp="1"/>
          </p:cNvSpPr>
          <p:nvPr>
            <p:ph type="body" sz="quarter" idx="16" hasCustomPrompt="1"/>
          </p:nvPr>
        </p:nvSpPr>
        <p:spPr>
          <a:xfrm>
            <a:off x="5220074" y="1551943"/>
            <a:ext cx="3612887" cy="552674"/>
          </a:xfrm>
          <a:noFill/>
        </p:spPr>
        <p:txBody>
          <a:bodyPr anchor="ctr"/>
          <a:lstStyle>
            <a:lvl1pPr marL="0" indent="0">
              <a:buNone/>
              <a:defRPr sz="1397">
                <a:solidFill>
                  <a:schemeClr val="tx1"/>
                </a:solidFill>
              </a:defRPr>
            </a:lvl1pPr>
          </a:lstStyle>
          <a:p>
            <a:pPr lvl="0"/>
            <a:r>
              <a:rPr lang="en-NL"/>
              <a:t>Text</a:t>
            </a:r>
            <a:endParaRPr lang="nl-NL"/>
          </a:p>
        </p:txBody>
      </p:sp>
      <p:sp>
        <p:nvSpPr>
          <p:cNvPr id="54" name="Text Placeholder 8">
            <a:extLst>
              <a:ext uri="{FF2B5EF4-FFF2-40B4-BE49-F238E27FC236}">
                <a16:creationId xmlns:a16="http://schemas.microsoft.com/office/drawing/2014/main" id="{93280910-E7C1-4705-8C19-A033896EA99F}"/>
              </a:ext>
            </a:extLst>
          </p:cNvPr>
          <p:cNvSpPr>
            <a:spLocks noGrp="1"/>
          </p:cNvSpPr>
          <p:nvPr>
            <p:ph type="body" sz="quarter" idx="17" hasCustomPrompt="1"/>
          </p:nvPr>
        </p:nvSpPr>
        <p:spPr>
          <a:xfrm>
            <a:off x="3959933" y="2276911"/>
            <a:ext cx="4873027" cy="552674"/>
          </a:xfrm>
          <a:noFill/>
        </p:spPr>
        <p:txBody>
          <a:bodyPr anchor="ctr"/>
          <a:lstStyle>
            <a:lvl1pPr marL="0" indent="0">
              <a:buNone/>
              <a:defRPr sz="1397">
                <a:solidFill>
                  <a:schemeClr val="tx1"/>
                </a:solidFill>
              </a:defRPr>
            </a:lvl1pPr>
          </a:lstStyle>
          <a:p>
            <a:pPr lvl="0"/>
            <a:r>
              <a:rPr lang="en-NL"/>
              <a:t>Text</a:t>
            </a:r>
            <a:endParaRPr lang="nl-NL"/>
          </a:p>
        </p:txBody>
      </p:sp>
      <p:sp>
        <p:nvSpPr>
          <p:cNvPr id="55" name="Text Placeholder 8">
            <a:extLst>
              <a:ext uri="{FF2B5EF4-FFF2-40B4-BE49-F238E27FC236}">
                <a16:creationId xmlns:a16="http://schemas.microsoft.com/office/drawing/2014/main" id="{4A96050C-0B2B-4C3C-866D-66DBAD47A024}"/>
              </a:ext>
            </a:extLst>
          </p:cNvPr>
          <p:cNvSpPr>
            <a:spLocks noGrp="1"/>
          </p:cNvSpPr>
          <p:nvPr>
            <p:ph type="body" sz="quarter" idx="18" hasCustomPrompt="1"/>
          </p:nvPr>
        </p:nvSpPr>
        <p:spPr>
          <a:xfrm>
            <a:off x="2735796" y="2992143"/>
            <a:ext cx="6097162" cy="552674"/>
          </a:xfrm>
          <a:noFill/>
        </p:spPr>
        <p:txBody>
          <a:bodyPr anchor="ctr"/>
          <a:lstStyle>
            <a:lvl1pPr marL="0" indent="0">
              <a:buNone/>
              <a:defRPr sz="1397">
                <a:solidFill>
                  <a:schemeClr val="tx1"/>
                </a:solidFill>
              </a:defRPr>
            </a:lvl1pPr>
          </a:lstStyle>
          <a:p>
            <a:pPr lvl="0"/>
            <a:r>
              <a:rPr lang="en-NL"/>
              <a:t>Text</a:t>
            </a:r>
            <a:endParaRPr lang="nl-NL"/>
          </a:p>
        </p:txBody>
      </p:sp>
      <p:sp>
        <p:nvSpPr>
          <p:cNvPr id="56" name="Text Placeholder 8">
            <a:extLst>
              <a:ext uri="{FF2B5EF4-FFF2-40B4-BE49-F238E27FC236}">
                <a16:creationId xmlns:a16="http://schemas.microsoft.com/office/drawing/2014/main" id="{C716C054-078C-48BC-894E-0639451C5A12}"/>
              </a:ext>
            </a:extLst>
          </p:cNvPr>
          <p:cNvSpPr>
            <a:spLocks noGrp="1"/>
          </p:cNvSpPr>
          <p:nvPr>
            <p:ph type="body" sz="quarter" idx="19" hasCustomPrompt="1"/>
          </p:nvPr>
        </p:nvSpPr>
        <p:spPr>
          <a:xfrm>
            <a:off x="1571183" y="3712183"/>
            <a:ext cx="7261776" cy="552674"/>
          </a:xfrm>
          <a:noFill/>
        </p:spPr>
        <p:txBody>
          <a:bodyPr anchor="ctr"/>
          <a:lstStyle>
            <a:lvl1pPr marL="0" indent="0">
              <a:buNone/>
              <a:defRPr sz="1397">
                <a:solidFill>
                  <a:schemeClr val="tx1"/>
                </a:solidFill>
              </a:defRPr>
            </a:lvl1pPr>
          </a:lstStyle>
          <a:p>
            <a:pPr lvl="0"/>
            <a:r>
              <a:rPr lang="en-NL"/>
              <a:t>Text</a:t>
            </a:r>
            <a:endParaRPr lang="nl-NL"/>
          </a:p>
        </p:txBody>
      </p:sp>
      <p:sp>
        <p:nvSpPr>
          <p:cNvPr id="18" name="Slide Number Placeholder 5">
            <a:extLst>
              <a:ext uri="{FF2B5EF4-FFF2-40B4-BE49-F238E27FC236}">
                <a16:creationId xmlns:a16="http://schemas.microsoft.com/office/drawing/2014/main" id="{370CCA07-CA03-4083-8B66-D974337D1B39}"/>
              </a:ext>
            </a:extLst>
          </p:cNvPr>
          <p:cNvSpPr>
            <a:spLocks noGrp="1"/>
          </p:cNvSpPr>
          <p:nvPr>
            <p:ph type="sldNum" sz="quarter" idx="4"/>
          </p:nvPr>
        </p:nvSpPr>
        <p:spPr>
          <a:xfrm>
            <a:off x="4350366" y="4782570"/>
            <a:ext cx="443268" cy="216025"/>
          </a:xfrm>
          <a:prstGeom prst="rect">
            <a:avLst/>
          </a:prstGeom>
        </p:spPr>
        <p:txBody>
          <a:bodyPr vert="horz" lIns="91440" tIns="45720" rIns="91440" bIns="45720" rtlCol="0" anchor="ctr"/>
          <a:lstStyle>
            <a:lvl1pPr algn="ctr">
              <a:defRPr sz="998">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898717180"/>
      </p:ext>
    </p:extLst>
  </p:cSld>
  <p:clrMapOvr>
    <a:masterClrMapping/>
  </p:clrMapOvr>
  <p:hf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meline layout">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19" name="Picture Placeholder 27">
            <a:extLst>
              <a:ext uri="{FF2B5EF4-FFF2-40B4-BE49-F238E27FC236}">
                <a16:creationId xmlns:a16="http://schemas.microsoft.com/office/drawing/2014/main" id="{DD693775-5DD2-4F9F-8BA0-A1116F47A512}"/>
              </a:ext>
            </a:extLst>
          </p:cNvPr>
          <p:cNvSpPr>
            <a:spLocks noGrp="1"/>
          </p:cNvSpPr>
          <p:nvPr>
            <p:ph type="pic" sz="quarter" idx="11" hasCustomPrompt="1"/>
          </p:nvPr>
        </p:nvSpPr>
        <p:spPr>
          <a:xfrm>
            <a:off x="323528" y="2379588"/>
            <a:ext cx="912796" cy="912796"/>
          </a:xfrm>
          <a:prstGeom prst="ellipse">
            <a:avLst/>
          </a:prstGeom>
          <a:ln w="38100">
            <a:solidFill>
              <a:srgbClr val="0066A1"/>
            </a:solidFill>
          </a:ln>
        </p:spPr>
        <p:txBody>
          <a:bodyPr anchor="ctr"/>
          <a:lstStyle>
            <a:lvl1pPr marL="0" indent="0" algn="ctr">
              <a:buNone/>
              <a:defRPr sz="1048"/>
            </a:lvl1pPr>
          </a:lstStyle>
          <a:p>
            <a:r>
              <a:rPr lang="en-NL"/>
              <a:t>Picture</a:t>
            </a:r>
            <a:endParaRPr lang="nl-NL"/>
          </a:p>
        </p:txBody>
      </p:sp>
      <p:sp>
        <p:nvSpPr>
          <p:cNvPr id="20" name="Picture Placeholder 27">
            <a:extLst>
              <a:ext uri="{FF2B5EF4-FFF2-40B4-BE49-F238E27FC236}">
                <a16:creationId xmlns:a16="http://schemas.microsoft.com/office/drawing/2014/main" id="{24C618AE-99E1-4546-82E9-88F352545D0E}"/>
              </a:ext>
            </a:extLst>
          </p:cNvPr>
          <p:cNvSpPr>
            <a:spLocks noGrp="1"/>
          </p:cNvSpPr>
          <p:nvPr>
            <p:ph type="pic" sz="quarter" idx="12" hasCustomPrompt="1"/>
          </p:nvPr>
        </p:nvSpPr>
        <p:spPr>
          <a:xfrm>
            <a:off x="2226654" y="2379588"/>
            <a:ext cx="912796" cy="912796"/>
          </a:xfrm>
          <a:prstGeom prst="ellipse">
            <a:avLst/>
          </a:prstGeom>
          <a:ln w="38100">
            <a:solidFill>
              <a:srgbClr val="0066A1"/>
            </a:solidFill>
          </a:ln>
        </p:spPr>
        <p:txBody>
          <a:bodyPr anchor="ctr"/>
          <a:lstStyle>
            <a:lvl1pPr marL="0" indent="0" algn="ctr">
              <a:buNone/>
              <a:defRPr sz="1048"/>
            </a:lvl1pPr>
          </a:lstStyle>
          <a:p>
            <a:r>
              <a:rPr lang="en-NL"/>
              <a:t>Picture</a:t>
            </a:r>
            <a:endParaRPr lang="nl-NL"/>
          </a:p>
        </p:txBody>
      </p:sp>
      <p:sp>
        <p:nvSpPr>
          <p:cNvPr id="21" name="Picture Placeholder 27">
            <a:extLst>
              <a:ext uri="{FF2B5EF4-FFF2-40B4-BE49-F238E27FC236}">
                <a16:creationId xmlns:a16="http://schemas.microsoft.com/office/drawing/2014/main" id="{D77C7BA8-1C72-4DC6-A3AC-7A379CA07FC8}"/>
              </a:ext>
            </a:extLst>
          </p:cNvPr>
          <p:cNvSpPr>
            <a:spLocks noGrp="1"/>
          </p:cNvSpPr>
          <p:nvPr>
            <p:ph type="pic" sz="quarter" idx="13" hasCustomPrompt="1"/>
          </p:nvPr>
        </p:nvSpPr>
        <p:spPr>
          <a:xfrm>
            <a:off x="4129779" y="2379588"/>
            <a:ext cx="912796" cy="912796"/>
          </a:xfrm>
          <a:prstGeom prst="ellipse">
            <a:avLst/>
          </a:prstGeom>
          <a:ln w="38100">
            <a:solidFill>
              <a:srgbClr val="0066A1"/>
            </a:solidFill>
          </a:ln>
        </p:spPr>
        <p:txBody>
          <a:bodyPr anchor="ctr"/>
          <a:lstStyle>
            <a:lvl1pPr marL="0" indent="0" algn="ctr">
              <a:buNone/>
              <a:defRPr sz="1048"/>
            </a:lvl1pPr>
          </a:lstStyle>
          <a:p>
            <a:r>
              <a:rPr lang="en-NL"/>
              <a:t>Picture</a:t>
            </a:r>
            <a:endParaRPr lang="nl-NL"/>
          </a:p>
        </p:txBody>
      </p:sp>
      <p:sp>
        <p:nvSpPr>
          <p:cNvPr id="22" name="Picture Placeholder 27">
            <a:extLst>
              <a:ext uri="{FF2B5EF4-FFF2-40B4-BE49-F238E27FC236}">
                <a16:creationId xmlns:a16="http://schemas.microsoft.com/office/drawing/2014/main" id="{0A158DA1-9057-4B69-965F-787527905B7E}"/>
              </a:ext>
            </a:extLst>
          </p:cNvPr>
          <p:cNvSpPr>
            <a:spLocks noGrp="1"/>
          </p:cNvSpPr>
          <p:nvPr>
            <p:ph type="pic" sz="quarter" idx="14" hasCustomPrompt="1"/>
          </p:nvPr>
        </p:nvSpPr>
        <p:spPr>
          <a:xfrm>
            <a:off x="6032906" y="2379588"/>
            <a:ext cx="912796" cy="912796"/>
          </a:xfrm>
          <a:prstGeom prst="ellipse">
            <a:avLst/>
          </a:prstGeom>
          <a:ln w="38100">
            <a:solidFill>
              <a:srgbClr val="0066A1"/>
            </a:solidFill>
          </a:ln>
        </p:spPr>
        <p:txBody>
          <a:bodyPr anchor="ctr"/>
          <a:lstStyle>
            <a:lvl1pPr marL="0" indent="0" algn="ctr">
              <a:buNone/>
              <a:defRPr sz="1048"/>
            </a:lvl1pPr>
          </a:lstStyle>
          <a:p>
            <a:r>
              <a:rPr lang="en-NL"/>
              <a:t>Picture</a:t>
            </a:r>
            <a:endParaRPr lang="nl-NL"/>
          </a:p>
        </p:txBody>
      </p:sp>
      <p:sp>
        <p:nvSpPr>
          <p:cNvPr id="23" name="Picture Placeholder 27">
            <a:extLst>
              <a:ext uri="{FF2B5EF4-FFF2-40B4-BE49-F238E27FC236}">
                <a16:creationId xmlns:a16="http://schemas.microsoft.com/office/drawing/2014/main" id="{17E4285E-C0F0-41BB-963D-700F386E3E98}"/>
              </a:ext>
            </a:extLst>
          </p:cNvPr>
          <p:cNvSpPr>
            <a:spLocks noGrp="1"/>
          </p:cNvSpPr>
          <p:nvPr>
            <p:ph type="pic" sz="quarter" idx="15" hasCustomPrompt="1"/>
          </p:nvPr>
        </p:nvSpPr>
        <p:spPr>
          <a:xfrm>
            <a:off x="7936032" y="2379588"/>
            <a:ext cx="912796" cy="912796"/>
          </a:xfrm>
          <a:prstGeom prst="ellipse">
            <a:avLst/>
          </a:prstGeom>
          <a:ln w="38100">
            <a:solidFill>
              <a:srgbClr val="0066A1"/>
            </a:solidFill>
          </a:ln>
        </p:spPr>
        <p:txBody>
          <a:bodyPr anchor="ctr"/>
          <a:lstStyle>
            <a:lvl1pPr marL="0" indent="0" algn="ctr">
              <a:buNone/>
              <a:defRPr sz="1048"/>
            </a:lvl1pPr>
          </a:lstStyle>
          <a:p>
            <a:r>
              <a:rPr lang="en-NL"/>
              <a:t>Picture</a:t>
            </a:r>
            <a:endParaRPr lang="nl-NL"/>
          </a:p>
        </p:txBody>
      </p:sp>
      <p:cxnSp>
        <p:nvCxnSpPr>
          <p:cNvPr id="5" name="Straight Connector 4">
            <a:extLst>
              <a:ext uri="{FF2B5EF4-FFF2-40B4-BE49-F238E27FC236}">
                <a16:creationId xmlns:a16="http://schemas.microsoft.com/office/drawing/2014/main" id="{9B18FFD8-C4F5-4D8A-B362-4D4BCBB4B39D}"/>
              </a:ext>
            </a:extLst>
          </p:cNvPr>
          <p:cNvCxnSpPr>
            <a:stCxn id="19" idx="0"/>
          </p:cNvCxnSpPr>
          <p:nvPr userDrawn="1"/>
        </p:nvCxnSpPr>
        <p:spPr>
          <a:xfrm flipV="1">
            <a:off x="779925" y="2115905"/>
            <a:ext cx="0" cy="2636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41573DA6-E356-40F5-A54A-1C96B287F713}"/>
              </a:ext>
            </a:extLst>
          </p:cNvPr>
          <p:cNvSpPr/>
          <p:nvPr userDrawn="1"/>
        </p:nvSpPr>
        <p:spPr>
          <a:xfrm>
            <a:off x="696003" y="2031984"/>
            <a:ext cx="167845" cy="167845"/>
          </a:xfrm>
          <a:prstGeom prst="ellipse">
            <a:avLst/>
          </a:prstGeom>
          <a:solidFill>
            <a:srgbClr val="0066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cxnSp>
        <p:nvCxnSpPr>
          <p:cNvPr id="27" name="Straight Connector 26">
            <a:extLst>
              <a:ext uri="{FF2B5EF4-FFF2-40B4-BE49-F238E27FC236}">
                <a16:creationId xmlns:a16="http://schemas.microsoft.com/office/drawing/2014/main" id="{06A14C30-DA77-494C-8A1D-6347BE4BD617}"/>
              </a:ext>
            </a:extLst>
          </p:cNvPr>
          <p:cNvCxnSpPr/>
          <p:nvPr userDrawn="1"/>
        </p:nvCxnSpPr>
        <p:spPr>
          <a:xfrm flipV="1">
            <a:off x="4583914" y="2115905"/>
            <a:ext cx="0" cy="2636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90DC656E-43AD-4BD6-B9F5-2EC1521D73C0}"/>
              </a:ext>
            </a:extLst>
          </p:cNvPr>
          <p:cNvSpPr/>
          <p:nvPr userDrawn="1"/>
        </p:nvSpPr>
        <p:spPr>
          <a:xfrm>
            <a:off x="4499992" y="2031984"/>
            <a:ext cx="167845" cy="167845"/>
          </a:xfrm>
          <a:prstGeom prst="ellipse">
            <a:avLst/>
          </a:prstGeom>
          <a:solidFill>
            <a:srgbClr val="0066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cxnSp>
        <p:nvCxnSpPr>
          <p:cNvPr id="29" name="Straight Connector 28">
            <a:extLst>
              <a:ext uri="{FF2B5EF4-FFF2-40B4-BE49-F238E27FC236}">
                <a16:creationId xmlns:a16="http://schemas.microsoft.com/office/drawing/2014/main" id="{594DBB4C-56FA-49D2-839C-653260824E76}"/>
              </a:ext>
            </a:extLst>
          </p:cNvPr>
          <p:cNvCxnSpPr/>
          <p:nvPr userDrawn="1"/>
        </p:nvCxnSpPr>
        <p:spPr>
          <a:xfrm flipV="1">
            <a:off x="8385189" y="2115905"/>
            <a:ext cx="0" cy="2636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CDA20287-483E-41CD-A918-3229CD2EA37E}"/>
              </a:ext>
            </a:extLst>
          </p:cNvPr>
          <p:cNvSpPr/>
          <p:nvPr userDrawn="1"/>
        </p:nvSpPr>
        <p:spPr>
          <a:xfrm>
            <a:off x="8301268" y="2031984"/>
            <a:ext cx="167845" cy="167845"/>
          </a:xfrm>
          <a:prstGeom prst="ellipse">
            <a:avLst/>
          </a:prstGeom>
          <a:solidFill>
            <a:srgbClr val="0066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cxnSp>
        <p:nvCxnSpPr>
          <p:cNvPr id="32" name="Straight Connector 31">
            <a:extLst>
              <a:ext uri="{FF2B5EF4-FFF2-40B4-BE49-F238E27FC236}">
                <a16:creationId xmlns:a16="http://schemas.microsoft.com/office/drawing/2014/main" id="{71545202-7111-4A85-9A9B-EAC69DF263DC}"/>
              </a:ext>
            </a:extLst>
          </p:cNvPr>
          <p:cNvCxnSpPr>
            <a:cxnSpLocks/>
          </p:cNvCxnSpPr>
          <p:nvPr userDrawn="1"/>
        </p:nvCxnSpPr>
        <p:spPr>
          <a:xfrm flipV="1">
            <a:off x="2681817" y="3292383"/>
            <a:ext cx="0" cy="2636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85F13057-C28A-4A30-98A5-C329DE70ED85}"/>
              </a:ext>
            </a:extLst>
          </p:cNvPr>
          <p:cNvSpPr/>
          <p:nvPr userDrawn="1"/>
        </p:nvSpPr>
        <p:spPr>
          <a:xfrm>
            <a:off x="2597896" y="3472144"/>
            <a:ext cx="167845" cy="167845"/>
          </a:xfrm>
          <a:prstGeom prst="ellipse">
            <a:avLst/>
          </a:prstGeom>
          <a:solidFill>
            <a:srgbClr val="0066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cxnSp>
        <p:nvCxnSpPr>
          <p:cNvPr id="37" name="Straight Connector 36">
            <a:extLst>
              <a:ext uri="{FF2B5EF4-FFF2-40B4-BE49-F238E27FC236}">
                <a16:creationId xmlns:a16="http://schemas.microsoft.com/office/drawing/2014/main" id="{5E01AA18-E05E-43A0-9AE4-A46A15644B36}"/>
              </a:ext>
            </a:extLst>
          </p:cNvPr>
          <p:cNvCxnSpPr>
            <a:cxnSpLocks/>
          </p:cNvCxnSpPr>
          <p:nvPr userDrawn="1"/>
        </p:nvCxnSpPr>
        <p:spPr>
          <a:xfrm flipV="1">
            <a:off x="6490393" y="3292383"/>
            <a:ext cx="0" cy="2636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649CF53D-039C-4542-AC63-68E575BF844E}"/>
              </a:ext>
            </a:extLst>
          </p:cNvPr>
          <p:cNvSpPr/>
          <p:nvPr userDrawn="1"/>
        </p:nvSpPr>
        <p:spPr>
          <a:xfrm>
            <a:off x="6406471" y="3472144"/>
            <a:ext cx="167845" cy="167845"/>
          </a:xfrm>
          <a:prstGeom prst="ellipse">
            <a:avLst/>
          </a:prstGeom>
          <a:solidFill>
            <a:srgbClr val="0066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390"/>
          </a:p>
        </p:txBody>
      </p:sp>
      <p:sp>
        <p:nvSpPr>
          <p:cNvPr id="39" name="Text Placeholder 8">
            <a:extLst>
              <a:ext uri="{FF2B5EF4-FFF2-40B4-BE49-F238E27FC236}">
                <a16:creationId xmlns:a16="http://schemas.microsoft.com/office/drawing/2014/main" id="{A1176A13-FE45-41E7-83DC-D2773ABFDD05}"/>
              </a:ext>
            </a:extLst>
          </p:cNvPr>
          <p:cNvSpPr>
            <a:spLocks noGrp="1"/>
          </p:cNvSpPr>
          <p:nvPr>
            <p:ph type="body" sz="quarter" idx="21" hasCustomPrompt="1"/>
          </p:nvPr>
        </p:nvSpPr>
        <p:spPr>
          <a:xfrm>
            <a:off x="90190" y="1603332"/>
            <a:ext cx="1379469" cy="318820"/>
          </a:xfrm>
          <a:noFill/>
        </p:spPr>
        <p:txBody>
          <a:bodyPr anchor="t"/>
          <a:lstStyle>
            <a:lvl1pPr marL="0" indent="0" algn="ctr">
              <a:buNone/>
              <a:defRPr sz="1397" b="1">
                <a:solidFill>
                  <a:srgbClr val="0066A1"/>
                </a:solidFill>
              </a:defRPr>
            </a:lvl1pPr>
          </a:lstStyle>
          <a:p>
            <a:pPr lvl="0"/>
            <a:r>
              <a:rPr lang="en-NL"/>
              <a:t>Text</a:t>
            </a:r>
            <a:endParaRPr lang="nl-NL"/>
          </a:p>
        </p:txBody>
      </p:sp>
      <p:sp>
        <p:nvSpPr>
          <p:cNvPr id="40" name="Text Placeholder 8">
            <a:extLst>
              <a:ext uri="{FF2B5EF4-FFF2-40B4-BE49-F238E27FC236}">
                <a16:creationId xmlns:a16="http://schemas.microsoft.com/office/drawing/2014/main" id="{4F55AB82-50A8-4AB8-A693-724B372F6109}"/>
              </a:ext>
            </a:extLst>
          </p:cNvPr>
          <p:cNvSpPr>
            <a:spLocks noGrp="1"/>
          </p:cNvSpPr>
          <p:nvPr>
            <p:ph type="body" sz="quarter" idx="22" hasCustomPrompt="1"/>
          </p:nvPr>
        </p:nvSpPr>
        <p:spPr>
          <a:xfrm>
            <a:off x="1992082" y="3762186"/>
            <a:ext cx="1379469" cy="318820"/>
          </a:xfrm>
          <a:noFill/>
        </p:spPr>
        <p:txBody>
          <a:bodyPr anchor="t"/>
          <a:lstStyle>
            <a:lvl1pPr marL="0" indent="0" algn="ctr">
              <a:buNone/>
              <a:defRPr sz="1397" b="1">
                <a:solidFill>
                  <a:srgbClr val="0066A1"/>
                </a:solidFill>
              </a:defRPr>
            </a:lvl1pPr>
          </a:lstStyle>
          <a:p>
            <a:pPr lvl="0"/>
            <a:r>
              <a:rPr lang="en-NL"/>
              <a:t>Text</a:t>
            </a:r>
            <a:endParaRPr lang="nl-NL"/>
          </a:p>
        </p:txBody>
      </p:sp>
      <p:sp>
        <p:nvSpPr>
          <p:cNvPr id="41" name="Text Placeholder 8">
            <a:extLst>
              <a:ext uri="{FF2B5EF4-FFF2-40B4-BE49-F238E27FC236}">
                <a16:creationId xmlns:a16="http://schemas.microsoft.com/office/drawing/2014/main" id="{50CF6001-A3B5-4CEF-9430-08E73952F3A9}"/>
              </a:ext>
            </a:extLst>
          </p:cNvPr>
          <p:cNvSpPr>
            <a:spLocks noGrp="1"/>
          </p:cNvSpPr>
          <p:nvPr>
            <p:ph type="body" sz="quarter" idx="23" hasCustomPrompt="1"/>
          </p:nvPr>
        </p:nvSpPr>
        <p:spPr>
          <a:xfrm>
            <a:off x="3894179" y="1603332"/>
            <a:ext cx="1379469" cy="318820"/>
          </a:xfrm>
          <a:noFill/>
        </p:spPr>
        <p:txBody>
          <a:bodyPr anchor="t"/>
          <a:lstStyle>
            <a:lvl1pPr marL="0" indent="0" algn="ctr">
              <a:buNone/>
              <a:defRPr sz="1397" b="1">
                <a:solidFill>
                  <a:srgbClr val="0066A1"/>
                </a:solidFill>
              </a:defRPr>
            </a:lvl1pPr>
          </a:lstStyle>
          <a:p>
            <a:pPr lvl="0"/>
            <a:r>
              <a:rPr lang="en-NL"/>
              <a:t>Text</a:t>
            </a:r>
            <a:endParaRPr lang="nl-NL"/>
          </a:p>
        </p:txBody>
      </p:sp>
      <p:sp>
        <p:nvSpPr>
          <p:cNvPr id="42" name="Text Placeholder 8">
            <a:extLst>
              <a:ext uri="{FF2B5EF4-FFF2-40B4-BE49-F238E27FC236}">
                <a16:creationId xmlns:a16="http://schemas.microsoft.com/office/drawing/2014/main" id="{674A2AD4-7E7D-4A9C-91B5-836BCD95E95F}"/>
              </a:ext>
            </a:extLst>
          </p:cNvPr>
          <p:cNvSpPr>
            <a:spLocks noGrp="1"/>
          </p:cNvSpPr>
          <p:nvPr>
            <p:ph type="body" sz="quarter" idx="24" hasCustomPrompt="1"/>
          </p:nvPr>
        </p:nvSpPr>
        <p:spPr>
          <a:xfrm>
            <a:off x="5799569" y="3762186"/>
            <a:ext cx="1379469" cy="318820"/>
          </a:xfrm>
          <a:noFill/>
        </p:spPr>
        <p:txBody>
          <a:bodyPr anchor="t"/>
          <a:lstStyle>
            <a:lvl1pPr marL="0" indent="0" algn="ctr">
              <a:buNone/>
              <a:defRPr sz="1397" b="1">
                <a:solidFill>
                  <a:srgbClr val="0066A1"/>
                </a:solidFill>
              </a:defRPr>
            </a:lvl1pPr>
          </a:lstStyle>
          <a:p>
            <a:pPr lvl="0"/>
            <a:r>
              <a:rPr lang="en-NL"/>
              <a:t>Text</a:t>
            </a:r>
            <a:endParaRPr lang="nl-NL"/>
          </a:p>
        </p:txBody>
      </p:sp>
      <p:sp>
        <p:nvSpPr>
          <p:cNvPr id="43" name="Text Placeholder 8">
            <a:extLst>
              <a:ext uri="{FF2B5EF4-FFF2-40B4-BE49-F238E27FC236}">
                <a16:creationId xmlns:a16="http://schemas.microsoft.com/office/drawing/2014/main" id="{671A8F17-68DA-4DF4-A798-FDFF7D8CAC0E}"/>
              </a:ext>
            </a:extLst>
          </p:cNvPr>
          <p:cNvSpPr>
            <a:spLocks noGrp="1"/>
          </p:cNvSpPr>
          <p:nvPr>
            <p:ph type="body" sz="quarter" idx="25" hasCustomPrompt="1"/>
          </p:nvPr>
        </p:nvSpPr>
        <p:spPr>
          <a:xfrm>
            <a:off x="7698169" y="1603332"/>
            <a:ext cx="1266320" cy="318820"/>
          </a:xfrm>
          <a:noFill/>
        </p:spPr>
        <p:txBody>
          <a:bodyPr anchor="t"/>
          <a:lstStyle>
            <a:lvl1pPr marL="0" indent="0" algn="ctr">
              <a:buNone/>
              <a:defRPr sz="1397" b="1">
                <a:solidFill>
                  <a:srgbClr val="0066A1"/>
                </a:solidFill>
              </a:defRPr>
            </a:lvl1pPr>
          </a:lstStyle>
          <a:p>
            <a:pPr lvl="0"/>
            <a:r>
              <a:rPr lang="en-NL"/>
              <a:t>Text</a:t>
            </a:r>
            <a:endParaRPr lang="nl-NL"/>
          </a:p>
        </p:txBody>
      </p:sp>
      <p:sp>
        <p:nvSpPr>
          <p:cNvPr id="59" name="Text Placeholder 8">
            <a:extLst>
              <a:ext uri="{FF2B5EF4-FFF2-40B4-BE49-F238E27FC236}">
                <a16:creationId xmlns:a16="http://schemas.microsoft.com/office/drawing/2014/main" id="{BCE2F239-93B4-4455-B521-F46B504CF10C}"/>
              </a:ext>
            </a:extLst>
          </p:cNvPr>
          <p:cNvSpPr>
            <a:spLocks noGrp="1"/>
          </p:cNvSpPr>
          <p:nvPr>
            <p:ph type="body" sz="quarter" idx="29" hasCustomPrompt="1"/>
          </p:nvPr>
        </p:nvSpPr>
        <p:spPr>
          <a:xfrm>
            <a:off x="7508529" y="3424225"/>
            <a:ext cx="1455960" cy="1053789"/>
          </a:xfrm>
          <a:noFill/>
        </p:spPr>
        <p:txBody>
          <a:bodyPr anchor="t"/>
          <a:lstStyle>
            <a:lvl1pPr marL="0" indent="0">
              <a:buNone/>
              <a:defRPr sz="1197">
                <a:solidFill>
                  <a:schemeClr val="tx1"/>
                </a:solidFill>
              </a:defRPr>
            </a:lvl1pPr>
          </a:lstStyle>
          <a:p>
            <a:pPr lvl="0"/>
            <a:r>
              <a:rPr lang="en-NL"/>
              <a:t>Text</a:t>
            </a:r>
            <a:endParaRPr lang="nl-NL"/>
          </a:p>
        </p:txBody>
      </p:sp>
      <p:sp>
        <p:nvSpPr>
          <p:cNvPr id="60" name="Text Placeholder 8">
            <a:extLst>
              <a:ext uri="{FF2B5EF4-FFF2-40B4-BE49-F238E27FC236}">
                <a16:creationId xmlns:a16="http://schemas.microsoft.com/office/drawing/2014/main" id="{6E30B9E0-5ABA-4C6E-BEA0-C095D191BE03}"/>
              </a:ext>
            </a:extLst>
          </p:cNvPr>
          <p:cNvSpPr>
            <a:spLocks noGrp="1"/>
          </p:cNvSpPr>
          <p:nvPr>
            <p:ph type="body" sz="quarter" idx="30" hasCustomPrompt="1"/>
          </p:nvPr>
        </p:nvSpPr>
        <p:spPr>
          <a:xfrm>
            <a:off x="3839346" y="3424224"/>
            <a:ext cx="1455960" cy="1053790"/>
          </a:xfrm>
          <a:noFill/>
        </p:spPr>
        <p:txBody>
          <a:bodyPr anchor="t"/>
          <a:lstStyle>
            <a:lvl1pPr marL="0" indent="0">
              <a:buNone/>
              <a:defRPr sz="1197">
                <a:solidFill>
                  <a:schemeClr val="tx1"/>
                </a:solidFill>
              </a:defRPr>
            </a:lvl1pPr>
          </a:lstStyle>
          <a:p>
            <a:pPr lvl="0"/>
            <a:r>
              <a:rPr lang="en-NL"/>
              <a:t>Text</a:t>
            </a:r>
            <a:endParaRPr lang="nl-NL"/>
          </a:p>
        </p:txBody>
      </p:sp>
      <p:sp>
        <p:nvSpPr>
          <p:cNvPr id="61" name="Text Placeholder 8">
            <a:extLst>
              <a:ext uri="{FF2B5EF4-FFF2-40B4-BE49-F238E27FC236}">
                <a16:creationId xmlns:a16="http://schemas.microsoft.com/office/drawing/2014/main" id="{097AE234-03CA-4290-9BCF-2631D8D87D31}"/>
              </a:ext>
            </a:extLst>
          </p:cNvPr>
          <p:cNvSpPr>
            <a:spLocks noGrp="1"/>
          </p:cNvSpPr>
          <p:nvPr>
            <p:ph type="body" sz="quarter" idx="31" hasCustomPrompt="1"/>
          </p:nvPr>
        </p:nvSpPr>
        <p:spPr>
          <a:xfrm>
            <a:off x="90190" y="3424224"/>
            <a:ext cx="1415321" cy="1053791"/>
          </a:xfrm>
          <a:noFill/>
        </p:spPr>
        <p:txBody>
          <a:bodyPr anchor="t"/>
          <a:lstStyle>
            <a:lvl1pPr marL="0" indent="0">
              <a:buNone/>
              <a:defRPr sz="1197">
                <a:solidFill>
                  <a:schemeClr val="tx1"/>
                </a:solidFill>
              </a:defRPr>
            </a:lvl1pPr>
          </a:lstStyle>
          <a:p>
            <a:pPr lvl="0"/>
            <a:r>
              <a:rPr lang="en-NL"/>
              <a:t>Text</a:t>
            </a:r>
            <a:endParaRPr lang="nl-NL"/>
          </a:p>
        </p:txBody>
      </p:sp>
      <p:sp>
        <p:nvSpPr>
          <p:cNvPr id="62" name="Text Placeholder 8">
            <a:extLst>
              <a:ext uri="{FF2B5EF4-FFF2-40B4-BE49-F238E27FC236}">
                <a16:creationId xmlns:a16="http://schemas.microsoft.com/office/drawing/2014/main" id="{0FECDA6D-295F-4015-A226-982F04407C77}"/>
              </a:ext>
            </a:extLst>
          </p:cNvPr>
          <p:cNvSpPr>
            <a:spLocks noGrp="1"/>
          </p:cNvSpPr>
          <p:nvPr>
            <p:ph type="body" sz="quarter" idx="32" hasCustomPrompt="1"/>
          </p:nvPr>
        </p:nvSpPr>
        <p:spPr>
          <a:xfrm>
            <a:off x="1913013" y="1203600"/>
            <a:ext cx="1415321" cy="1053791"/>
          </a:xfrm>
          <a:noFill/>
        </p:spPr>
        <p:txBody>
          <a:bodyPr anchor="t"/>
          <a:lstStyle>
            <a:lvl1pPr marL="0" indent="0">
              <a:buNone/>
              <a:defRPr sz="1197">
                <a:solidFill>
                  <a:schemeClr val="tx1"/>
                </a:solidFill>
              </a:defRPr>
            </a:lvl1pPr>
          </a:lstStyle>
          <a:p>
            <a:pPr lvl="0"/>
            <a:r>
              <a:rPr lang="en-NL"/>
              <a:t>Text</a:t>
            </a:r>
            <a:endParaRPr lang="nl-NL"/>
          </a:p>
        </p:txBody>
      </p:sp>
      <p:sp>
        <p:nvSpPr>
          <p:cNvPr id="63" name="Text Placeholder 8">
            <a:extLst>
              <a:ext uri="{FF2B5EF4-FFF2-40B4-BE49-F238E27FC236}">
                <a16:creationId xmlns:a16="http://schemas.microsoft.com/office/drawing/2014/main" id="{9CBDF8BE-35EC-46FD-A6B0-4D8A76A61CB4}"/>
              </a:ext>
            </a:extLst>
          </p:cNvPr>
          <p:cNvSpPr>
            <a:spLocks noGrp="1"/>
          </p:cNvSpPr>
          <p:nvPr>
            <p:ph type="body" sz="quarter" idx="33" hasCustomPrompt="1"/>
          </p:nvPr>
        </p:nvSpPr>
        <p:spPr>
          <a:xfrm>
            <a:off x="5781642" y="1203600"/>
            <a:ext cx="1415321" cy="1053791"/>
          </a:xfrm>
          <a:noFill/>
        </p:spPr>
        <p:txBody>
          <a:bodyPr anchor="t"/>
          <a:lstStyle>
            <a:lvl1pPr marL="0" indent="0">
              <a:buNone/>
              <a:defRPr sz="1197">
                <a:solidFill>
                  <a:schemeClr val="tx1"/>
                </a:solidFill>
              </a:defRPr>
            </a:lvl1pPr>
          </a:lstStyle>
          <a:p>
            <a:pPr lvl="0"/>
            <a:r>
              <a:rPr lang="en-NL"/>
              <a:t>Text</a:t>
            </a:r>
            <a:endParaRPr lang="nl-NL"/>
          </a:p>
        </p:txBody>
      </p:sp>
      <p:sp>
        <p:nvSpPr>
          <p:cNvPr id="30" name="Slide Number Placeholder 5">
            <a:extLst>
              <a:ext uri="{FF2B5EF4-FFF2-40B4-BE49-F238E27FC236}">
                <a16:creationId xmlns:a16="http://schemas.microsoft.com/office/drawing/2014/main" id="{84E4DF81-7A8B-438A-BC3B-358466EC4527}"/>
              </a:ext>
            </a:extLst>
          </p:cNvPr>
          <p:cNvSpPr>
            <a:spLocks noGrp="1"/>
          </p:cNvSpPr>
          <p:nvPr>
            <p:ph type="sldNum" sz="quarter" idx="4"/>
          </p:nvPr>
        </p:nvSpPr>
        <p:spPr>
          <a:xfrm>
            <a:off x="4350366" y="4782570"/>
            <a:ext cx="443268" cy="216025"/>
          </a:xfrm>
          <a:prstGeom prst="rect">
            <a:avLst/>
          </a:prstGeom>
        </p:spPr>
        <p:txBody>
          <a:bodyPr vert="horz" lIns="91440" tIns="45720" rIns="91440" bIns="45720" rtlCol="0" anchor="ctr"/>
          <a:lstStyle>
            <a:lvl1pPr algn="ctr">
              <a:defRPr sz="998">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938220826"/>
      </p:ext>
    </p:extLst>
  </p:cSld>
  <p:clrMapOvr>
    <a:masterClrMapping/>
  </p:clrMapOvr>
  <p:hf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Questions">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5" name="Title 1">
            <a:extLst>
              <a:ext uri="{FF2B5EF4-FFF2-40B4-BE49-F238E27FC236}">
                <a16:creationId xmlns:a16="http://schemas.microsoft.com/office/drawing/2014/main" id="{9ED4C143-82C8-4E8B-B704-B5E94F9ACFF0}"/>
              </a:ext>
            </a:extLst>
          </p:cNvPr>
          <p:cNvSpPr>
            <a:spLocks noGrp="1"/>
          </p:cNvSpPr>
          <p:nvPr>
            <p:ph type="title" hasCustomPrompt="1"/>
          </p:nvPr>
        </p:nvSpPr>
        <p:spPr>
          <a:xfrm>
            <a:off x="344322" y="2283720"/>
            <a:ext cx="5667838" cy="576064"/>
          </a:xfrm>
        </p:spPr>
        <p:txBody>
          <a:bodyPr anchor="t"/>
          <a:lstStyle>
            <a:lvl1pPr>
              <a:defRPr sz="2993" b="0">
                <a:solidFill>
                  <a:srgbClr val="0066A1"/>
                </a:solidFill>
              </a:defRPr>
            </a:lvl1pPr>
          </a:lstStyle>
          <a:p>
            <a:r>
              <a:rPr lang="en-NL"/>
              <a:t>Questions</a:t>
            </a:r>
            <a:endParaRPr lang="en-US"/>
          </a:p>
        </p:txBody>
      </p:sp>
      <p:pic>
        <p:nvPicPr>
          <p:cNvPr id="11" name="Graphic 10">
            <a:extLst>
              <a:ext uri="{FF2B5EF4-FFF2-40B4-BE49-F238E27FC236}">
                <a16:creationId xmlns:a16="http://schemas.microsoft.com/office/drawing/2014/main" id="{DBF36087-8037-4B32-B872-53AAA1375C90}"/>
              </a:ext>
            </a:extLst>
          </p:cNvPr>
          <p:cNvPicPr>
            <a:picLocks noChangeAspect="1"/>
          </p:cNvPicPr>
          <p:nvPr userDrawn="1"/>
        </p:nvPicPr>
        <p:blipFill>
          <a:blip r:embed="rId3">
            <a:extLst>
              <a:ext uri="{96DAC541-7B7A-43D3-8B79-37D633B846F1}">
                <asvg:svgBlip xmlns:asvg="http://schemas.microsoft.com/office/drawing/2016/SVG/main" r:embed="rId4"/>
              </a:ext>
            </a:extLst>
          </a:blip>
          <a:srcRect t="5200" r="4055" b="5200"/>
          <a:stretch>
            <a:fillRect/>
          </a:stretch>
        </p:blipFill>
        <p:spPr>
          <a:xfrm>
            <a:off x="6084168" y="3"/>
            <a:ext cx="3059832" cy="5143498"/>
          </a:xfrm>
          <a:custGeom>
            <a:avLst/>
            <a:gdLst>
              <a:gd name="connsiteX0" fmla="*/ 0 w 3059832"/>
              <a:gd name="connsiteY0" fmla="*/ 0 h 5143498"/>
              <a:gd name="connsiteX1" fmla="*/ 3059832 w 3059832"/>
              <a:gd name="connsiteY1" fmla="*/ 0 h 5143498"/>
              <a:gd name="connsiteX2" fmla="*/ 3059832 w 3059832"/>
              <a:gd name="connsiteY2" fmla="*/ 5143498 h 5143498"/>
              <a:gd name="connsiteX3" fmla="*/ 0 w 3059832"/>
              <a:gd name="connsiteY3" fmla="*/ 5143498 h 5143498"/>
            </a:gdLst>
            <a:ahLst/>
            <a:cxnLst>
              <a:cxn ang="0">
                <a:pos x="connsiteX0" y="connsiteY0"/>
              </a:cxn>
              <a:cxn ang="0">
                <a:pos x="connsiteX1" y="connsiteY1"/>
              </a:cxn>
              <a:cxn ang="0">
                <a:pos x="connsiteX2" y="connsiteY2"/>
              </a:cxn>
              <a:cxn ang="0">
                <a:pos x="connsiteX3" y="connsiteY3"/>
              </a:cxn>
            </a:cxnLst>
            <a:rect l="l" t="t" r="r" b="b"/>
            <a:pathLst>
              <a:path w="3059832" h="5143498">
                <a:moveTo>
                  <a:pt x="0" y="0"/>
                </a:moveTo>
                <a:lnTo>
                  <a:pt x="3059832" y="0"/>
                </a:lnTo>
                <a:lnTo>
                  <a:pt x="3059832" y="5143498"/>
                </a:lnTo>
                <a:lnTo>
                  <a:pt x="0" y="5143498"/>
                </a:lnTo>
                <a:close/>
              </a:path>
            </a:pathLst>
          </a:custGeom>
        </p:spPr>
      </p:pic>
    </p:spTree>
    <p:extLst>
      <p:ext uri="{BB962C8B-B14F-4D97-AF65-F5344CB8AC3E}">
        <p14:creationId xmlns:p14="http://schemas.microsoft.com/office/powerpoint/2010/main" val="239209915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Number slide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4322" y="2283720"/>
            <a:ext cx="5667838" cy="576064"/>
          </a:xfrm>
        </p:spPr>
        <p:txBody>
          <a:bodyPr anchor="t"/>
          <a:lstStyle>
            <a:lvl1pPr>
              <a:defRPr sz="2993" b="0">
                <a:solidFill>
                  <a:srgbClr val="0066A1"/>
                </a:solidFill>
              </a:defRPr>
            </a:lvl1pPr>
          </a:lstStyle>
          <a:p>
            <a:r>
              <a:rPr lang="en-US" sz="3192" b="1"/>
              <a:t>Appendix</a:t>
            </a:r>
            <a:endParaRPr lang="en-US"/>
          </a:p>
        </p:txBody>
      </p:sp>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Tree>
    <p:extLst>
      <p:ext uri="{BB962C8B-B14F-4D97-AF65-F5344CB8AC3E}">
        <p14:creationId xmlns:p14="http://schemas.microsoft.com/office/powerpoint/2010/main" val="35113220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Number slide #2">
    <p:bg>
      <p:bgPr>
        <a:solidFill>
          <a:schemeClr val="bg1"/>
        </a:solidFill>
        <a:effectLst/>
      </p:bgPr>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57312B5D-9AC1-4E53-A817-BF05228EBF7A}"/>
              </a:ext>
            </a:extLst>
          </p:cNvPr>
          <p:cNvSpPr/>
          <p:nvPr/>
        </p:nvSpPr>
        <p:spPr>
          <a:xfrm>
            <a:off x="5652120" y="2"/>
            <a:ext cx="3491880" cy="5143501"/>
          </a:xfrm>
          <a:custGeom>
            <a:avLst/>
            <a:gdLst>
              <a:gd name="connsiteX0" fmla="*/ 713371 w 3491880"/>
              <a:gd name="connsiteY0" fmla="*/ 0 h 5152297"/>
              <a:gd name="connsiteX1" fmla="*/ 2875909 w 3491880"/>
              <a:gd name="connsiteY1" fmla="*/ 0 h 5152297"/>
              <a:gd name="connsiteX2" fmla="*/ 3015848 w 3491880"/>
              <a:gd name="connsiteY2" fmla="*/ 54085 h 5152297"/>
              <a:gd name="connsiteX3" fmla="*/ 3484679 w 3491880"/>
              <a:gd name="connsiteY3" fmla="*/ 407855 h 5152297"/>
              <a:gd name="connsiteX4" fmla="*/ 3491880 w 3491880"/>
              <a:gd name="connsiteY4" fmla="*/ 417343 h 5152297"/>
              <a:gd name="connsiteX5" fmla="*/ 3491880 w 3491880"/>
              <a:gd name="connsiteY5" fmla="*/ 2322598 h 5152297"/>
              <a:gd name="connsiteX6" fmla="*/ 3377139 w 3491880"/>
              <a:gd name="connsiteY6" fmla="*/ 2465770 h 5152297"/>
              <a:gd name="connsiteX7" fmla="*/ 2145959 w 3491880"/>
              <a:gd name="connsiteY7" fmla="*/ 3339278 h 5152297"/>
              <a:gd name="connsiteX8" fmla="*/ 1003188 w 3491880"/>
              <a:gd name="connsiteY8" fmla="*/ 4470493 h 5152297"/>
              <a:gd name="connsiteX9" fmla="*/ 2845578 w 3491880"/>
              <a:gd name="connsiteY9" fmla="*/ 4470493 h 5152297"/>
              <a:gd name="connsiteX10" fmla="*/ 2931211 w 3491880"/>
              <a:gd name="connsiteY10" fmla="*/ 3877604 h 5152297"/>
              <a:gd name="connsiteX11" fmla="*/ 3491880 w 3491880"/>
              <a:gd name="connsiteY11" fmla="*/ 3877604 h 5152297"/>
              <a:gd name="connsiteX12" fmla="*/ 3491880 w 3491880"/>
              <a:gd name="connsiteY12" fmla="*/ 5152297 h 5152297"/>
              <a:gd name="connsiteX13" fmla="*/ 0 w 3491880"/>
              <a:gd name="connsiteY13" fmla="*/ 5152297 h 5152297"/>
              <a:gd name="connsiteX14" fmla="*/ 0 w 3491880"/>
              <a:gd name="connsiteY14" fmla="*/ 4876063 h 5152297"/>
              <a:gd name="connsiteX15" fmla="*/ 1438203 w 3491880"/>
              <a:gd name="connsiteY15" fmla="*/ 2761857 h 5152297"/>
              <a:gd name="connsiteX16" fmla="*/ 2557853 w 3491880"/>
              <a:gd name="connsiteY16" fmla="*/ 1412391 h 5152297"/>
              <a:gd name="connsiteX17" fmla="*/ 1858232 w 3491880"/>
              <a:gd name="connsiteY17" fmla="*/ 639916 h 5152297"/>
              <a:gd name="connsiteX18" fmla="*/ 925263 w 3491880"/>
              <a:gd name="connsiteY18" fmla="*/ 1256005 h 5152297"/>
              <a:gd name="connsiteX19" fmla="*/ 248764 w 3491880"/>
              <a:gd name="connsiteY19" fmla="*/ 1256005 h 5152297"/>
              <a:gd name="connsiteX20" fmla="*/ 248764 w 3491880"/>
              <a:gd name="connsiteY20" fmla="*/ 140688 h 5152297"/>
              <a:gd name="connsiteX21" fmla="*/ 620069 w 3491880"/>
              <a:gd name="connsiteY21" fmla="*/ 21868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91880" h="5152297">
                <a:moveTo>
                  <a:pt x="713371" y="0"/>
                </a:moveTo>
                <a:lnTo>
                  <a:pt x="2875909" y="0"/>
                </a:lnTo>
                <a:lnTo>
                  <a:pt x="3015848" y="54085"/>
                </a:lnTo>
                <a:cubicBezTo>
                  <a:pt x="3203629" y="142718"/>
                  <a:pt x="3361141" y="260173"/>
                  <a:pt x="3484679" y="407855"/>
                </a:cubicBezTo>
                <a:lnTo>
                  <a:pt x="3491880" y="417343"/>
                </a:lnTo>
                <a:lnTo>
                  <a:pt x="3491880" y="2322598"/>
                </a:lnTo>
                <a:lnTo>
                  <a:pt x="3377139" y="2465770"/>
                </a:lnTo>
                <a:cubicBezTo>
                  <a:pt x="3048876" y="2826658"/>
                  <a:pt x="2578994" y="3089153"/>
                  <a:pt x="2145959" y="3339278"/>
                </a:cubicBezTo>
                <a:cubicBezTo>
                  <a:pt x="1562799" y="3674819"/>
                  <a:pt x="1080686" y="4041293"/>
                  <a:pt x="1003188" y="4470493"/>
                </a:cubicBezTo>
                <a:lnTo>
                  <a:pt x="2845578" y="4470493"/>
                </a:lnTo>
                <a:lnTo>
                  <a:pt x="2931211" y="3877604"/>
                </a:lnTo>
                <a:lnTo>
                  <a:pt x="3491880" y="3877604"/>
                </a:lnTo>
                <a:lnTo>
                  <a:pt x="3491880" y="5152297"/>
                </a:lnTo>
                <a:lnTo>
                  <a:pt x="0" y="5152297"/>
                </a:lnTo>
                <a:lnTo>
                  <a:pt x="0" y="4876063"/>
                </a:lnTo>
                <a:cubicBezTo>
                  <a:pt x="0" y="3853974"/>
                  <a:pt x="738583" y="3276982"/>
                  <a:pt x="1438203" y="2761857"/>
                </a:cubicBezTo>
                <a:cubicBezTo>
                  <a:pt x="2005949" y="2340390"/>
                  <a:pt x="2557853" y="1973916"/>
                  <a:pt x="2557853" y="1412391"/>
                </a:cubicBezTo>
                <a:cubicBezTo>
                  <a:pt x="2557853" y="944525"/>
                  <a:pt x="2324503" y="639916"/>
                  <a:pt x="1858232" y="639916"/>
                </a:cubicBezTo>
                <a:cubicBezTo>
                  <a:pt x="1360705" y="639916"/>
                  <a:pt x="1080686" y="912731"/>
                  <a:pt x="925263" y="1256005"/>
                </a:cubicBezTo>
                <a:lnTo>
                  <a:pt x="248764" y="1256005"/>
                </a:lnTo>
                <a:lnTo>
                  <a:pt x="248764" y="140688"/>
                </a:lnTo>
                <a:cubicBezTo>
                  <a:pt x="367365" y="97725"/>
                  <a:pt x="491292" y="57715"/>
                  <a:pt x="620069" y="21868"/>
                </a:cubicBezTo>
                <a:close/>
              </a:path>
            </a:pathLst>
          </a:custGeom>
          <a:solidFill>
            <a:srgbClr val="CDCDCD"/>
          </a:solidFill>
          <a:ln w="39812" cap="flat">
            <a:noFill/>
            <a:prstDash val="solid"/>
            <a:miter/>
          </a:ln>
        </p:spPr>
        <p:txBody>
          <a:bodyPr rtlCol="0" anchor="ctr"/>
          <a:lstStyle/>
          <a:p>
            <a:endParaRPr lang="nl-NL" sz="2390"/>
          </a:p>
        </p:txBody>
      </p:sp>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13" name="Title 1">
            <a:extLst>
              <a:ext uri="{FF2B5EF4-FFF2-40B4-BE49-F238E27FC236}">
                <a16:creationId xmlns:a16="http://schemas.microsoft.com/office/drawing/2014/main" id="{D41DB888-BAC0-4A0E-B191-8389ECDDF7C5}"/>
              </a:ext>
            </a:extLst>
          </p:cNvPr>
          <p:cNvSpPr>
            <a:spLocks noGrp="1"/>
          </p:cNvSpPr>
          <p:nvPr>
            <p:ph type="title" hasCustomPrompt="1"/>
          </p:nvPr>
        </p:nvSpPr>
        <p:spPr>
          <a:xfrm>
            <a:off x="344322" y="2283720"/>
            <a:ext cx="5667838" cy="576064"/>
          </a:xfrm>
        </p:spPr>
        <p:txBody>
          <a:bodyPr anchor="t"/>
          <a:lstStyle>
            <a:lvl1pPr>
              <a:defRPr sz="2993" b="0">
                <a:solidFill>
                  <a:srgbClr val="0066A1"/>
                </a:solidFill>
              </a:defRPr>
            </a:lvl1pPr>
          </a:lstStyle>
          <a:p>
            <a:r>
              <a:rPr lang="en-US"/>
              <a:t>Chapter title</a:t>
            </a:r>
          </a:p>
        </p:txBody>
      </p:sp>
    </p:spTree>
    <p:extLst>
      <p:ext uri="{BB962C8B-B14F-4D97-AF65-F5344CB8AC3E}">
        <p14:creationId xmlns:p14="http://schemas.microsoft.com/office/powerpoint/2010/main" val="132716137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Number slide #3">
    <p:bg>
      <p:bgPr>
        <a:solidFill>
          <a:schemeClr val="bg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2AAB8AF6-C153-46C6-9576-9D80FCE5FDBC}"/>
              </a:ext>
            </a:extLst>
          </p:cNvPr>
          <p:cNvPicPr>
            <a:picLocks noChangeAspect="1"/>
          </p:cNvPicPr>
          <p:nvPr userDrawn="1"/>
        </p:nvPicPr>
        <p:blipFill>
          <a:blip r:embed="rId2">
            <a:extLst>
              <a:ext uri="{96DAC541-7B7A-43D3-8B79-37D633B846F1}">
                <asvg:svgBlip xmlns:asvg="http://schemas.microsoft.com/office/drawing/2016/SVG/main" r:embed="rId3"/>
              </a:ext>
            </a:extLst>
          </a:blip>
          <a:srcRect t="2620" r="9931" b="10717"/>
          <a:stretch>
            <a:fillRect/>
          </a:stretch>
        </p:blipFill>
        <p:spPr>
          <a:xfrm>
            <a:off x="5524278" y="0"/>
            <a:ext cx="3619722" cy="5143500"/>
          </a:xfrm>
          <a:custGeom>
            <a:avLst/>
            <a:gdLst>
              <a:gd name="connsiteX0" fmla="*/ 0 w 3619722"/>
              <a:gd name="connsiteY0" fmla="*/ 0 h 5143500"/>
              <a:gd name="connsiteX1" fmla="*/ 3619722 w 3619722"/>
              <a:gd name="connsiteY1" fmla="*/ 0 h 5143500"/>
              <a:gd name="connsiteX2" fmla="*/ 3619722 w 3619722"/>
              <a:gd name="connsiteY2" fmla="*/ 5143500 h 5143500"/>
              <a:gd name="connsiteX3" fmla="*/ 0 w 3619722"/>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619722" h="5143500">
                <a:moveTo>
                  <a:pt x="0" y="0"/>
                </a:moveTo>
                <a:lnTo>
                  <a:pt x="3619722" y="0"/>
                </a:lnTo>
                <a:lnTo>
                  <a:pt x="3619722" y="5143500"/>
                </a:lnTo>
                <a:lnTo>
                  <a:pt x="0" y="5143500"/>
                </a:lnTo>
                <a:close/>
              </a:path>
            </a:pathLst>
          </a:custGeom>
        </p:spPr>
      </p:pic>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10" name="Title 1">
            <a:extLst>
              <a:ext uri="{FF2B5EF4-FFF2-40B4-BE49-F238E27FC236}">
                <a16:creationId xmlns:a16="http://schemas.microsoft.com/office/drawing/2014/main" id="{979E06BF-DA37-4CB2-B317-AA69899CFCA4}"/>
              </a:ext>
            </a:extLst>
          </p:cNvPr>
          <p:cNvSpPr>
            <a:spLocks noGrp="1"/>
          </p:cNvSpPr>
          <p:nvPr>
            <p:ph type="title" hasCustomPrompt="1"/>
          </p:nvPr>
        </p:nvSpPr>
        <p:spPr>
          <a:xfrm>
            <a:off x="344322" y="2283720"/>
            <a:ext cx="5667838" cy="576064"/>
          </a:xfrm>
        </p:spPr>
        <p:txBody>
          <a:bodyPr anchor="t"/>
          <a:lstStyle>
            <a:lvl1pPr>
              <a:defRPr sz="2993" b="0">
                <a:solidFill>
                  <a:srgbClr val="0066A1"/>
                </a:solidFill>
              </a:defRPr>
            </a:lvl1pPr>
          </a:lstStyle>
          <a:p>
            <a:r>
              <a:rPr lang="en-US"/>
              <a:t>Chapter title</a:t>
            </a:r>
          </a:p>
        </p:txBody>
      </p:sp>
    </p:spTree>
    <p:extLst>
      <p:ext uri="{BB962C8B-B14F-4D97-AF65-F5344CB8AC3E}">
        <p14:creationId xmlns:p14="http://schemas.microsoft.com/office/powerpoint/2010/main" val="57143755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Number slide #4">
    <p:bg>
      <p:bgPr>
        <a:solidFill>
          <a:schemeClr val="bg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B8A9580-5691-46BC-8EFB-05274DFBBD9F}"/>
              </a:ext>
            </a:extLst>
          </p:cNvPr>
          <p:cNvPicPr>
            <a:picLocks noChangeAspect="1"/>
          </p:cNvPicPr>
          <p:nvPr userDrawn="1"/>
        </p:nvPicPr>
        <p:blipFill>
          <a:blip r:embed="rId2">
            <a:extLst>
              <a:ext uri="{96DAC541-7B7A-43D3-8B79-37D633B846F1}">
                <asvg:svgBlip xmlns:asvg="http://schemas.microsoft.com/office/drawing/2016/SVG/main" r:embed="rId3"/>
              </a:ext>
            </a:extLst>
          </a:blip>
          <a:srcRect t="6073" r="2912" b="2912"/>
          <a:stretch>
            <a:fillRect/>
          </a:stretch>
        </p:blipFill>
        <p:spPr>
          <a:xfrm>
            <a:off x="5076057" y="0"/>
            <a:ext cx="4067944" cy="5143500"/>
          </a:xfrm>
          <a:custGeom>
            <a:avLst/>
            <a:gdLst>
              <a:gd name="connsiteX0" fmla="*/ 0 w 4067944"/>
              <a:gd name="connsiteY0" fmla="*/ 0 h 5143500"/>
              <a:gd name="connsiteX1" fmla="*/ 4067944 w 4067944"/>
              <a:gd name="connsiteY1" fmla="*/ 0 h 5143500"/>
              <a:gd name="connsiteX2" fmla="*/ 4067944 w 4067944"/>
              <a:gd name="connsiteY2" fmla="*/ 1563638 h 5143500"/>
              <a:gd name="connsiteX3" fmla="*/ 4067944 w 4067944"/>
              <a:gd name="connsiteY3" fmla="*/ 5143500 h 5143500"/>
              <a:gd name="connsiteX4" fmla="*/ 1368152 w 4067944"/>
              <a:gd name="connsiteY4" fmla="*/ 5143500 h 5143500"/>
              <a:gd name="connsiteX5" fmla="*/ 0 w 4067944"/>
              <a:gd name="connsiteY5"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7944" h="5143500">
                <a:moveTo>
                  <a:pt x="0" y="0"/>
                </a:moveTo>
                <a:lnTo>
                  <a:pt x="4067944" y="0"/>
                </a:lnTo>
                <a:lnTo>
                  <a:pt x="4067944" y="1563638"/>
                </a:lnTo>
                <a:lnTo>
                  <a:pt x="4067944" y="5143500"/>
                </a:lnTo>
                <a:lnTo>
                  <a:pt x="1368152" y="5143500"/>
                </a:lnTo>
                <a:lnTo>
                  <a:pt x="0" y="5143500"/>
                </a:lnTo>
                <a:close/>
              </a:path>
            </a:pathLst>
          </a:custGeom>
        </p:spPr>
      </p:pic>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12" name="Title 1">
            <a:extLst>
              <a:ext uri="{FF2B5EF4-FFF2-40B4-BE49-F238E27FC236}">
                <a16:creationId xmlns:a16="http://schemas.microsoft.com/office/drawing/2014/main" id="{09CA2755-427E-4107-8A88-2E4002A509B1}"/>
              </a:ext>
            </a:extLst>
          </p:cNvPr>
          <p:cNvSpPr>
            <a:spLocks noGrp="1"/>
          </p:cNvSpPr>
          <p:nvPr>
            <p:ph type="title" hasCustomPrompt="1"/>
          </p:nvPr>
        </p:nvSpPr>
        <p:spPr>
          <a:xfrm>
            <a:off x="344322" y="2283720"/>
            <a:ext cx="5667838" cy="576064"/>
          </a:xfrm>
        </p:spPr>
        <p:txBody>
          <a:bodyPr anchor="t"/>
          <a:lstStyle>
            <a:lvl1pPr>
              <a:defRPr sz="2993" b="0">
                <a:solidFill>
                  <a:srgbClr val="0066A1"/>
                </a:solidFill>
              </a:defRPr>
            </a:lvl1pPr>
          </a:lstStyle>
          <a:p>
            <a:r>
              <a:rPr lang="en-US"/>
              <a:t>Chapter title</a:t>
            </a:r>
          </a:p>
        </p:txBody>
      </p:sp>
    </p:spTree>
    <p:extLst>
      <p:ext uri="{BB962C8B-B14F-4D97-AF65-F5344CB8AC3E}">
        <p14:creationId xmlns:p14="http://schemas.microsoft.com/office/powerpoint/2010/main" val="248201691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Number slide #5">
    <p:bg>
      <p:bgPr>
        <a:solidFill>
          <a:schemeClr val="bg1"/>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4294D2EC-B852-4C76-B594-22C14AC69181}"/>
              </a:ext>
            </a:extLst>
          </p:cNvPr>
          <p:cNvPicPr>
            <a:picLocks noChangeAspect="1"/>
          </p:cNvPicPr>
          <p:nvPr userDrawn="1"/>
        </p:nvPicPr>
        <p:blipFill>
          <a:blip r:embed="rId2">
            <a:extLst>
              <a:ext uri="{96DAC541-7B7A-43D3-8B79-37D633B846F1}">
                <asvg:svgBlip xmlns:asvg="http://schemas.microsoft.com/office/drawing/2016/SVG/main" r:embed="rId3"/>
              </a:ext>
            </a:extLst>
          </a:blip>
          <a:srcRect r="5725" b="10056"/>
          <a:stretch>
            <a:fillRect/>
          </a:stretch>
        </p:blipFill>
        <p:spPr>
          <a:xfrm>
            <a:off x="5508105" y="0"/>
            <a:ext cx="3635896" cy="5143500"/>
          </a:xfrm>
          <a:custGeom>
            <a:avLst/>
            <a:gdLst>
              <a:gd name="connsiteX0" fmla="*/ 0 w 3635896"/>
              <a:gd name="connsiteY0" fmla="*/ 0 h 5143500"/>
              <a:gd name="connsiteX1" fmla="*/ 3635896 w 3635896"/>
              <a:gd name="connsiteY1" fmla="*/ 0 h 5143500"/>
              <a:gd name="connsiteX2" fmla="*/ 3635896 w 3635896"/>
              <a:gd name="connsiteY2" fmla="*/ 5143500 h 5143500"/>
              <a:gd name="connsiteX3" fmla="*/ 0 w 3635896"/>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635896" h="5143500">
                <a:moveTo>
                  <a:pt x="0" y="0"/>
                </a:moveTo>
                <a:lnTo>
                  <a:pt x="3635896" y="0"/>
                </a:lnTo>
                <a:lnTo>
                  <a:pt x="3635896" y="5143500"/>
                </a:lnTo>
                <a:lnTo>
                  <a:pt x="0" y="5143500"/>
                </a:lnTo>
                <a:close/>
              </a:path>
            </a:pathLst>
          </a:custGeom>
        </p:spPr>
      </p:pic>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5" name="Title 1">
            <a:extLst>
              <a:ext uri="{FF2B5EF4-FFF2-40B4-BE49-F238E27FC236}">
                <a16:creationId xmlns:a16="http://schemas.microsoft.com/office/drawing/2014/main" id="{2BF20183-58EF-4DBD-A9AC-14890CFB9EE5}"/>
              </a:ext>
            </a:extLst>
          </p:cNvPr>
          <p:cNvSpPr>
            <a:spLocks noGrp="1"/>
          </p:cNvSpPr>
          <p:nvPr>
            <p:ph type="title" hasCustomPrompt="1"/>
          </p:nvPr>
        </p:nvSpPr>
        <p:spPr>
          <a:xfrm>
            <a:off x="344322" y="2283720"/>
            <a:ext cx="5667838" cy="576064"/>
          </a:xfrm>
        </p:spPr>
        <p:txBody>
          <a:bodyPr anchor="t"/>
          <a:lstStyle>
            <a:lvl1pPr>
              <a:defRPr sz="2993" b="0">
                <a:solidFill>
                  <a:srgbClr val="0066A1"/>
                </a:solidFill>
              </a:defRPr>
            </a:lvl1pPr>
          </a:lstStyle>
          <a:p>
            <a:r>
              <a:rPr lang="en-US"/>
              <a:t>Chapter title</a:t>
            </a:r>
          </a:p>
        </p:txBody>
      </p:sp>
    </p:spTree>
    <p:extLst>
      <p:ext uri="{BB962C8B-B14F-4D97-AF65-F5344CB8AC3E}">
        <p14:creationId xmlns:p14="http://schemas.microsoft.com/office/powerpoint/2010/main" val="318061178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Number slide #6">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7CB02C6-D625-437F-AEFA-831D5724C597}"/>
              </a:ext>
            </a:extLst>
          </p:cNvPr>
          <p:cNvPicPr>
            <a:picLocks noChangeAspect="1"/>
          </p:cNvPicPr>
          <p:nvPr userDrawn="1"/>
        </p:nvPicPr>
        <p:blipFill>
          <a:blip r:embed="rId2">
            <a:extLst>
              <a:ext uri="{96DAC541-7B7A-43D3-8B79-37D633B846F1}">
                <asvg:svgBlip xmlns:asvg="http://schemas.microsoft.com/office/drawing/2016/SVG/main" r:embed="rId3"/>
              </a:ext>
            </a:extLst>
          </a:blip>
          <a:srcRect r="14878" b="5824"/>
          <a:stretch>
            <a:fillRect/>
          </a:stretch>
        </p:blipFill>
        <p:spPr>
          <a:xfrm>
            <a:off x="5639378" y="-92546"/>
            <a:ext cx="3504623" cy="5236047"/>
          </a:xfrm>
          <a:custGeom>
            <a:avLst/>
            <a:gdLst>
              <a:gd name="connsiteX0" fmla="*/ 0 w 3504623"/>
              <a:gd name="connsiteY0" fmla="*/ 0 h 5236047"/>
              <a:gd name="connsiteX1" fmla="*/ 732823 w 3504623"/>
              <a:gd name="connsiteY1" fmla="*/ 0 h 5236047"/>
              <a:gd name="connsiteX2" fmla="*/ 732823 w 3504623"/>
              <a:gd name="connsiteY2" fmla="*/ 92546 h 5236047"/>
              <a:gd name="connsiteX3" fmla="*/ 3504623 w 3504623"/>
              <a:gd name="connsiteY3" fmla="*/ 92546 h 5236047"/>
              <a:gd name="connsiteX4" fmla="*/ 3504623 w 3504623"/>
              <a:gd name="connsiteY4" fmla="*/ 5236047 h 5236047"/>
              <a:gd name="connsiteX5" fmla="*/ 0 w 3504623"/>
              <a:gd name="connsiteY5" fmla="*/ 5236047 h 523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4623" h="5236047">
                <a:moveTo>
                  <a:pt x="0" y="0"/>
                </a:moveTo>
                <a:lnTo>
                  <a:pt x="732823" y="0"/>
                </a:lnTo>
                <a:lnTo>
                  <a:pt x="732823" y="92546"/>
                </a:lnTo>
                <a:lnTo>
                  <a:pt x="3504623" y="92546"/>
                </a:lnTo>
                <a:lnTo>
                  <a:pt x="3504623" y="5236047"/>
                </a:lnTo>
                <a:lnTo>
                  <a:pt x="0" y="5236047"/>
                </a:lnTo>
                <a:close/>
              </a:path>
            </a:pathLst>
          </a:custGeom>
        </p:spPr>
      </p:pic>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5" name="Title 1">
            <a:extLst>
              <a:ext uri="{FF2B5EF4-FFF2-40B4-BE49-F238E27FC236}">
                <a16:creationId xmlns:a16="http://schemas.microsoft.com/office/drawing/2014/main" id="{7275DD8E-E1FB-4906-B885-8EC3F61F21AF}"/>
              </a:ext>
            </a:extLst>
          </p:cNvPr>
          <p:cNvSpPr>
            <a:spLocks noGrp="1"/>
          </p:cNvSpPr>
          <p:nvPr>
            <p:ph type="title" hasCustomPrompt="1"/>
          </p:nvPr>
        </p:nvSpPr>
        <p:spPr>
          <a:xfrm>
            <a:off x="344322" y="2283720"/>
            <a:ext cx="5667838" cy="576064"/>
          </a:xfrm>
        </p:spPr>
        <p:txBody>
          <a:bodyPr anchor="t"/>
          <a:lstStyle>
            <a:lvl1pPr>
              <a:defRPr sz="2993" b="0">
                <a:solidFill>
                  <a:srgbClr val="0066A1"/>
                </a:solidFill>
              </a:defRPr>
            </a:lvl1pPr>
          </a:lstStyle>
          <a:p>
            <a:r>
              <a:rPr lang="en-US"/>
              <a:t>Chapter title</a:t>
            </a:r>
          </a:p>
        </p:txBody>
      </p:sp>
    </p:spTree>
    <p:extLst>
      <p:ext uri="{BB962C8B-B14F-4D97-AF65-F5344CB8AC3E}">
        <p14:creationId xmlns:p14="http://schemas.microsoft.com/office/powerpoint/2010/main" val="3682396345"/>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Number slide #7">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pic>
        <p:nvPicPr>
          <p:cNvPr id="6" name="Graphic 5">
            <a:extLst>
              <a:ext uri="{FF2B5EF4-FFF2-40B4-BE49-F238E27FC236}">
                <a16:creationId xmlns:a16="http://schemas.microsoft.com/office/drawing/2014/main" id="{086AA340-49DF-4790-8E71-B5EAF31DC1CD}"/>
              </a:ext>
            </a:extLst>
          </p:cNvPr>
          <p:cNvPicPr>
            <a:picLocks noChangeAspect="1"/>
          </p:cNvPicPr>
          <p:nvPr userDrawn="1"/>
        </p:nvPicPr>
        <p:blipFill>
          <a:blip r:embed="rId3">
            <a:extLst>
              <a:ext uri="{96DAC541-7B7A-43D3-8B79-37D633B846F1}">
                <asvg:svgBlip xmlns:asvg="http://schemas.microsoft.com/office/drawing/2016/SVG/main" r:embed="rId4"/>
              </a:ext>
            </a:extLst>
          </a:blip>
          <a:srcRect t="2744" r="2791" b="6486"/>
          <a:stretch>
            <a:fillRect/>
          </a:stretch>
        </p:blipFill>
        <p:spPr>
          <a:xfrm>
            <a:off x="5364088" y="-8794"/>
            <a:ext cx="3779912" cy="5152297"/>
          </a:xfrm>
          <a:custGeom>
            <a:avLst/>
            <a:gdLst>
              <a:gd name="connsiteX0" fmla="*/ 0 w 3779912"/>
              <a:gd name="connsiteY0" fmla="*/ 0 h 5152297"/>
              <a:gd name="connsiteX1" fmla="*/ 3779912 w 3779912"/>
              <a:gd name="connsiteY1" fmla="*/ 0 h 5152297"/>
              <a:gd name="connsiteX2" fmla="*/ 3779912 w 3779912"/>
              <a:gd name="connsiteY2" fmla="*/ 4668778 h 5152297"/>
              <a:gd name="connsiteX3" fmla="*/ 3779912 w 3779912"/>
              <a:gd name="connsiteY3" fmla="*/ 5152297 h 5152297"/>
              <a:gd name="connsiteX4" fmla="*/ 0 w 3779912"/>
              <a:gd name="connsiteY4" fmla="*/ 5152297 h 5152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9912" h="5152297">
                <a:moveTo>
                  <a:pt x="0" y="0"/>
                </a:moveTo>
                <a:lnTo>
                  <a:pt x="3779912" y="0"/>
                </a:lnTo>
                <a:lnTo>
                  <a:pt x="3779912" y="4668778"/>
                </a:lnTo>
                <a:lnTo>
                  <a:pt x="3779912" y="5152297"/>
                </a:lnTo>
                <a:lnTo>
                  <a:pt x="0" y="5152297"/>
                </a:lnTo>
                <a:close/>
              </a:path>
            </a:pathLst>
          </a:custGeom>
        </p:spPr>
      </p:pic>
      <p:sp>
        <p:nvSpPr>
          <p:cNvPr id="8" name="Title 1">
            <a:extLst>
              <a:ext uri="{FF2B5EF4-FFF2-40B4-BE49-F238E27FC236}">
                <a16:creationId xmlns:a16="http://schemas.microsoft.com/office/drawing/2014/main" id="{6838F385-C9D7-410B-A3C3-8A18E4BD7658}"/>
              </a:ext>
            </a:extLst>
          </p:cNvPr>
          <p:cNvSpPr>
            <a:spLocks noGrp="1"/>
          </p:cNvSpPr>
          <p:nvPr>
            <p:ph type="title" hasCustomPrompt="1"/>
          </p:nvPr>
        </p:nvSpPr>
        <p:spPr>
          <a:xfrm>
            <a:off x="344322" y="2283720"/>
            <a:ext cx="5667838" cy="576064"/>
          </a:xfrm>
        </p:spPr>
        <p:txBody>
          <a:bodyPr anchor="t"/>
          <a:lstStyle>
            <a:lvl1pPr>
              <a:defRPr sz="2993" b="0">
                <a:solidFill>
                  <a:srgbClr val="0066A1"/>
                </a:solidFill>
              </a:defRPr>
            </a:lvl1pPr>
          </a:lstStyle>
          <a:p>
            <a:r>
              <a:rPr lang="en-US"/>
              <a:t>Chapter title</a:t>
            </a:r>
          </a:p>
        </p:txBody>
      </p:sp>
    </p:spTree>
    <p:extLst>
      <p:ext uri="{BB962C8B-B14F-4D97-AF65-F5344CB8AC3E}">
        <p14:creationId xmlns:p14="http://schemas.microsoft.com/office/powerpoint/2010/main" val="1004744394"/>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Number slide #8">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CA41F4C8-A036-4CA3-A691-8DF4CDA4AF81}"/>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68" r="14199" b="4267"/>
          <a:stretch>
            <a:fillRect/>
          </a:stretch>
        </p:blipFill>
        <p:spPr>
          <a:xfrm>
            <a:off x="5521123" y="0"/>
            <a:ext cx="3622879" cy="5143500"/>
          </a:xfrm>
          <a:custGeom>
            <a:avLst/>
            <a:gdLst>
              <a:gd name="connsiteX0" fmla="*/ 0 w 3622879"/>
              <a:gd name="connsiteY0" fmla="*/ 0 h 5143500"/>
              <a:gd name="connsiteX1" fmla="*/ 3622879 w 3622879"/>
              <a:gd name="connsiteY1" fmla="*/ 0 h 5143500"/>
              <a:gd name="connsiteX2" fmla="*/ 3622879 w 3622879"/>
              <a:gd name="connsiteY2" fmla="*/ 5143500 h 5143500"/>
              <a:gd name="connsiteX3" fmla="*/ 491039 w 3622879"/>
              <a:gd name="connsiteY3" fmla="*/ 5143500 h 5143500"/>
              <a:gd name="connsiteX4" fmla="*/ 0 w 3622879"/>
              <a:gd name="connsiteY4" fmla="*/ 514350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2879" h="5143500">
                <a:moveTo>
                  <a:pt x="0" y="0"/>
                </a:moveTo>
                <a:lnTo>
                  <a:pt x="3622879" y="0"/>
                </a:lnTo>
                <a:lnTo>
                  <a:pt x="3622879" y="5143500"/>
                </a:lnTo>
                <a:lnTo>
                  <a:pt x="491039" y="5143500"/>
                </a:lnTo>
                <a:lnTo>
                  <a:pt x="0" y="5143500"/>
                </a:lnTo>
                <a:close/>
              </a:path>
            </a:pathLst>
          </a:custGeom>
        </p:spPr>
      </p:pic>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8" name="Title 1">
            <a:extLst>
              <a:ext uri="{FF2B5EF4-FFF2-40B4-BE49-F238E27FC236}">
                <a16:creationId xmlns:a16="http://schemas.microsoft.com/office/drawing/2014/main" id="{BEB73E4C-0E69-4B10-8B32-26F47DCB11F6}"/>
              </a:ext>
            </a:extLst>
          </p:cNvPr>
          <p:cNvSpPr>
            <a:spLocks noGrp="1"/>
          </p:cNvSpPr>
          <p:nvPr>
            <p:ph type="title" hasCustomPrompt="1"/>
          </p:nvPr>
        </p:nvSpPr>
        <p:spPr>
          <a:xfrm>
            <a:off x="344322" y="2283720"/>
            <a:ext cx="5667838" cy="576064"/>
          </a:xfrm>
        </p:spPr>
        <p:txBody>
          <a:bodyPr anchor="t"/>
          <a:lstStyle>
            <a:lvl1pPr>
              <a:defRPr sz="2993" b="0">
                <a:solidFill>
                  <a:srgbClr val="0066A1"/>
                </a:solidFill>
              </a:defRPr>
            </a:lvl1pPr>
          </a:lstStyle>
          <a:p>
            <a:r>
              <a:rPr lang="en-US"/>
              <a:t>Chapter title</a:t>
            </a:r>
          </a:p>
        </p:txBody>
      </p:sp>
    </p:spTree>
    <p:extLst>
      <p:ext uri="{BB962C8B-B14F-4D97-AF65-F5344CB8AC3E}">
        <p14:creationId xmlns:p14="http://schemas.microsoft.com/office/powerpoint/2010/main" val="2373682694"/>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Number slide #9">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206B4D2B-4882-4AEF-9FB0-B550016C38BC}"/>
              </a:ext>
            </a:extLst>
          </p:cNvPr>
          <p:cNvPicPr>
            <a:picLocks noChangeAspect="1"/>
          </p:cNvPicPr>
          <p:nvPr userDrawn="1"/>
        </p:nvPicPr>
        <p:blipFill>
          <a:blip r:embed="rId2">
            <a:extLst>
              <a:ext uri="{96DAC541-7B7A-43D3-8B79-37D633B846F1}">
                <asvg:svgBlip xmlns:asvg="http://schemas.microsoft.com/office/drawing/2016/SVG/main" r:embed="rId3"/>
              </a:ext>
            </a:extLst>
          </a:blip>
          <a:srcRect t="4367" r="11029" b="4367"/>
          <a:stretch>
            <a:fillRect/>
          </a:stretch>
        </p:blipFill>
        <p:spPr>
          <a:xfrm>
            <a:off x="5364088" y="0"/>
            <a:ext cx="3779912" cy="5143500"/>
          </a:xfrm>
          <a:custGeom>
            <a:avLst/>
            <a:gdLst>
              <a:gd name="connsiteX0" fmla="*/ 0 w 3779912"/>
              <a:gd name="connsiteY0" fmla="*/ 0 h 5143500"/>
              <a:gd name="connsiteX1" fmla="*/ 3779912 w 3779912"/>
              <a:gd name="connsiteY1" fmla="*/ 0 h 5143500"/>
              <a:gd name="connsiteX2" fmla="*/ 3779912 w 3779912"/>
              <a:gd name="connsiteY2" fmla="*/ 5143500 h 5143500"/>
              <a:gd name="connsiteX3" fmla="*/ 0 w 3779912"/>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779912" h="5143500">
                <a:moveTo>
                  <a:pt x="0" y="0"/>
                </a:moveTo>
                <a:lnTo>
                  <a:pt x="3779912" y="0"/>
                </a:lnTo>
                <a:lnTo>
                  <a:pt x="3779912" y="5143500"/>
                </a:lnTo>
                <a:lnTo>
                  <a:pt x="0" y="5143500"/>
                </a:lnTo>
                <a:close/>
              </a:path>
            </a:pathLst>
          </a:custGeom>
        </p:spPr>
      </p:pic>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8" name="Title 1">
            <a:extLst>
              <a:ext uri="{FF2B5EF4-FFF2-40B4-BE49-F238E27FC236}">
                <a16:creationId xmlns:a16="http://schemas.microsoft.com/office/drawing/2014/main" id="{2E5DE3ED-43A9-4D11-95B0-652A70645359}"/>
              </a:ext>
            </a:extLst>
          </p:cNvPr>
          <p:cNvSpPr>
            <a:spLocks noGrp="1"/>
          </p:cNvSpPr>
          <p:nvPr>
            <p:ph type="title" hasCustomPrompt="1"/>
          </p:nvPr>
        </p:nvSpPr>
        <p:spPr>
          <a:xfrm>
            <a:off x="344322" y="2283720"/>
            <a:ext cx="5667838" cy="576064"/>
          </a:xfrm>
        </p:spPr>
        <p:txBody>
          <a:bodyPr anchor="t"/>
          <a:lstStyle>
            <a:lvl1pPr>
              <a:defRPr sz="2993" b="0">
                <a:solidFill>
                  <a:srgbClr val="0066A1"/>
                </a:solidFill>
              </a:defRPr>
            </a:lvl1pPr>
          </a:lstStyle>
          <a:p>
            <a:r>
              <a:rPr lang="en-US"/>
              <a:t>Chapter title</a:t>
            </a:r>
          </a:p>
        </p:txBody>
      </p:sp>
    </p:spTree>
    <p:extLst>
      <p:ext uri="{BB962C8B-B14F-4D97-AF65-F5344CB8AC3E}">
        <p14:creationId xmlns:p14="http://schemas.microsoft.com/office/powerpoint/2010/main" val="583250296"/>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Number slide #10">
    <p:bg>
      <p:bgPr>
        <a:solidFill>
          <a:schemeClr val="bg1"/>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6EE0AF44-C4A0-47B1-ADD3-E64F0139E698}"/>
              </a:ext>
            </a:extLst>
          </p:cNvPr>
          <p:cNvPicPr>
            <a:picLocks noChangeAspect="1"/>
          </p:cNvPicPr>
          <p:nvPr userDrawn="1"/>
        </p:nvPicPr>
        <p:blipFill>
          <a:blip r:embed="rId2">
            <a:extLst>
              <a:ext uri="{96DAC541-7B7A-43D3-8B79-37D633B846F1}">
                <asvg:svgBlip xmlns:asvg="http://schemas.microsoft.com/office/drawing/2016/SVG/main" r:embed="rId3"/>
              </a:ext>
            </a:extLst>
          </a:blip>
          <a:srcRect t="1530" r="6836" b="4323"/>
          <a:stretch>
            <a:fillRect/>
          </a:stretch>
        </p:blipFill>
        <p:spPr>
          <a:xfrm>
            <a:off x="2123728" y="-8796"/>
            <a:ext cx="7020272" cy="5152296"/>
          </a:xfrm>
          <a:custGeom>
            <a:avLst/>
            <a:gdLst>
              <a:gd name="connsiteX0" fmla="*/ 0 w 7020272"/>
              <a:gd name="connsiteY0" fmla="*/ 0 h 5152296"/>
              <a:gd name="connsiteX1" fmla="*/ 7020272 w 7020272"/>
              <a:gd name="connsiteY1" fmla="*/ 0 h 5152296"/>
              <a:gd name="connsiteX2" fmla="*/ 7020272 w 7020272"/>
              <a:gd name="connsiteY2" fmla="*/ 5152296 h 5152296"/>
              <a:gd name="connsiteX3" fmla="*/ 0 w 7020272"/>
              <a:gd name="connsiteY3" fmla="*/ 5152296 h 5152296"/>
            </a:gdLst>
            <a:ahLst/>
            <a:cxnLst>
              <a:cxn ang="0">
                <a:pos x="connsiteX0" y="connsiteY0"/>
              </a:cxn>
              <a:cxn ang="0">
                <a:pos x="connsiteX1" y="connsiteY1"/>
              </a:cxn>
              <a:cxn ang="0">
                <a:pos x="connsiteX2" y="connsiteY2"/>
              </a:cxn>
              <a:cxn ang="0">
                <a:pos x="connsiteX3" y="connsiteY3"/>
              </a:cxn>
            </a:cxnLst>
            <a:rect l="l" t="t" r="r" b="b"/>
            <a:pathLst>
              <a:path w="7020272" h="5152296">
                <a:moveTo>
                  <a:pt x="0" y="0"/>
                </a:moveTo>
                <a:lnTo>
                  <a:pt x="7020272" y="0"/>
                </a:lnTo>
                <a:lnTo>
                  <a:pt x="7020272" y="5152296"/>
                </a:lnTo>
                <a:lnTo>
                  <a:pt x="0" y="5152296"/>
                </a:lnTo>
                <a:close/>
              </a:path>
            </a:pathLst>
          </a:custGeom>
        </p:spPr>
      </p:pic>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5" name="Title 1">
            <a:extLst>
              <a:ext uri="{FF2B5EF4-FFF2-40B4-BE49-F238E27FC236}">
                <a16:creationId xmlns:a16="http://schemas.microsoft.com/office/drawing/2014/main" id="{0C13AE07-F2C1-47AE-9163-78F45399190B}"/>
              </a:ext>
            </a:extLst>
          </p:cNvPr>
          <p:cNvSpPr>
            <a:spLocks noGrp="1"/>
          </p:cNvSpPr>
          <p:nvPr>
            <p:ph type="title" hasCustomPrompt="1"/>
          </p:nvPr>
        </p:nvSpPr>
        <p:spPr>
          <a:xfrm>
            <a:off x="344322" y="2283720"/>
            <a:ext cx="5667838" cy="576064"/>
          </a:xfrm>
        </p:spPr>
        <p:txBody>
          <a:bodyPr anchor="t"/>
          <a:lstStyle>
            <a:lvl1pPr>
              <a:defRPr sz="2993" b="0">
                <a:solidFill>
                  <a:srgbClr val="0066A1"/>
                </a:solidFill>
              </a:defRPr>
            </a:lvl1pPr>
          </a:lstStyle>
          <a:p>
            <a:r>
              <a:rPr lang="en-US"/>
              <a:t>Chapter title</a:t>
            </a:r>
          </a:p>
        </p:txBody>
      </p:sp>
    </p:spTree>
    <p:extLst>
      <p:ext uri="{BB962C8B-B14F-4D97-AF65-F5344CB8AC3E}">
        <p14:creationId xmlns:p14="http://schemas.microsoft.com/office/powerpoint/2010/main" val="45971987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Number slide #11">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6B1955B-73B7-409F-814B-2BCB8ACF1DCA}"/>
              </a:ext>
            </a:extLst>
          </p:cNvPr>
          <p:cNvSpPr/>
          <p:nvPr userDrawn="1"/>
        </p:nvSpPr>
        <p:spPr>
          <a:xfrm>
            <a:off x="4139952" y="0"/>
            <a:ext cx="2411760" cy="5143500"/>
          </a:xfrm>
          <a:custGeom>
            <a:avLst/>
            <a:gdLst>
              <a:gd name="connsiteX0" fmla="*/ 1184984 w 2411760"/>
              <a:gd name="connsiteY0" fmla="*/ 0 h 5152297"/>
              <a:gd name="connsiteX1" fmla="*/ 1982482 w 2411760"/>
              <a:gd name="connsiteY1" fmla="*/ 0 h 5152297"/>
              <a:gd name="connsiteX2" fmla="*/ 1982482 w 2411760"/>
              <a:gd name="connsiteY2" fmla="*/ 4451020 h 5152297"/>
              <a:gd name="connsiteX3" fmla="*/ 2195197 w 2411760"/>
              <a:gd name="connsiteY3" fmla="*/ 4686414 h 5152297"/>
              <a:gd name="connsiteX4" fmla="*/ 2411760 w 2411760"/>
              <a:gd name="connsiteY4" fmla="*/ 4686414 h 5152297"/>
              <a:gd name="connsiteX5" fmla="*/ 2411760 w 2411760"/>
              <a:gd name="connsiteY5" fmla="*/ 5152297 h 5152297"/>
              <a:gd name="connsiteX6" fmla="*/ 0 w 2411760"/>
              <a:gd name="connsiteY6" fmla="*/ 5152297 h 5152297"/>
              <a:gd name="connsiteX7" fmla="*/ 0 w 2411760"/>
              <a:gd name="connsiteY7" fmla="*/ 4686565 h 5152297"/>
              <a:gd name="connsiteX8" fmla="*/ 577223 w 2411760"/>
              <a:gd name="connsiteY8" fmla="*/ 4686565 h 5152297"/>
              <a:gd name="connsiteX9" fmla="*/ 789939 w 2411760"/>
              <a:gd name="connsiteY9" fmla="*/ 4451171 h 5152297"/>
              <a:gd name="connsiteX10" fmla="*/ 789939 w 2411760"/>
              <a:gd name="connsiteY10" fmla="*/ 1108937 h 5152297"/>
              <a:gd name="connsiteX11" fmla="*/ 265783 w 2411760"/>
              <a:gd name="connsiteY11" fmla="*/ 1344483 h 5152297"/>
              <a:gd name="connsiteX12" fmla="*/ 0 w 2411760"/>
              <a:gd name="connsiteY12" fmla="*/ 1344483 h 5152297"/>
              <a:gd name="connsiteX13" fmla="*/ 0 w 2411760"/>
              <a:gd name="connsiteY13" fmla="*/ 714044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1760" h="5152297">
                <a:moveTo>
                  <a:pt x="1184984" y="0"/>
                </a:moveTo>
                <a:lnTo>
                  <a:pt x="1982482" y="0"/>
                </a:lnTo>
                <a:lnTo>
                  <a:pt x="1982482" y="4451020"/>
                </a:lnTo>
                <a:cubicBezTo>
                  <a:pt x="1982482" y="4549743"/>
                  <a:pt x="2081204" y="4686414"/>
                  <a:pt x="2195197" y="4686414"/>
                </a:cubicBezTo>
                <a:lnTo>
                  <a:pt x="2411760" y="4686414"/>
                </a:lnTo>
                <a:lnTo>
                  <a:pt x="2411760" y="5152297"/>
                </a:lnTo>
                <a:lnTo>
                  <a:pt x="0" y="5152297"/>
                </a:lnTo>
                <a:lnTo>
                  <a:pt x="0" y="4686565"/>
                </a:lnTo>
                <a:lnTo>
                  <a:pt x="577223" y="4686565"/>
                </a:lnTo>
                <a:cubicBezTo>
                  <a:pt x="683504" y="4686565"/>
                  <a:pt x="789939" y="4549895"/>
                  <a:pt x="789939" y="4451171"/>
                </a:cubicBezTo>
                <a:lnTo>
                  <a:pt x="789939" y="1108937"/>
                </a:lnTo>
                <a:lnTo>
                  <a:pt x="265783" y="1344483"/>
                </a:lnTo>
                <a:lnTo>
                  <a:pt x="0" y="1344483"/>
                </a:lnTo>
                <a:lnTo>
                  <a:pt x="0" y="714044"/>
                </a:lnTo>
                <a:close/>
              </a:path>
            </a:pathLst>
          </a:custGeom>
          <a:solidFill>
            <a:srgbClr val="CDCDCD"/>
          </a:solidFill>
          <a:ln w="14583" cap="flat">
            <a:noFill/>
            <a:prstDash val="solid"/>
            <a:miter/>
          </a:ln>
        </p:spPr>
        <p:txBody>
          <a:bodyPr wrap="square" rtlCol="0" anchor="ctr">
            <a:noAutofit/>
          </a:bodyPr>
          <a:lstStyle/>
          <a:p>
            <a:endParaRPr lang="en-NL" sz="2390"/>
          </a:p>
        </p:txBody>
      </p:sp>
      <p:sp>
        <p:nvSpPr>
          <p:cNvPr id="15" name="Freeform: Shape 14">
            <a:extLst>
              <a:ext uri="{FF2B5EF4-FFF2-40B4-BE49-F238E27FC236}">
                <a16:creationId xmlns:a16="http://schemas.microsoft.com/office/drawing/2014/main" id="{C707EE00-9983-4961-B028-D305F18B7EC0}"/>
              </a:ext>
            </a:extLst>
          </p:cNvPr>
          <p:cNvSpPr/>
          <p:nvPr userDrawn="1"/>
        </p:nvSpPr>
        <p:spPr>
          <a:xfrm>
            <a:off x="6732240" y="0"/>
            <a:ext cx="2411760" cy="5143500"/>
          </a:xfrm>
          <a:custGeom>
            <a:avLst/>
            <a:gdLst>
              <a:gd name="connsiteX0" fmla="*/ 1184984 w 2411760"/>
              <a:gd name="connsiteY0" fmla="*/ 0 h 5152297"/>
              <a:gd name="connsiteX1" fmla="*/ 1982482 w 2411760"/>
              <a:gd name="connsiteY1" fmla="*/ 0 h 5152297"/>
              <a:gd name="connsiteX2" fmla="*/ 1982482 w 2411760"/>
              <a:gd name="connsiteY2" fmla="*/ 4451020 h 5152297"/>
              <a:gd name="connsiteX3" fmla="*/ 2195197 w 2411760"/>
              <a:gd name="connsiteY3" fmla="*/ 4686414 h 5152297"/>
              <a:gd name="connsiteX4" fmla="*/ 2411760 w 2411760"/>
              <a:gd name="connsiteY4" fmla="*/ 4686414 h 5152297"/>
              <a:gd name="connsiteX5" fmla="*/ 2411760 w 2411760"/>
              <a:gd name="connsiteY5" fmla="*/ 5152297 h 5152297"/>
              <a:gd name="connsiteX6" fmla="*/ 0 w 2411760"/>
              <a:gd name="connsiteY6" fmla="*/ 5152297 h 5152297"/>
              <a:gd name="connsiteX7" fmla="*/ 0 w 2411760"/>
              <a:gd name="connsiteY7" fmla="*/ 4686565 h 5152297"/>
              <a:gd name="connsiteX8" fmla="*/ 577223 w 2411760"/>
              <a:gd name="connsiteY8" fmla="*/ 4686565 h 5152297"/>
              <a:gd name="connsiteX9" fmla="*/ 789939 w 2411760"/>
              <a:gd name="connsiteY9" fmla="*/ 4451171 h 5152297"/>
              <a:gd name="connsiteX10" fmla="*/ 789939 w 2411760"/>
              <a:gd name="connsiteY10" fmla="*/ 1108937 h 5152297"/>
              <a:gd name="connsiteX11" fmla="*/ 265783 w 2411760"/>
              <a:gd name="connsiteY11" fmla="*/ 1344483 h 5152297"/>
              <a:gd name="connsiteX12" fmla="*/ 0 w 2411760"/>
              <a:gd name="connsiteY12" fmla="*/ 1344483 h 5152297"/>
              <a:gd name="connsiteX13" fmla="*/ 0 w 2411760"/>
              <a:gd name="connsiteY13" fmla="*/ 714044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1760" h="5152297">
                <a:moveTo>
                  <a:pt x="1184984" y="0"/>
                </a:moveTo>
                <a:lnTo>
                  <a:pt x="1982482" y="0"/>
                </a:lnTo>
                <a:lnTo>
                  <a:pt x="1982482" y="4451020"/>
                </a:lnTo>
                <a:cubicBezTo>
                  <a:pt x="1982482" y="4549743"/>
                  <a:pt x="2081204" y="4686414"/>
                  <a:pt x="2195197" y="4686414"/>
                </a:cubicBezTo>
                <a:lnTo>
                  <a:pt x="2411760" y="4686414"/>
                </a:lnTo>
                <a:lnTo>
                  <a:pt x="2411760" y="5152297"/>
                </a:lnTo>
                <a:lnTo>
                  <a:pt x="0" y="5152297"/>
                </a:lnTo>
                <a:lnTo>
                  <a:pt x="0" y="4686565"/>
                </a:lnTo>
                <a:lnTo>
                  <a:pt x="577223" y="4686565"/>
                </a:lnTo>
                <a:cubicBezTo>
                  <a:pt x="683504" y="4686565"/>
                  <a:pt x="789939" y="4549895"/>
                  <a:pt x="789939" y="4451171"/>
                </a:cubicBezTo>
                <a:lnTo>
                  <a:pt x="789939" y="1108937"/>
                </a:lnTo>
                <a:lnTo>
                  <a:pt x="265783" y="1344483"/>
                </a:lnTo>
                <a:lnTo>
                  <a:pt x="0" y="1344483"/>
                </a:lnTo>
                <a:lnTo>
                  <a:pt x="0" y="714044"/>
                </a:lnTo>
                <a:close/>
              </a:path>
            </a:pathLst>
          </a:custGeom>
          <a:solidFill>
            <a:srgbClr val="CDCDCD"/>
          </a:solidFill>
          <a:ln w="14583" cap="flat">
            <a:noFill/>
            <a:prstDash val="solid"/>
            <a:miter/>
          </a:ln>
        </p:spPr>
        <p:txBody>
          <a:bodyPr wrap="square" rtlCol="0" anchor="ctr">
            <a:noAutofit/>
          </a:bodyPr>
          <a:lstStyle/>
          <a:p>
            <a:endParaRPr lang="en-NL" sz="2390"/>
          </a:p>
        </p:txBody>
      </p:sp>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6" name="Title 1">
            <a:extLst>
              <a:ext uri="{FF2B5EF4-FFF2-40B4-BE49-F238E27FC236}">
                <a16:creationId xmlns:a16="http://schemas.microsoft.com/office/drawing/2014/main" id="{32EDAFFC-8561-4880-A91E-BE427B908C11}"/>
              </a:ext>
            </a:extLst>
          </p:cNvPr>
          <p:cNvSpPr>
            <a:spLocks noGrp="1"/>
          </p:cNvSpPr>
          <p:nvPr>
            <p:ph type="title" hasCustomPrompt="1"/>
          </p:nvPr>
        </p:nvSpPr>
        <p:spPr>
          <a:xfrm>
            <a:off x="344322" y="2283720"/>
            <a:ext cx="5667838" cy="576064"/>
          </a:xfrm>
        </p:spPr>
        <p:txBody>
          <a:bodyPr anchor="t"/>
          <a:lstStyle>
            <a:lvl1pPr>
              <a:defRPr sz="2993" b="0">
                <a:solidFill>
                  <a:srgbClr val="0066A1"/>
                </a:solidFill>
              </a:defRPr>
            </a:lvl1pPr>
          </a:lstStyle>
          <a:p>
            <a:r>
              <a:rPr lang="en-US"/>
              <a:t>Chapter title</a:t>
            </a:r>
          </a:p>
        </p:txBody>
      </p:sp>
    </p:spTree>
    <p:extLst>
      <p:ext uri="{BB962C8B-B14F-4D97-AF65-F5344CB8AC3E}">
        <p14:creationId xmlns:p14="http://schemas.microsoft.com/office/powerpoint/2010/main" val="336715580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Number slide #12">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6B1955B-73B7-409F-814B-2BCB8ACF1DCA}"/>
              </a:ext>
            </a:extLst>
          </p:cNvPr>
          <p:cNvSpPr/>
          <p:nvPr userDrawn="1"/>
        </p:nvSpPr>
        <p:spPr>
          <a:xfrm>
            <a:off x="3059833" y="-1"/>
            <a:ext cx="2411760" cy="5143501"/>
          </a:xfrm>
          <a:custGeom>
            <a:avLst/>
            <a:gdLst>
              <a:gd name="connsiteX0" fmla="*/ 1184984 w 2411760"/>
              <a:gd name="connsiteY0" fmla="*/ 0 h 5152297"/>
              <a:gd name="connsiteX1" fmla="*/ 1982482 w 2411760"/>
              <a:gd name="connsiteY1" fmla="*/ 0 h 5152297"/>
              <a:gd name="connsiteX2" fmla="*/ 1982482 w 2411760"/>
              <a:gd name="connsiteY2" fmla="*/ 4451020 h 5152297"/>
              <a:gd name="connsiteX3" fmla="*/ 2195197 w 2411760"/>
              <a:gd name="connsiteY3" fmla="*/ 4686414 h 5152297"/>
              <a:gd name="connsiteX4" fmla="*/ 2411760 w 2411760"/>
              <a:gd name="connsiteY4" fmla="*/ 4686414 h 5152297"/>
              <a:gd name="connsiteX5" fmla="*/ 2411760 w 2411760"/>
              <a:gd name="connsiteY5" fmla="*/ 5152297 h 5152297"/>
              <a:gd name="connsiteX6" fmla="*/ 0 w 2411760"/>
              <a:gd name="connsiteY6" fmla="*/ 5152297 h 5152297"/>
              <a:gd name="connsiteX7" fmla="*/ 0 w 2411760"/>
              <a:gd name="connsiteY7" fmla="*/ 4686565 h 5152297"/>
              <a:gd name="connsiteX8" fmla="*/ 577223 w 2411760"/>
              <a:gd name="connsiteY8" fmla="*/ 4686565 h 5152297"/>
              <a:gd name="connsiteX9" fmla="*/ 789939 w 2411760"/>
              <a:gd name="connsiteY9" fmla="*/ 4451171 h 5152297"/>
              <a:gd name="connsiteX10" fmla="*/ 789939 w 2411760"/>
              <a:gd name="connsiteY10" fmla="*/ 1108937 h 5152297"/>
              <a:gd name="connsiteX11" fmla="*/ 265783 w 2411760"/>
              <a:gd name="connsiteY11" fmla="*/ 1344483 h 5152297"/>
              <a:gd name="connsiteX12" fmla="*/ 0 w 2411760"/>
              <a:gd name="connsiteY12" fmla="*/ 1344483 h 5152297"/>
              <a:gd name="connsiteX13" fmla="*/ 0 w 2411760"/>
              <a:gd name="connsiteY13" fmla="*/ 714044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1760" h="5152297">
                <a:moveTo>
                  <a:pt x="1184984" y="0"/>
                </a:moveTo>
                <a:lnTo>
                  <a:pt x="1982482" y="0"/>
                </a:lnTo>
                <a:lnTo>
                  <a:pt x="1982482" y="4451020"/>
                </a:lnTo>
                <a:cubicBezTo>
                  <a:pt x="1982482" y="4549743"/>
                  <a:pt x="2081204" y="4686414"/>
                  <a:pt x="2195197" y="4686414"/>
                </a:cubicBezTo>
                <a:lnTo>
                  <a:pt x="2411760" y="4686414"/>
                </a:lnTo>
                <a:lnTo>
                  <a:pt x="2411760" y="5152297"/>
                </a:lnTo>
                <a:lnTo>
                  <a:pt x="0" y="5152297"/>
                </a:lnTo>
                <a:lnTo>
                  <a:pt x="0" y="4686565"/>
                </a:lnTo>
                <a:lnTo>
                  <a:pt x="577223" y="4686565"/>
                </a:lnTo>
                <a:cubicBezTo>
                  <a:pt x="683504" y="4686565"/>
                  <a:pt x="789939" y="4549895"/>
                  <a:pt x="789939" y="4451171"/>
                </a:cubicBezTo>
                <a:lnTo>
                  <a:pt x="789939" y="1108937"/>
                </a:lnTo>
                <a:lnTo>
                  <a:pt x="265783" y="1344483"/>
                </a:lnTo>
                <a:lnTo>
                  <a:pt x="0" y="1344483"/>
                </a:lnTo>
                <a:lnTo>
                  <a:pt x="0" y="714044"/>
                </a:lnTo>
                <a:close/>
              </a:path>
            </a:pathLst>
          </a:custGeom>
          <a:solidFill>
            <a:srgbClr val="CDCDCD"/>
          </a:solidFill>
          <a:ln w="14583" cap="flat">
            <a:noFill/>
            <a:prstDash val="solid"/>
            <a:miter/>
          </a:ln>
        </p:spPr>
        <p:txBody>
          <a:bodyPr wrap="square" rtlCol="0" anchor="ctr">
            <a:noAutofit/>
          </a:bodyPr>
          <a:lstStyle/>
          <a:p>
            <a:endParaRPr lang="en-NL" sz="2390"/>
          </a:p>
        </p:txBody>
      </p:sp>
      <p:sp>
        <p:nvSpPr>
          <p:cNvPr id="10" name="Freeform: Shape 9">
            <a:extLst>
              <a:ext uri="{FF2B5EF4-FFF2-40B4-BE49-F238E27FC236}">
                <a16:creationId xmlns:a16="http://schemas.microsoft.com/office/drawing/2014/main" id="{6055B0DD-3C1A-4F98-B115-7B509C7AC658}"/>
              </a:ext>
            </a:extLst>
          </p:cNvPr>
          <p:cNvSpPr/>
          <p:nvPr userDrawn="1"/>
        </p:nvSpPr>
        <p:spPr>
          <a:xfrm>
            <a:off x="5652120" y="1"/>
            <a:ext cx="3491880" cy="5143502"/>
          </a:xfrm>
          <a:custGeom>
            <a:avLst/>
            <a:gdLst>
              <a:gd name="connsiteX0" fmla="*/ 713371 w 3491880"/>
              <a:gd name="connsiteY0" fmla="*/ 0 h 5152297"/>
              <a:gd name="connsiteX1" fmla="*/ 2875909 w 3491880"/>
              <a:gd name="connsiteY1" fmla="*/ 0 h 5152297"/>
              <a:gd name="connsiteX2" fmla="*/ 3015848 w 3491880"/>
              <a:gd name="connsiteY2" fmla="*/ 54085 h 5152297"/>
              <a:gd name="connsiteX3" fmla="*/ 3484679 w 3491880"/>
              <a:gd name="connsiteY3" fmla="*/ 407855 h 5152297"/>
              <a:gd name="connsiteX4" fmla="*/ 3491880 w 3491880"/>
              <a:gd name="connsiteY4" fmla="*/ 417343 h 5152297"/>
              <a:gd name="connsiteX5" fmla="*/ 3491880 w 3491880"/>
              <a:gd name="connsiteY5" fmla="*/ 2322598 h 5152297"/>
              <a:gd name="connsiteX6" fmla="*/ 3377139 w 3491880"/>
              <a:gd name="connsiteY6" fmla="*/ 2465770 h 5152297"/>
              <a:gd name="connsiteX7" fmla="*/ 2145959 w 3491880"/>
              <a:gd name="connsiteY7" fmla="*/ 3339278 h 5152297"/>
              <a:gd name="connsiteX8" fmla="*/ 1003188 w 3491880"/>
              <a:gd name="connsiteY8" fmla="*/ 4470493 h 5152297"/>
              <a:gd name="connsiteX9" fmla="*/ 2845578 w 3491880"/>
              <a:gd name="connsiteY9" fmla="*/ 4470493 h 5152297"/>
              <a:gd name="connsiteX10" fmla="*/ 2931211 w 3491880"/>
              <a:gd name="connsiteY10" fmla="*/ 3877604 h 5152297"/>
              <a:gd name="connsiteX11" fmla="*/ 3491880 w 3491880"/>
              <a:gd name="connsiteY11" fmla="*/ 3877604 h 5152297"/>
              <a:gd name="connsiteX12" fmla="*/ 3491880 w 3491880"/>
              <a:gd name="connsiteY12" fmla="*/ 5152297 h 5152297"/>
              <a:gd name="connsiteX13" fmla="*/ 0 w 3491880"/>
              <a:gd name="connsiteY13" fmla="*/ 5152297 h 5152297"/>
              <a:gd name="connsiteX14" fmla="*/ 0 w 3491880"/>
              <a:gd name="connsiteY14" fmla="*/ 4876063 h 5152297"/>
              <a:gd name="connsiteX15" fmla="*/ 1438203 w 3491880"/>
              <a:gd name="connsiteY15" fmla="*/ 2761857 h 5152297"/>
              <a:gd name="connsiteX16" fmla="*/ 2557853 w 3491880"/>
              <a:gd name="connsiteY16" fmla="*/ 1412391 h 5152297"/>
              <a:gd name="connsiteX17" fmla="*/ 1858232 w 3491880"/>
              <a:gd name="connsiteY17" fmla="*/ 639916 h 5152297"/>
              <a:gd name="connsiteX18" fmla="*/ 925263 w 3491880"/>
              <a:gd name="connsiteY18" fmla="*/ 1256005 h 5152297"/>
              <a:gd name="connsiteX19" fmla="*/ 248764 w 3491880"/>
              <a:gd name="connsiteY19" fmla="*/ 1256005 h 5152297"/>
              <a:gd name="connsiteX20" fmla="*/ 248764 w 3491880"/>
              <a:gd name="connsiteY20" fmla="*/ 140688 h 5152297"/>
              <a:gd name="connsiteX21" fmla="*/ 620069 w 3491880"/>
              <a:gd name="connsiteY21" fmla="*/ 21868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91880" h="5152297">
                <a:moveTo>
                  <a:pt x="713371" y="0"/>
                </a:moveTo>
                <a:lnTo>
                  <a:pt x="2875909" y="0"/>
                </a:lnTo>
                <a:lnTo>
                  <a:pt x="3015848" y="54085"/>
                </a:lnTo>
                <a:cubicBezTo>
                  <a:pt x="3203629" y="142718"/>
                  <a:pt x="3361141" y="260173"/>
                  <a:pt x="3484679" y="407855"/>
                </a:cubicBezTo>
                <a:lnTo>
                  <a:pt x="3491880" y="417343"/>
                </a:lnTo>
                <a:lnTo>
                  <a:pt x="3491880" y="2322598"/>
                </a:lnTo>
                <a:lnTo>
                  <a:pt x="3377139" y="2465770"/>
                </a:lnTo>
                <a:cubicBezTo>
                  <a:pt x="3048876" y="2826658"/>
                  <a:pt x="2578994" y="3089153"/>
                  <a:pt x="2145959" y="3339278"/>
                </a:cubicBezTo>
                <a:cubicBezTo>
                  <a:pt x="1562799" y="3674819"/>
                  <a:pt x="1080686" y="4041293"/>
                  <a:pt x="1003188" y="4470493"/>
                </a:cubicBezTo>
                <a:lnTo>
                  <a:pt x="2845578" y="4470493"/>
                </a:lnTo>
                <a:lnTo>
                  <a:pt x="2931211" y="3877604"/>
                </a:lnTo>
                <a:lnTo>
                  <a:pt x="3491880" y="3877604"/>
                </a:lnTo>
                <a:lnTo>
                  <a:pt x="3491880" y="5152297"/>
                </a:lnTo>
                <a:lnTo>
                  <a:pt x="0" y="5152297"/>
                </a:lnTo>
                <a:lnTo>
                  <a:pt x="0" y="4876063"/>
                </a:lnTo>
                <a:cubicBezTo>
                  <a:pt x="0" y="3853974"/>
                  <a:pt x="738583" y="3276982"/>
                  <a:pt x="1438203" y="2761857"/>
                </a:cubicBezTo>
                <a:cubicBezTo>
                  <a:pt x="2005949" y="2340390"/>
                  <a:pt x="2557853" y="1973916"/>
                  <a:pt x="2557853" y="1412391"/>
                </a:cubicBezTo>
                <a:cubicBezTo>
                  <a:pt x="2557853" y="944525"/>
                  <a:pt x="2324503" y="639916"/>
                  <a:pt x="1858232" y="639916"/>
                </a:cubicBezTo>
                <a:cubicBezTo>
                  <a:pt x="1360705" y="639916"/>
                  <a:pt x="1080686" y="912731"/>
                  <a:pt x="925263" y="1256005"/>
                </a:cubicBezTo>
                <a:lnTo>
                  <a:pt x="248764" y="1256005"/>
                </a:lnTo>
                <a:lnTo>
                  <a:pt x="248764" y="140688"/>
                </a:lnTo>
                <a:cubicBezTo>
                  <a:pt x="367365" y="97725"/>
                  <a:pt x="491292" y="57715"/>
                  <a:pt x="620069" y="21868"/>
                </a:cubicBezTo>
                <a:close/>
              </a:path>
            </a:pathLst>
          </a:custGeom>
          <a:solidFill>
            <a:srgbClr val="CDCDCD"/>
          </a:solidFill>
          <a:ln w="39812" cap="flat">
            <a:noFill/>
            <a:prstDash val="solid"/>
            <a:miter/>
          </a:ln>
        </p:spPr>
        <p:txBody>
          <a:bodyPr rtlCol="0" anchor="ctr"/>
          <a:lstStyle/>
          <a:p>
            <a:endParaRPr lang="nl-NL" sz="2390"/>
          </a:p>
        </p:txBody>
      </p:sp>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6" name="Title 1">
            <a:extLst>
              <a:ext uri="{FF2B5EF4-FFF2-40B4-BE49-F238E27FC236}">
                <a16:creationId xmlns:a16="http://schemas.microsoft.com/office/drawing/2014/main" id="{83097774-6ED7-446F-84AE-84A7B7B78379}"/>
              </a:ext>
            </a:extLst>
          </p:cNvPr>
          <p:cNvSpPr>
            <a:spLocks noGrp="1"/>
          </p:cNvSpPr>
          <p:nvPr>
            <p:ph type="title" hasCustomPrompt="1"/>
          </p:nvPr>
        </p:nvSpPr>
        <p:spPr>
          <a:xfrm>
            <a:off x="344322" y="2283720"/>
            <a:ext cx="5667838" cy="576064"/>
          </a:xfrm>
        </p:spPr>
        <p:txBody>
          <a:bodyPr anchor="t"/>
          <a:lstStyle>
            <a:lvl1pPr>
              <a:defRPr sz="2993" b="0">
                <a:solidFill>
                  <a:srgbClr val="0066A1"/>
                </a:solidFill>
              </a:defRPr>
            </a:lvl1pPr>
          </a:lstStyle>
          <a:p>
            <a:r>
              <a:rPr lang="en-US"/>
              <a:t>Chapter title</a:t>
            </a:r>
          </a:p>
        </p:txBody>
      </p:sp>
    </p:spTree>
    <p:extLst>
      <p:ext uri="{BB962C8B-B14F-4D97-AF65-F5344CB8AC3E}">
        <p14:creationId xmlns:p14="http://schemas.microsoft.com/office/powerpoint/2010/main" val="2891526859"/>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Number slide #13">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C00EC5FC-9B0A-47FA-A211-AD5022FBC21F}"/>
              </a:ext>
            </a:extLst>
          </p:cNvPr>
          <p:cNvPicPr>
            <a:picLocks noChangeAspect="1"/>
          </p:cNvPicPr>
          <p:nvPr userDrawn="1"/>
        </p:nvPicPr>
        <p:blipFill>
          <a:blip r:embed="rId2">
            <a:extLst>
              <a:ext uri="{96DAC541-7B7A-43D3-8B79-37D633B846F1}">
                <asvg:svgBlip xmlns:asvg="http://schemas.microsoft.com/office/drawing/2016/SVG/main" r:embed="rId3"/>
              </a:ext>
            </a:extLst>
          </a:blip>
          <a:srcRect t="2620" r="9022" b="10717"/>
          <a:stretch>
            <a:fillRect/>
          </a:stretch>
        </p:blipFill>
        <p:spPr>
          <a:xfrm>
            <a:off x="5524278" y="-8796"/>
            <a:ext cx="3619722" cy="5152296"/>
          </a:xfrm>
          <a:custGeom>
            <a:avLst/>
            <a:gdLst>
              <a:gd name="connsiteX0" fmla="*/ 0 w 3619722"/>
              <a:gd name="connsiteY0" fmla="*/ 0 h 5152296"/>
              <a:gd name="connsiteX1" fmla="*/ 3619722 w 3619722"/>
              <a:gd name="connsiteY1" fmla="*/ 0 h 5152296"/>
              <a:gd name="connsiteX2" fmla="*/ 3619722 w 3619722"/>
              <a:gd name="connsiteY2" fmla="*/ 5152296 h 5152296"/>
              <a:gd name="connsiteX3" fmla="*/ 0 w 3619722"/>
              <a:gd name="connsiteY3" fmla="*/ 5152296 h 5152296"/>
            </a:gdLst>
            <a:ahLst/>
            <a:cxnLst>
              <a:cxn ang="0">
                <a:pos x="connsiteX0" y="connsiteY0"/>
              </a:cxn>
              <a:cxn ang="0">
                <a:pos x="connsiteX1" y="connsiteY1"/>
              </a:cxn>
              <a:cxn ang="0">
                <a:pos x="connsiteX2" y="connsiteY2"/>
              </a:cxn>
              <a:cxn ang="0">
                <a:pos x="connsiteX3" y="connsiteY3"/>
              </a:cxn>
            </a:cxnLst>
            <a:rect l="l" t="t" r="r" b="b"/>
            <a:pathLst>
              <a:path w="3619722" h="5152296">
                <a:moveTo>
                  <a:pt x="0" y="0"/>
                </a:moveTo>
                <a:lnTo>
                  <a:pt x="3619722" y="0"/>
                </a:lnTo>
                <a:lnTo>
                  <a:pt x="3619722" y="5152296"/>
                </a:lnTo>
                <a:lnTo>
                  <a:pt x="0" y="5152296"/>
                </a:lnTo>
                <a:close/>
              </a:path>
            </a:pathLst>
          </a:custGeom>
        </p:spPr>
      </p:pic>
      <p:sp>
        <p:nvSpPr>
          <p:cNvPr id="9" name="Freeform: Shape 8">
            <a:extLst>
              <a:ext uri="{FF2B5EF4-FFF2-40B4-BE49-F238E27FC236}">
                <a16:creationId xmlns:a16="http://schemas.microsoft.com/office/drawing/2014/main" id="{A6B1955B-73B7-409F-814B-2BCB8ACF1DCA}"/>
              </a:ext>
            </a:extLst>
          </p:cNvPr>
          <p:cNvSpPr/>
          <p:nvPr userDrawn="1"/>
        </p:nvSpPr>
        <p:spPr>
          <a:xfrm>
            <a:off x="2929534" y="0"/>
            <a:ext cx="2411760" cy="5143500"/>
          </a:xfrm>
          <a:custGeom>
            <a:avLst/>
            <a:gdLst>
              <a:gd name="connsiteX0" fmla="*/ 1184984 w 2411760"/>
              <a:gd name="connsiteY0" fmla="*/ 0 h 5152297"/>
              <a:gd name="connsiteX1" fmla="*/ 1982482 w 2411760"/>
              <a:gd name="connsiteY1" fmla="*/ 0 h 5152297"/>
              <a:gd name="connsiteX2" fmla="*/ 1982482 w 2411760"/>
              <a:gd name="connsiteY2" fmla="*/ 4451020 h 5152297"/>
              <a:gd name="connsiteX3" fmla="*/ 2195197 w 2411760"/>
              <a:gd name="connsiteY3" fmla="*/ 4686414 h 5152297"/>
              <a:gd name="connsiteX4" fmla="*/ 2411760 w 2411760"/>
              <a:gd name="connsiteY4" fmla="*/ 4686414 h 5152297"/>
              <a:gd name="connsiteX5" fmla="*/ 2411760 w 2411760"/>
              <a:gd name="connsiteY5" fmla="*/ 5152297 h 5152297"/>
              <a:gd name="connsiteX6" fmla="*/ 0 w 2411760"/>
              <a:gd name="connsiteY6" fmla="*/ 5152297 h 5152297"/>
              <a:gd name="connsiteX7" fmla="*/ 0 w 2411760"/>
              <a:gd name="connsiteY7" fmla="*/ 4686565 h 5152297"/>
              <a:gd name="connsiteX8" fmla="*/ 577223 w 2411760"/>
              <a:gd name="connsiteY8" fmla="*/ 4686565 h 5152297"/>
              <a:gd name="connsiteX9" fmla="*/ 789939 w 2411760"/>
              <a:gd name="connsiteY9" fmla="*/ 4451171 h 5152297"/>
              <a:gd name="connsiteX10" fmla="*/ 789939 w 2411760"/>
              <a:gd name="connsiteY10" fmla="*/ 1108937 h 5152297"/>
              <a:gd name="connsiteX11" fmla="*/ 265783 w 2411760"/>
              <a:gd name="connsiteY11" fmla="*/ 1344483 h 5152297"/>
              <a:gd name="connsiteX12" fmla="*/ 0 w 2411760"/>
              <a:gd name="connsiteY12" fmla="*/ 1344483 h 5152297"/>
              <a:gd name="connsiteX13" fmla="*/ 0 w 2411760"/>
              <a:gd name="connsiteY13" fmla="*/ 714044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1760" h="5152297">
                <a:moveTo>
                  <a:pt x="1184984" y="0"/>
                </a:moveTo>
                <a:lnTo>
                  <a:pt x="1982482" y="0"/>
                </a:lnTo>
                <a:lnTo>
                  <a:pt x="1982482" y="4451020"/>
                </a:lnTo>
                <a:cubicBezTo>
                  <a:pt x="1982482" y="4549743"/>
                  <a:pt x="2081204" y="4686414"/>
                  <a:pt x="2195197" y="4686414"/>
                </a:cubicBezTo>
                <a:lnTo>
                  <a:pt x="2411760" y="4686414"/>
                </a:lnTo>
                <a:lnTo>
                  <a:pt x="2411760" y="5152297"/>
                </a:lnTo>
                <a:lnTo>
                  <a:pt x="0" y="5152297"/>
                </a:lnTo>
                <a:lnTo>
                  <a:pt x="0" y="4686565"/>
                </a:lnTo>
                <a:lnTo>
                  <a:pt x="577223" y="4686565"/>
                </a:lnTo>
                <a:cubicBezTo>
                  <a:pt x="683504" y="4686565"/>
                  <a:pt x="789939" y="4549895"/>
                  <a:pt x="789939" y="4451171"/>
                </a:cubicBezTo>
                <a:lnTo>
                  <a:pt x="789939" y="1108937"/>
                </a:lnTo>
                <a:lnTo>
                  <a:pt x="265783" y="1344483"/>
                </a:lnTo>
                <a:lnTo>
                  <a:pt x="0" y="1344483"/>
                </a:lnTo>
                <a:lnTo>
                  <a:pt x="0" y="714044"/>
                </a:lnTo>
                <a:close/>
              </a:path>
            </a:pathLst>
          </a:custGeom>
          <a:solidFill>
            <a:srgbClr val="CDCDCD"/>
          </a:solidFill>
          <a:ln w="14583" cap="flat">
            <a:noFill/>
            <a:prstDash val="solid"/>
            <a:miter/>
          </a:ln>
        </p:spPr>
        <p:txBody>
          <a:bodyPr wrap="square" rtlCol="0" anchor="ctr">
            <a:noAutofit/>
          </a:bodyPr>
          <a:lstStyle/>
          <a:p>
            <a:endParaRPr lang="en-NL" sz="2390"/>
          </a:p>
        </p:txBody>
      </p:sp>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8" name="Title 1">
            <a:extLst>
              <a:ext uri="{FF2B5EF4-FFF2-40B4-BE49-F238E27FC236}">
                <a16:creationId xmlns:a16="http://schemas.microsoft.com/office/drawing/2014/main" id="{832FA2E9-CEB2-4A11-A2F5-45F8689122EA}"/>
              </a:ext>
            </a:extLst>
          </p:cNvPr>
          <p:cNvSpPr>
            <a:spLocks noGrp="1"/>
          </p:cNvSpPr>
          <p:nvPr>
            <p:ph type="title" hasCustomPrompt="1"/>
          </p:nvPr>
        </p:nvSpPr>
        <p:spPr>
          <a:xfrm>
            <a:off x="344322" y="2283720"/>
            <a:ext cx="5667838" cy="576064"/>
          </a:xfrm>
        </p:spPr>
        <p:txBody>
          <a:bodyPr anchor="t"/>
          <a:lstStyle>
            <a:lvl1pPr>
              <a:defRPr sz="2993" b="0">
                <a:solidFill>
                  <a:srgbClr val="0066A1"/>
                </a:solidFill>
              </a:defRPr>
            </a:lvl1pPr>
          </a:lstStyle>
          <a:p>
            <a:r>
              <a:rPr lang="en-US"/>
              <a:t>Chapter title</a:t>
            </a:r>
          </a:p>
        </p:txBody>
      </p:sp>
    </p:spTree>
    <p:extLst>
      <p:ext uri="{BB962C8B-B14F-4D97-AF65-F5344CB8AC3E}">
        <p14:creationId xmlns:p14="http://schemas.microsoft.com/office/powerpoint/2010/main" val="36790341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Number slide #14">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3E91091-0977-485D-BCCE-1771B0322D4D}"/>
              </a:ext>
            </a:extLst>
          </p:cNvPr>
          <p:cNvPicPr>
            <a:picLocks noChangeAspect="1"/>
          </p:cNvPicPr>
          <p:nvPr userDrawn="1"/>
        </p:nvPicPr>
        <p:blipFill>
          <a:blip r:embed="rId2">
            <a:extLst>
              <a:ext uri="{96DAC541-7B7A-43D3-8B79-37D633B846F1}">
                <asvg:svgBlip xmlns:asvg="http://schemas.microsoft.com/office/drawing/2016/SVG/main" r:embed="rId3"/>
              </a:ext>
            </a:extLst>
          </a:blip>
          <a:srcRect t="6073" r="2912" b="2912"/>
          <a:stretch>
            <a:fillRect/>
          </a:stretch>
        </p:blipFill>
        <p:spPr>
          <a:xfrm>
            <a:off x="5076057" y="0"/>
            <a:ext cx="4067944" cy="5143500"/>
          </a:xfrm>
          <a:custGeom>
            <a:avLst/>
            <a:gdLst>
              <a:gd name="connsiteX0" fmla="*/ 0 w 4067944"/>
              <a:gd name="connsiteY0" fmla="*/ 0 h 5143500"/>
              <a:gd name="connsiteX1" fmla="*/ 4067944 w 4067944"/>
              <a:gd name="connsiteY1" fmla="*/ 0 h 5143500"/>
              <a:gd name="connsiteX2" fmla="*/ 4067944 w 4067944"/>
              <a:gd name="connsiteY2" fmla="*/ 1563638 h 5143500"/>
              <a:gd name="connsiteX3" fmla="*/ 4067944 w 4067944"/>
              <a:gd name="connsiteY3" fmla="*/ 5143500 h 5143500"/>
              <a:gd name="connsiteX4" fmla="*/ 1368152 w 4067944"/>
              <a:gd name="connsiteY4" fmla="*/ 5143500 h 5143500"/>
              <a:gd name="connsiteX5" fmla="*/ 0 w 4067944"/>
              <a:gd name="connsiteY5"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7944" h="5143500">
                <a:moveTo>
                  <a:pt x="0" y="0"/>
                </a:moveTo>
                <a:lnTo>
                  <a:pt x="4067944" y="0"/>
                </a:lnTo>
                <a:lnTo>
                  <a:pt x="4067944" y="1563638"/>
                </a:lnTo>
                <a:lnTo>
                  <a:pt x="4067944" y="5143500"/>
                </a:lnTo>
                <a:lnTo>
                  <a:pt x="1368152" y="5143500"/>
                </a:lnTo>
                <a:lnTo>
                  <a:pt x="0" y="5143500"/>
                </a:lnTo>
                <a:close/>
              </a:path>
            </a:pathLst>
          </a:custGeom>
        </p:spPr>
      </p:pic>
      <p:sp>
        <p:nvSpPr>
          <p:cNvPr id="9" name="Freeform: Shape 8">
            <a:extLst>
              <a:ext uri="{FF2B5EF4-FFF2-40B4-BE49-F238E27FC236}">
                <a16:creationId xmlns:a16="http://schemas.microsoft.com/office/drawing/2014/main" id="{A6B1955B-73B7-409F-814B-2BCB8ACF1DCA}"/>
              </a:ext>
            </a:extLst>
          </p:cNvPr>
          <p:cNvSpPr/>
          <p:nvPr userDrawn="1"/>
        </p:nvSpPr>
        <p:spPr>
          <a:xfrm>
            <a:off x="2555777" y="0"/>
            <a:ext cx="2411760" cy="5143500"/>
          </a:xfrm>
          <a:custGeom>
            <a:avLst/>
            <a:gdLst>
              <a:gd name="connsiteX0" fmla="*/ 1184984 w 2411760"/>
              <a:gd name="connsiteY0" fmla="*/ 0 h 5152297"/>
              <a:gd name="connsiteX1" fmla="*/ 1982482 w 2411760"/>
              <a:gd name="connsiteY1" fmla="*/ 0 h 5152297"/>
              <a:gd name="connsiteX2" fmla="*/ 1982482 w 2411760"/>
              <a:gd name="connsiteY2" fmla="*/ 4451020 h 5152297"/>
              <a:gd name="connsiteX3" fmla="*/ 2195197 w 2411760"/>
              <a:gd name="connsiteY3" fmla="*/ 4686414 h 5152297"/>
              <a:gd name="connsiteX4" fmla="*/ 2411760 w 2411760"/>
              <a:gd name="connsiteY4" fmla="*/ 4686414 h 5152297"/>
              <a:gd name="connsiteX5" fmla="*/ 2411760 w 2411760"/>
              <a:gd name="connsiteY5" fmla="*/ 5152297 h 5152297"/>
              <a:gd name="connsiteX6" fmla="*/ 0 w 2411760"/>
              <a:gd name="connsiteY6" fmla="*/ 5152297 h 5152297"/>
              <a:gd name="connsiteX7" fmla="*/ 0 w 2411760"/>
              <a:gd name="connsiteY7" fmla="*/ 4686565 h 5152297"/>
              <a:gd name="connsiteX8" fmla="*/ 577223 w 2411760"/>
              <a:gd name="connsiteY8" fmla="*/ 4686565 h 5152297"/>
              <a:gd name="connsiteX9" fmla="*/ 789939 w 2411760"/>
              <a:gd name="connsiteY9" fmla="*/ 4451171 h 5152297"/>
              <a:gd name="connsiteX10" fmla="*/ 789939 w 2411760"/>
              <a:gd name="connsiteY10" fmla="*/ 1108937 h 5152297"/>
              <a:gd name="connsiteX11" fmla="*/ 265783 w 2411760"/>
              <a:gd name="connsiteY11" fmla="*/ 1344483 h 5152297"/>
              <a:gd name="connsiteX12" fmla="*/ 0 w 2411760"/>
              <a:gd name="connsiteY12" fmla="*/ 1344483 h 5152297"/>
              <a:gd name="connsiteX13" fmla="*/ 0 w 2411760"/>
              <a:gd name="connsiteY13" fmla="*/ 714044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1760" h="5152297">
                <a:moveTo>
                  <a:pt x="1184984" y="0"/>
                </a:moveTo>
                <a:lnTo>
                  <a:pt x="1982482" y="0"/>
                </a:lnTo>
                <a:lnTo>
                  <a:pt x="1982482" y="4451020"/>
                </a:lnTo>
                <a:cubicBezTo>
                  <a:pt x="1982482" y="4549743"/>
                  <a:pt x="2081204" y="4686414"/>
                  <a:pt x="2195197" y="4686414"/>
                </a:cubicBezTo>
                <a:lnTo>
                  <a:pt x="2411760" y="4686414"/>
                </a:lnTo>
                <a:lnTo>
                  <a:pt x="2411760" y="5152297"/>
                </a:lnTo>
                <a:lnTo>
                  <a:pt x="0" y="5152297"/>
                </a:lnTo>
                <a:lnTo>
                  <a:pt x="0" y="4686565"/>
                </a:lnTo>
                <a:lnTo>
                  <a:pt x="577223" y="4686565"/>
                </a:lnTo>
                <a:cubicBezTo>
                  <a:pt x="683504" y="4686565"/>
                  <a:pt x="789939" y="4549895"/>
                  <a:pt x="789939" y="4451171"/>
                </a:cubicBezTo>
                <a:lnTo>
                  <a:pt x="789939" y="1108937"/>
                </a:lnTo>
                <a:lnTo>
                  <a:pt x="265783" y="1344483"/>
                </a:lnTo>
                <a:lnTo>
                  <a:pt x="0" y="1344483"/>
                </a:lnTo>
                <a:lnTo>
                  <a:pt x="0" y="714044"/>
                </a:lnTo>
                <a:close/>
              </a:path>
            </a:pathLst>
          </a:custGeom>
          <a:solidFill>
            <a:srgbClr val="CDCDCD"/>
          </a:solidFill>
          <a:ln w="14583" cap="flat">
            <a:noFill/>
            <a:prstDash val="solid"/>
            <a:miter/>
          </a:ln>
        </p:spPr>
        <p:txBody>
          <a:bodyPr wrap="square" rtlCol="0" anchor="ctr">
            <a:noAutofit/>
          </a:bodyPr>
          <a:lstStyle/>
          <a:p>
            <a:endParaRPr lang="en-NL" sz="2390"/>
          </a:p>
        </p:txBody>
      </p:sp>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8" name="Title 1">
            <a:extLst>
              <a:ext uri="{FF2B5EF4-FFF2-40B4-BE49-F238E27FC236}">
                <a16:creationId xmlns:a16="http://schemas.microsoft.com/office/drawing/2014/main" id="{10E4B175-4539-48C3-AB8B-659C7FB01153}"/>
              </a:ext>
            </a:extLst>
          </p:cNvPr>
          <p:cNvSpPr>
            <a:spLocks noGrp="1"/>
          </p:cNvSpPr>
          <p:nvPr>
            <p:ph type="title" hasCustomPrompt="1"/>
          </p:nvPr>
        </p:nvSpPr>
        <p:spPr>
          <a:xfrm>
            <a:off x="344322" y="2283720"/>
            <a:ext cx="5667838" cy="576064"/>
          </a:xfrm>
        </p:spPr>
        <p:txBody>
          <a:bodyPr anchor="t"/>
          <a:lstStyle>
            <a:lvl1pPr>
              <a:defRPr sz="2993" b="0">
                <a:solidFill>
                  <a:srgbClr val="0066A1"/>
                </a:solidFill>
              </a:defRPr>
            </a:lvl1pPr>
          </a:lstStyle>
          <a:p>
            <a:r>
              <a:rPr lang="en-US"/>
              <a:t>Chapter title</a:t>
            </a:r>
          </a:p>
        </p:txBody>
      </p:sp>
    </p:spTree>
    <p:extLst>
      <p:ext uri="{BB962C8B-B14F-4D97-AF65-F5344CB8AC3E}">
        <p14:creationId xmlns:p14="http://schemas.microsoft.com/office/powerpoint/2010/main" val="91058060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Number slide #15">
    <p:bg>
      <p:bgPr>
        <a:solidFill>
          <a:schemeClr val="bg1"/>
        </a:solidFill>
        <a:effectLst/>
      </p:bgPr>
    </p:bg>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3C87028A-A3CA-42E4-AC3E-EE6334F09E61}"/>
              </a:ext>
            </a:extLst>
          </p:cNvPr>
          <p:cNvPicPr>
            <a:picLocks noChangeAspect="1"/>
          </p:cNvPicPr>
          <p:nvPr userDrawn="1"/>
        </p:nvPicPr>
        <p:blipFill>
          <a:blip r:embed="rId2">
            <a:extLst>
              <a:ext uri="{96DAC541-7B7A-43D3-8B79-37D633B846F1}">
                <asvg:svgBlip xmlns:asvg="http://schemas.microsoft.com/office/drawing/2016/SVG/main" r:embed="rId3"/>
              </a:ext>
            </a:extLst>
          </a:blip>
          <a:srcRect r="5725" b="10056"/>
          <a:stretch>
            <a:fillRect/>
          </a:stretch>
        </p:blipFill>
        <p:spPr>
          <a:xfrm>
            <a:off x="5508105" y="0"/>
            <a:ext cx="3635896" cy="5143500"/>
          </a:xfrm>
          <a:custGeom>
            <a:avLst/>
            <a:gdLst>
              <a:gd name="connsiteX0" fmla="*/ 0 w 3635896"/>
              <a:gd name="connsiteY0" fmla="*/ 0 h 5143500"/>
              <a:gd name="connsiteX1" fmla="*/ 3635896 w 3635896"/>
              <a:gd name="connsiteY1" fmla="*/ 0 h 5143500"/>
              <a:gd name="connsiteX2" fmla="*/ 3635896 w 3635896"/>
              <a:gd name="connsiteY2" fmla="*/ 5143500 h 5143500"/>
              <a:gd name="connsiteX3" fmla="*/ 0 w 3635896"/>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635896" h="5143500">
                <a:moveTo>
                  <a:pt x="0" y="0"/>
                </a:moveTo>
                <a:lnTo>
                  <a:pt x="3635896" y="0"/>
                </a:lnTo>
                <a:lnTo>
                  <a:pt x="3635896" y="5143500"/>
                </a:lnTo>
                <a:lnTo>
                  <a:pt x="0" y="5143500"/>
                </a:lnTo>
                <a:close/>
              </a:path>
            </a:pathLst>
          </a:custGeom>
        </p:spPr>
      </p:pic>
      <p:sp>
        <p:nvSpPr>
          <p:cNvPr id="9" name="Freeform: Shape 8">
            <a:extLst>
              <a:ext uri="{FF2B5EF4-FFF2-40B4-BE49-F238E27FC236}">
                <a16:creationId xmlns:a16="http://schemas.microsoft.com/office/drawing/2014/main" id="{A6B1955B-73B7-409F-814B-2BCB8ACF1DCA}"/>
              </a:ext>
            </a:extLst>
          </p:cNvPr>
          <p:cNvSpPr/>
          <p:nvPr userDrawn="1"/>
        </p:nvSpPr>
        <p:spPr>
          <a:xfrm>
            <a:off x="2915817" y="0"/>
            <a:ext cx="2411760" cy="5143500"/>
          </a:xfrm>
          <a:custGeom>
            <a:avLst/>
            <a:gdLst>
              <a:gd name="connsiteX0" fmla="*/ 1184984 w 2411760"/>
              <a:gd name="connsiteY0" fmla="*/ 0 h 5152297"/>
              <a:gd name="connsiteX1" fmla="*/ 1982482 w 2411760"/>
              <a:gd name="connsiteY1" fmla="*/ 0 h 5152297"/>
              <a:gd name="connsiteX2" fmla="*/ 1982482 w 2411760"/>
              <a:gd name="connsiteY2" fmla="*/ 4451020 h 5152297"/>
              <a:gd name="connsiteX3" fmla="*/ 2195197 w 2411760"/>
              <a:gd name="connsiteY3" fmla="*/ 4686414 h 5152297"/>
              <a:gd name="connsiteX4" fmla="*/ 2411760 w 2411760"/>
              <a:gd name="connsiteY4" fmla="*/ 4686414 h 5152297"/>
              <a:gd name="connsiteX5" fmla="*/ 2411760 w 2411760"/>
              <a:gd name="connsiteY5" fmla="*/ 5152297 h 5152297"/>
              <a:gd name="connsiteX6" fmla="*/ 0 w 2411760"/>
              <a:gd name="connsiteY6" fmla="*/ 5152297 h 5152297"/>
              <a:gd name="connsiteX7" fmla="*/ 0 w 2411760"/>
              <a:gd name="connsiteY7" fmla="*/ 4686565 h 5152297"/>
              <a:gd name="connsiteX8" fmla="*/ 577223 w 2411760"/>
              <a:gd name="connsiteY8" fmla="*/ 4686565 h 5152297"/>
              <a:gd name="connsiteX9" fmla="*/ 789939 w 2411760"/>
              <a:gd name="connsiteY9" fmla="*/ 4451171 h 5152297"/>
              <a:gd name="connsiteX10" fmla="*/ 789939 w 2411760"/>
              <a:gd name="connsiteY10" fmla="*/ 1108937 h 5152297"/>
              <a:gd name="connsiteX11" fmla="*/ 265783 w 2411760"/>
              <a:gd name="connsiteY11" fmla="*/ 1344483 h 5152297"/>
              <a:gd name="connsiteX12" fmla="*/ 0 w 2411760"/>
              <a:gd name="connsiteY12" fmla="*/ 1344483 h 5152297"/>
              <a:gd name="connsiteX13" fmla="*/ 0 w 2411760"/>
              <a:gd name="connsiteY13" fmla="*/ 714044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1760" h="5152297">
                <a:moveTo>
                  <a:pt x="1184984" y="0"/>
                </a:moveTo>
                <a:lnTo>
                  <a:pt x="1982482" y="0"/>
                </a:lnTo>
                <a:lnTo>
                  <a:pt x="1982482" y="4451020"/>
                </a:lnTo>
                <a:cubicBezTo>
                  <a:pt x="1982482" y="4549743"/>
                  <a:pt x="2081204" y="4686414"/>
                  <a:pt x="2195197" y="4686414"/>
                </a:cubicBezTo>
                <a:lnTo>
                  <a:pt x="2411760" y="4686414"/>
                </a:lnTo>
                <a:lnTo>
                  <a:pt x="2411760" y="5152297"/>
                </a:lnTo>
                <a:lnTo>
                  <a:pt x="0" y="5152297"/>
                </a:lnTo>
                <a:lnTo>
                  <a:pt x="0" y="4686565"/>
                </a:lnTo>
                <a:lnTo>
                  <a:pt x="577223" y="4686565"/>
                </a:lnTo>
                <a:cubicBezTo>
                  <a:pt x="683504" y="4686565"/>
                  <a:pt x="789939" y="4549895"/>
                  <a:pt x="789939" y="4451171"/>
                </a:cubicBezTo>
                <a:lnTo>
                  <a:pt x="789939" y="1108937"/>
                </a:lnTo>
                <a:lnTo>
                  <a:pt x="265783" y="1344483"/>
                </a:lnTo>
                <a:lnTo>
                  <a:pt x="0" y="1344483"/>
                </a:lnTo>
                <a:lnTo>
                  <a:pt x="0" y="714044"/>
                </a:lnTo>
                <a:close/>
              </a:path>
            </a:pathLst>
          </a:custGeom>
          <a:solidFill>
            <a:srgbClr val="CDCDCD"/>
          </a:solidFill>
          <a:ln w="14583" cap="flat">
            <a:noFill/>
            <a:prstDash val="solid"/>
            <a:miter/>
          </a:ln>
        </p:spPr>
        <p:txBody>
          <a:bodyPr wrap="square" rtlCol="0" anchor="ctr">
            <a:noAutofit/>
          </a:bodyPr>
          <a:lstStyle/>
          <a:p>
            <a:endParaRPr lang="en-NL" sz="2390"/>
          </a:p>
        </p:txBody>
      </p:sp>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6" name="Title 1">
            <a:extLst>
              <a:ext uri="{FF2B5EF4-FFF2-40B4-BE49-F238E27FC236}">
                <a16:creationId xmlns:a16="http://schemas.microsoft.com/office/drawing/2014/main" id="{7BAB78C8-0B07-4B30-A864-99BCEB0B1052}"/>
              </a:ext>
            </a:extLst>
          </p:cNvPr>
          <p:cNvSpPr>
            <a:spLocks noGrp="1"/>
          </p:cNvSpPr>
          <p:nvPr>
            <p:ph type="title" hasCustomPrompt="1"/>
          </p:nvPr>
        </p:nvSpPr>
        <p:spPr>
          <a:xfrm>
            <a:off x="344322" y="2283720"/>
            <a:ext cx="5667838" cy="576064"/>
          </a:xfrm>
        </p:spPr>
        <p:txBody>
          <a:bodyPr anchor="t"/>
          <a:lstStyle>
            <a:lvl1pPr>
              <a:defRPr sz="2993" b="0">
                <a:solidFill>
                  <a:srgbClr val="0066A1"/>
                </a:solidFill>
              </a:defRPr>
            </a:lvl1pPr>
          </a:lstStyle>
          <a:p>
            <a:r>
              <a:rPr lang="en-US"/>
              <a:t>Chapter title</a:t>
            </a:r>
          </a:p>
        </p:txBody>
      </p:sp>
    </p:spTree>
    <p:extLst>
      <p:ext uri="{BB962C8B-B14F-4D97-AF65-F5344CB8AC3E}">
        <p14:creationId xmlns:p14="http://schemas.microsoft.com/office/powerpoint/2010/main" val="61156661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Number slide #16">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1053C9F0-AD97-4ACA-825F-4C0F0B9E61EA}"/>
              </a:ext>
            </a:extLst>
          </p:cNvPr>
          <p:cNvPicPr>
            <a:picLocks noChangeAspect="1"/>
          </p:cNvPicPr>
          <p:nvPr userDrawn="1"/>
        </p:nvPicPr>
        <p:blipFill>
          <a:blip r:embed="rId2">
            <a:extLst>
              <a:ext uri="{96DAC541-7B7A-43D3-8B79-37D633B846F1}">
                <asvg:svgBlip xmlns:asvg="http://schemas.microsoft.com/office/drawing/2016/SVG/main" r:embed="rId3"/>
              </a:ext>
            </a:extLst>
          </a:blip>
          <a:srcRect r="14878" b="5824"/>
          <a:stretch>
            <a:fillRect/>
          </a:stretch>
        </p:blipFill>
        <p:spPr>
          <a:xfrm>
            <a:off x="5639378" y="-92546"/>
            <a:ext cx="3504623" cy="5236047"/>
          </a:xfrm>
          <a:custGeom>
            <a:avLst/>
            <a:gdLst>
              <a:gd name="connsiteX0" fmla="*/ 0 w 3504623"/>
              <a:gd name="connsiteY0" fmla="*/ 0 h 5236047"/>
              <a:gd name="connsiteX1" fmla="*/ 732823 w 3504623"/>
              <a:gd name="connsiteY1" fmla="*/ 0 h 5236047"/>
              <a:gd name="connsiteX2" fmla="*/ 732823 w 3504623"/>
              <a:gd name="connsiteY2" fmla="*/ 92546 h 5236047"/>
              <a:gd name="connsiteX3" fmla="*/ 3504623 w 3504623"/>
              <a:gd name="connsiteY3" fmla="*/ 92546 h 5236047"/>
              <a:gd name="connsiteX4" fmla="*/ 3504623 w 3504623"/>
              <a:gd name="connsiteY4" fmla="*/ 5236047 h 5236047"/>
              <a:gd name="connsiteX5" fmla="*/ 0 w 3504623"/>
              <a:gd name="connsiteY5" fmla="*/ 5236047 h 523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4623" h="5236047">
                <a:moveTo>
                  <a:pt x="0" y="0"/>
                </a:moveTo>
                <a:lnTo>
                  <a:pt x="732823" y="0"/>
                </a:lnTo>
                <a:lnTo>
                  <a:pt x="732823" y="92546"/>
                </a:lnTo>
                <a:lnTo>
                  <a:pt x="3504623" y="92546"/>
                </a:lnTo>
                <a:lnTo>
                  <a:pt x="3504623" y="5236047"/>
                </a:lnTo>
                <a:lnTo>
                  <a:pt x="0" y="5236047"/>
                </a:lnTo>
                <a:close/>
              </a:path>
            </a:pathLst>
          </a:custGeom>
        </p:spPr>
      </p:pic>
      <p:sp>
        <p:nvSpPr>
          <p:cNvPr id="9" name="Freeform: Shape 8">
            <a:extLst>
              <a:ext uri="{FF2B5EF4-FFF2-40B4-BE49-F238E27FC236}">
                <a16:creationId xmlns:a16="http://schemas.microsoft.com/office/drawing/2014/main" id="{A6B1955B-73B7-409F-814B-2BCB8ACF1DCA}"/>
              </a:ext>
            </a:extLst>
          </p:cNvPr>
          <p:cNvSpPr/>
          <p:nvPr userDrawn="1"/>
        </p:nvSpPr>
        <p:spPr>
          <a:xfrm>
            <a:off x="3096344" y="0"/>
            <a:ext cx="2411760" cy="5143500"/>
          </a:xfrm>
          <a:custGeom>
            <a:avLst/>
            <a:gdLst>
              <a:gd name="connsiteX0" fmla="*/ 1184984 w 2411760"/>
              <a:gd name="connsiteY0" fmla="*/ 0 h 5152297"/>
              <a:gd name="connsiteX1" fmla="*/ 1982482 w 2411760"/>
              <a:gd name="connsiteY1" fmla="*/ 0 h 5152297"/>
              <a:gd name="connsiteX2" fmla="*/ 1982482 w 2411760"/>
              <a:gd name="connsiteY2" fmla="*/ 4451020 h 5152297"/>
              <a:gd name="connsiteX3" fmla="*/ 2195197 w 2411760"/>
              <a:gd name="connsiteY3" fmla="*/ 4686414 h 5152297"/>
              <a:gd name="connsiteX4" fmla="*/ 2411760 w 2411760"/>
              <a:gd name="connsiteY4" fmla="*/ 4686414 h 5152297"/>
              <a:gd name="connsiteX5" fmla="*/ 2411760 w 2411760"/>
              <a:gd name="connsiteY5" fmla="*/ 5152297 h 5152297"/>
              <a:gd name="connsiteX6" fmla="*/ 0 w 2411760"/>
              <a:gd name="connsiteY6" fmla="*/ 5152297 h 5152297"/>
              <a:gd name="connsiteX7" fmla="*/ 0 w 2411760"/>
              <a:gd name="connsiteY7" fmla="*/ 4686565 h 5152297"/>
              <a:gd name="connsiteX8" fmla="*/ 577223 w 2411760"/>
              <a:gd name="connsiteY8" fmla="*/ 4686565 h 5152297"/>
              <a:gd name="connsiteX9" fmla="*/ 789939 w 2411760"/>
              <a:gd name="connsiteY9" fmla="*/ 4451171 h 5152297"/>
              <a:gd name="connsiteX10" fmla="*/ 789939 w 2411760"/>
              <a:gd name="connsiteY10" fmla="*/ 1108937 h 5152297"/>
              <a:gd name="connsiteX11" fmla="*/ 265783 w 2411760"/>
              <a:gd name="connsiteY11" fmla="*/ 1344483 h 5152297"/>
              <a:gd name="connsiteX12" fmla="*/ 0 w 2411760"/>
              <a:gd name="connsiteY12" fmla="*/ 1344483 h 5152297"/>
              <a:gd name="connsiteX13" fmla="*/ 0 w 2411760"/>
              <a:gd name="connsiteY13" fmla="*/ 714044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1760" h="5152297">
                <a:moveTo>
                  <a:pt x="1184984" y="0"/>
                </a:moveTo>
                <a:lnTo>
                  <a:pt x="1982482" y="0"/>
                </a:lnTo>
                <a:lnTo>
                  <a:pt x="1982482" y="4451020"/>
                </a:lnTo>
                <a:cubicBezTo>
                  <a:pt x="1982482" y="4549743"/>
                  <a:pt x="2081204" y="4686414"/>
                  <a:pt x="2195197" y="4686414"/>
                </a:cubicBezTo>
                <a:lnTo>
                  <a:pt x="2411760" y="4686414"/>
                </a:lnTo>
                <a:lnTo>
                  <a:pt x="2411760" y="5152297"/>
                </a:lnTo>
                <a:lnTo>
                  <a:pt x="0" y="5152297"/>
                </a:lnTo>
                <a:lnTo>
                  <a:pt x="0" y="4686565"/>
                </a:lnTo>
                <a:lnTo>
                  <a:pt x="577223" y="4686565"/>
                </a:lnTo>
                <a:cubicBezTo>
                  <a:pt x="683504" y="4686565"/>
                  <a:pt x="789939" y="4549895"/>
                  <a:pt x="789939" y="4451171"/>
                </a:cubicBezTo>
                <a:lnTo>
                  <a:pt x="789939" y="1108937"/>
                </a:lnTo>
                <a:lnTo>
                  <a:pt x="265783" y="1344483"/>
                </a:lnTo>
                <a:lnTo>
                  <a:pt x="0" y="1344483"/>
                </a:lnTo>
                <a:lnTo>
                  <a:pt x="0" y="714044"/>
                </a:lnTo>
                <a:close/>
              </a:path>
            </a:pathLst>
          </a:custGeom>
          <a:solidFill>
            <a:srgbClr val="CDCDCD"/>
          </a:solidFill>
          <a:ln w="14583" cap="flat">
            <a:noFill/>
            <a:prstDash val="solid"/>
            <a:miter/>
          </a:ln>
        </p:spPr>
        <p:txBody>
          <a:bodyPr wrap="square" rtlCol="0" anchor="ctr">
            <a:noAutofit/>
          </a:bodyPr>
          <a:lstStyle/>
          <a:p>
            <a:endParaRPr lang="en-NL" sz="2390"/>
          </a:p>
        </p:txBody>
      </p:sp>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6" name="Title 1">
            <a:extLst>
              <a:ext uri="{FF2B5EF4-FFF2-40B4-BE49-F238E27FC236}">
                <a16:creationId xmlns:a16="http://schemas.microsoft.com/office/drawing/2014/main" id="{C0ED3476-E122-43EB-B67F-014F11BB09EE}"/>
              </a:ext>
            </a:extLst>
          </p:cNvPr>
          <p:cNvSpPr>
            <a:spLocks noGrp="1"/>
          </p:cNvSpPr>
          <p:nvPr>
            <p:ph type="title" hasCustomPrompt="1"/>
          </p:nvPr>
        </p:nvSpPr>
        <p:spPr>
          <a:xfrm>
            <a:off x="344322" y="2283720"/>
            <a:ext cx="5667838" cy="576064"/>
          </a:xfrm>
        </p:spPr>
        <p:txBody>
          <a:bodyPr anchor="t"/>
          <a:lstStyle>
            <a:lvl1pPr>
              <a:defRPr sz="2993" b="0">
                <a:solidFill>
                  <a:srgbClr val="0066A1"/>
                </a:solidFill>
              </a:defRPr>
            </a:lvl1pPr>
          </a:lstStyle>
          <a:p>
            <a:r>
              <a:rPr lang="en-US"/>
              <a:t>Chapter title</a:t>
            </a:r>
          </a:p>
        </p:txBody>
      </p:sp>
    </p:spTree>
    <p:extLst>
      <p:ext uri="{BB962C8B-B14F-4D97-AF65-F5344CB8AC3E}">
        <p14:creationId xmlns:p14="http://schemas.microsoft.com/office/powerpoint/2010/main" val="347133139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3197B30B-8CE6-4A95-B42A-6C0051B6619D}"/>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809" t="16888" b="20563"/>
          <a:stretch>
            <a:fillRect/>
          </a:stretch>
        </p:blipFill>
        <p:spPr>
          <a:xfrm>
            <a:off x="3" y="0"/>
            <a:ext cx="7137449" cy="5143500"/>
          </a:xfrm>
          <a:custGeom>
            <a:avLst/>
            <a:gdLst>
              <a:gd name="connsiteX0" fmla="*/ 0 w 7137449"/>
              <a:gd name="connsiteY0" fmla="*/ 0 h 5143500"/>
              <a:gd name="connsiteX1" fmla="*/ 7137449 w 7137449"/>
              <a:gd name="connsiteY1" fmla="*/ 0 h 5143500"/>
              <a:gd name="connsiteX2" fmla="*/ 7137449 w 7137449"/>
              <a:gd name="connsiteY2" fmla="*/ 5143500 h 5143500"/>
              <a:gd name="connsiteX3" fmla="*/ 0 w 7137449"/>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137449" h="5143500">
                <a:moveTo>
                  <a:pt x="0" y="0"/>
                </a:moveTo>
                <a:lnTo>
                  <a:pt x="7137449" y="0"/>
                </a:lnTo>
                <a:lnTo>
                  <a:pt x="7137449" y="5143500"/>
                </a:lnTo>
                <a:lnTo>
                  <a:pt x="0" y="5143500"/>
                </a:lnTo>
                <a:close/>
              </a:path>
            </a:pathLst>
          </a:custGeom>
        </p:spPr>
      </p:pic>
      <p:sp>
        <p:nvSpPr>
          <p:cNvPr id="9" name="Title 1"/>
          <p:cNvSpPr>
            <a:spLocks noGrp="1"/>
          </p:cNvSpPr>
          <p:nvPr>
            <p:ph type="ctrTitle" hasCustomPrompt="1"/>
          </p:nvPr>
        </p:nvSpPr>
        <p:spPr>
          <a:xfrm>
            <a:off x="215778" y="1203600"/>
            <a:ext cx="6516462" cy="1102519"/>
          </a:xfrm>
          <a:prstGeom prst="rect">
            <a:avLst/>
          </a:prstGeom>
        </p:spPr>
        <p:txBody>
          <a:bodyPr anchor="b" anchorCtr="0">
            <a:noAutofit/>
          </a:bodyPr>
          <a:lstStyle>
            <a:lvl1pPr>
              <a:defRPr sz="4788" b="0" baseline="0">
                <a:solidFill>
                  <a:srgbClr val="0066A1"/>
                </a:solidFill>
                <a:latin typeface="Verdana" pitchFamily="34" charset="0"/>
                <a:ea typeface="Verdana" pitchFamily="34" charset="0"/>
                <a:cs typeface="Verdana" pitchFamily="34" charset="0"/>
              </a:defRPr>
            </a:lvl1pPr>
          </a:lstStyle>
          <a:p>
            <a:r>
              <a:rPr lang="nl-NL"/>
              <a:t>Click to edit the title</a:t>
            </a:r>
          </a:p>
        </p:txBody>
      </p:sp>
      <p:pic>
        <p:nvPicPr>
          <p:cNvPr id="10" name="Picture 9">
            <a:extLst>
              <a:ext uri="{FF2B5EF4-FFF2-40B4-BE49-F238E27FC236}">
                <a16:creationId xmlns:a16="http://schemas.microsoft.com/office/drawing/2014/main" id="{97066E80-C4C6-4BF1-BA1C-704D0F6F801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482983" y="4372527"/>
            <a:ext cx="1334915" cy="436624"/>
          </a:xfrm>
          <a:prstGeom prst="rect">
            <a:avLst/>
          </a:prstGeom>
        </p:spPr>
      </p:pic>
      <p:sp>
        <p:nvSpPr>
          <p:cNvPr id="6" name="AddNotifier#1">
            <a:extLst>
              <a:ext uri="{FF2B5EF4-FFF2-40B4-BE49-F238E27FC236}">
                <a16:creationId xmlns:a16="http://schemas.microsoft.com/office/drawing/2014/main" id="{64271F33-ECE7-48F7-AEB0-804C545536D5}"/>
              </a:ext>
            </a:extLst>
          </p:cNvPr>
          <p:cNvSpPr txBox="1">
            <a:spLocks noChangeArrowheads="1"/>
          </p:cNvSpPr>
          <p:nvPr userDrawn="1"/>
        </p:nvSpPr>
        <p:spPr bwMode="auto">
          <a:xfrm>
            <a:off x="234016" y="4208250"/>
            <a:ext cx="3314048" cy="63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chorCtr="0">
            <a:no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599" kern="1200">
                <a:solidFill>
                  <a:schemeClr val="bg1">
                    <a:lumMod val="50000"/>
                  </a:schemeClr>
                </a:solidFill>
                <a:latin typeface="Verdana" pitchFamily="34" charset="0"/>
                <a:ea typeface="Verdana" pitchFamily="34" charset="0"/>
                <a:cs typeface="Verdana" pitchFamily="34" charset="0"/>
              </a:rPr>
              <a:t>Atos, the Atos logo, Atos|Syntel are registered trademarks of the Atos group. </a:t>
            </a:r>
            <a:br>
              <a:rPr lang="en-US" sz="599" kern="1200">
                <a:solidFill>
                  <a:schemeClr val="bg1">
                    <a:lumMod val="50000"/>
                  </a:schemeClr>
                </a:solidFill>
                <a:latin typeface="Verdana" pitchFamily="34" charset="0"/>
                <a:ea typeface="Verdana" pitchFamily="34" charset="0"/>
                <a:cs typeface="Verdana" pitchFamily="34" charset="0"/>
              </a:rPr>
            </a:br>
            <a:r>
              <a:rPr lang="en-US" sz="599" kern="1200">
                <a:solidFill>
                  <a:schemeClr val="bg1">
                    <a:lumMod val="50000"/>
                  </a:schemeClr>
                </a:solidFill>
                <a:latin typeface="Verdana" pitchFamily="34" charset="0"/>
                <a:ea typeface="Verdana" pitchFamily="34" charset="0"/>
                <a:cs typeface="Verdana" pitchFamily="34" charset="0"/>
              </a:rPr>
              <a:t>© 2021 Atos. Confidential information owned by Atos, to be used by the recipient only. This document, or any part of it, may not be reproduced, copied, circulated and/or distributed nor quoted without prior written approval from Atos.</a:t>
            </a:r>
            <a:endParaRPr lang="en-US" sz="599">
              <a:solidFill>
                <a:schemeClr val="bg1">
                  <a:lumMod val="50000"/>
                </a:schemeClr>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19111941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cxnSp>
        <p:nvCxnSpPr>
          <p:cNvPr id="5" name="Straight Connector 4"/>
          <p:cNvCxnSpPr>
            <a:cxnSpLocks/>
          </p:cNvCxnSpPr>
          <p:nvPr userDrawn="1"/>
        </p:nvCxnSpPr>
        <p:spPr>
          <a:xfrm>
            <a:off x="326876" y="4625878"/>
            <a:ext cx="8820472"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1" name="Straight Connector 10"/>
          <p:cNvCxnSpPr>
            <a:cxnSpLocks/>
          </p:cNvCxnSpPr>
          <p:nvPr userDrawn="1"/>
        </p:nvCxnSpPr>
        <p:spPr>
          <a:xfrm>
            <a:off x="329210" y="944932"/>
            <a:ext cx="8820472"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4" name="Text Placeholder 3"/>
          <p:cNvSpPr>
            <a:spLocks noGrp="1"/>
          </p:cNvSpPr>
          <p:nvPr>
            <p:ph type="body" sz="quarter" idx="10"/>
          </p:nvPr>
        </p:nvSpPr>
        <p:spPr>
          <a:xfrm>
            <a:off x="289248" y="123478"/>
            <a:ext cx="8677656" cy="720080"/>
          </a:xfrm>
        </p:spPr>
        <p:txBody>
          <a:bodyPr/>
          <a:lstStyle>
            <a:lvl1pPr marL="0" indent="0">
              <a:buNone/>
              <a:defRPr sz="1795" b="1" baseline="0"/>
            </a:lvl1pPr>
            <a:lvl2pPr marL="0" indent="0">
              <a:buNone/>
              <a:defRPr sz="1346"/>
            </a:lvl2pPr>
          </a:lstStyle>
          <a:p>
            <a:pPr lvl="0"/>
            <a:r>
              <a:rPr lang="en-US"/>
              <a:t>Edit Master text styles</a:t>
            </a:r>
          </a:p>
          <a:p>
            <a:pPr lvl="1"/>
            <a:r>
              <a:rPr lang="en-US"/>
              <a:t>Second level</a:t>
            </a:r>
          </a:p>
        </p:txBody>
      </p:sp>
      <p:sp>
        <p:nvSpPr>
          <p:cNvPr id="6" name="Text Placeholder 5"/>
          <p:cNvSpPr>
            <a:spLocks noGrp="1"/>
          </p:cNvSpPr>
          <p:nvPr>
            <p:ph type="body" sz="quarter" idx="11"/>
          </p:nvPr>
        </p:nvSpPr>
        <p:spPr>
          <a:xfrm>
            <a:off x="289249" y="1090802"/>
            <a:ext cx="8677656" cy="34034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39939795"/>
      </p:ext>
    </p:extLst>
  </p:cSld>
  <p:clrMapOvr>
    <a:masterClrMapping/>
  </p:clrMapOvr>
  <p:hf hdr="0" ftr="0" dt="0"/>
  <p:extLst>
    <p:ext uri="{DCECCB84-F9BA-43D5-87BE-67443E8EF086}">
      <p15:sldGuideLst xmlns:p15="http://schemas.microsoft.com/office/powerpoint/2012/main"/>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meline (purple)">
    <p:spTree>
      <p:nvGrpSpPr>
        <p:cNvPr id="1" name=""/>
        <p:cNvGrpSpPr/>
        <p:nvPr/>
      </p:nvGrpSpPr>
      <p:grpSpPr>
        <a:xfrm>
          <a:off x="0" y="0"/>
          <a:ext cx="0" cy="0"/>
          <a:chOff x="0" y="0"/>
          <a:chExt cx="0" cy="0"/>
        </a:xfrm>
      </p:grpSpPr>
      <p:sp>
        <p:nvSpPr>
          <p:cNvPr id="4" name="Timeline">
            <a:extLst>
              <a:ext uri="{FF2B5EF4-FFF2-40B4-BE49-F238E27FC236}">
                <a16:creationId xmlns:a16="http://schemas.microsoft.com/office/drawing/2014/main" id="{7500246C-CB5D-AC41-97E8-50D6BA49425E}"/>
              </a:ext>
            </a:extLst>
          </p:cNvPr>
          <p:cNvSpPr>
            <a:spLocks noGrp="1"/>
          </p:cNvSpPr>
          <p:nvPr>
            <p:ph type="body" sz="quarter" idx="20"/>
          </p:nvPr>
        </p:nvSpPr>
        <p:spPr>
          <a:xfrm>
            <a:off x="423128" y="2464314"/>
            <a:ext cx="8286750" cy="20574"/>
          </a:xfrm>
          <a:solidFill>
            <a:schemeClr val="tx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428625" y="428626"/>
            <a:ext cx="6886575" cy="452628"/>
          </a:xfrm>
        </p:spPr>
        <p:txBody>
          <a:bodyPr/>
          <a:lstStyle/>
          <a:p>
            <a:r>
              <a:rPr lang="en-US"/>
              <a:t>Click to edit Master title style</a:t>
            </a:r>
          </a:p>
        </p:txBody>
      </p:sp>
      <p:sp>
        <p:nvSpPr>
          <p:cNvPr id="9" name="Text Placeholder 1">
            <a:extLst>
              <a:ext uri="{FF2B5EF4-FFF2-40B4-BE49-F238E27FC236}">
                <a16:creationId xmlns:a16="http://schemas.microsoft.com/office/drawing/2014/main" id="{217AF697-F688-A94F-BDE4-3ABB6ECE1AA9}"/>
              </a:ext>
            </a:extLst>
          </p:cNvPr>
          <p:cNvSpPr>
            <a:spLocks noGrp="1"/>
          </p:cNvSpPr>
          <p:nvPr>
            <p:ph type="body" sz="quarter" idx="15"/>
          </p:nvPr>
        </p:nvSpPr>
        <p:spPr>
          <a:xfrm>
            <a:off x="434585" y="2790548"/>
            <a:ext cx="1200150" cy="1025271"/>
          </a:xfrm>
        </p:spPr>
        <p:txBody>
          <a:bodyPr/>
          <a:lstStyle>
            <a:lvl1pPr algn="ctr">
              <a:spcAft>
                <a:spcPts val="225"/>
              </a:spcAft>
              <a:defRPr sz="900" b="1" i="0">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lvl="0"/>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6" name="Timeline Marker 1">
            <a:extLst>
              <a:ext uri="{FF2B5EF4-FFF2-40B4-BE49-F238E27FC236}">
                <a16:creationId xmlns:a16="http://schemas.microsoft.com/office/drawing/2014/main" id="{B606C694-E3FF-C046-818C-2E3ADC91534A}"/>
              </a:ext>
            </a:extLst>
          </p:cNvPr>
          <p:cNvSpPr>
            <a:spLocks noGrp="1"/>
          </p:cNvSpPr>
          <p:nvPr>
            <p:ph type="body" sz="quarter" idx="21"/>
          </p:nvPr>
        </p:nvSpPr>
        <p:spPr>
          <a:xfrm>
            <a:off x="948935" y="2400300"/>
            <a:ext cx="171450" cy="171450"/>
          </a:xfrm>
          <a:prstGeom prst="rect">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15" name="Text Placeholder 2">
            <a:extLst>
              <a:ext uri="{FF2B5EF4-FFF2-40B4-BE49-F238E27FC236}">
                <a16:creationId xmlns:a16="http://schemas.microsoft.com/office/drawing/2014/main" id="{495703B1-8B7E-7246-B832-793387C65CEB}"/>
              </a:ext>
            </a:extLst>
          </p:cNvPr>
          <p:cNvSpPr>
            <a:spLocks noGrp="1"/>
          </p:cNvSpPr>
          <p:nvPr>
            <p:ph type="body" sz="quarter" idx="22"/>
          </p:nvPr>
        </p:nvSpPr>
        <p:spPr>
          <a:xfrm>
            <a:off x="2201173" y="1152482"/>
            <a:ext cx="1200150" cy="1025271"/>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p:nvPr>
        </p:nvSpPr>
        <p:spPr>
          <a:xfrm>
            <a:off x="2715523" y="2400300"/>
            <a:ext cx="171450" cy="171450"/>
          </a:xfrm>
          <a:prstGeom prst="rect">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18" name="Text Placeholder 3">
            <a:extLst>
              <a:ext uri="{FF2B5EF4-FFF2-40B4-BE49-F238E27FC236}">
                <a16:creationId xmlns:a16="http://schemas.microsoft.com/office/drawing/2014/main" id="{6B65E987-A855-3241-9316-E12502A0D6BE}"/>
              </a:ext>
            </a:extLst>
          </p:cNvPr>
          <p:cNvSpPr>
            <a:spLocks noGrp="1"/>
          </p:cNvSpPr>
          <p:nvPr>
            <p:ph type="body" sz="quarter" idx="25"/>
          </p:nvPr>
        </p:nvSpPr>
        <p:spPr>
          <a:xfrm>
            <a:off x="3967761" y="2790548"/>
            <a:ext cx="1200150" cy="1025271"/>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p:nvPr>
        </p:nvSpPr>
        <p:spPr>
          <a:xfrm>
            <a:off x="4482111" y="2400300"/>
            <a:ext cx="171450" cy="171450"/>
          </a:xfrm>
          <a:prstGeom prst="rect">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21" name="Text Placeholder 4">
            <a:extLst>
              <a:ext uri="{FF2B5EF4-FFF2-40B4-BE49-F238E27FC236}">
                <a16:creationId xmlns:a16="http://schemas.microsoft.com/office/drawing/2014/main" id="{7AE2B321-55B9-8E48-B803-14BDC07C734B}"/>
              </a:ext>
            </a:extLst>
          </p:cNvPr>
          <p:cNvSpPr>
            <a:spLocks noGrp="1"/>
          </p:cNvSpPr>
          <p:nvPr>
            <p:ph type="body" sz="quarter" idx="28"/>
          </p:nvPr>
        </p:nvSpPr>
        <p:spPr>
          <a:xfrm>
            <a:off x="5734349" y="1152482"/>
            <a:ext cx="1200150" cy="1025271"/>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p:nvPr>
        </p:nvSpPr>
        <p:spPr>
          <a:xfrm>
            <a:off x="6248699" y="2400300"/>
            <a:ext cx="171450" cy="171450"/>
          </a:xfrm>
          <a:prstGeom prst="rect">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27" name="Text Placeholder 6">
            <a:extLst>
              <a:ext uri="{FF2B5EF4-FFF2-40B4-BE49-F238E27FC236}">
                <a16:creationId xmlns:a16="http://schemas.microsoft.com/office/drawing/2014/main" id="{6C70B35E-8C25-8F4F-882A-7B3EC0A36EFA}"/>
              </a:ext>
            </a:extLst>
          </p:cNvPr>
          <p:cNvSpPr>
            <a:spLocks noGrp="1"/>
          </p:cNvSpPr>
          <p:nvPr>
            <p:ph type="body" sz="quarter" idx="34"/>
          </p:nvPr>
        </p:nvSpPr>
        <p:spPr>
          <a:xfrm>
            <a:off x="7500938" y="2805238"/>
            <a:ext cx="1200150" cy="1025271"/>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9" name="Timeline Marker 6">
            <a:extLst>
              <a:ext uri="{FF2B5EF4-FFF2-40B4-BE49-F238E27FC236}">
                <a16:creationId xmlns:a16="http://schemas.microsoft.com/office/drawing/2014/main" id="{E9E7172C-ECD9-2447-B6B4-B7EE38681E52}"/>
              </a:ext>
            </a:extLst>
          </p:cNvPr>
          <p:cNvSpPr>
            <a:spLocks noGrp="1"/>
          </p:cNvSpPr>
          <p:nvPr>
            <p:ph type="body" sz="quarter" idx="36"/>
          </p:nvPr>
        </p:nvSpPr>
        <p:spPr>
          <a:xfrm>
            <a:off x="8015288" y="2400300"/>
            <a:ext cx="171450" cy="171450"/>
          </a:xfrm>
          <a:prstGeom prst="rect">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3" name="Footer Placeholder 2">
            <a:extLst>
              <a:ext uri="{FF2B5EF4-FFF2-40B4-BE49-F238E27FC236}">
                <a16:creationId xmlns:a16="http://schemas.microsoft.com/office/drawing/2014/main" id="{BC15BB37-38B7-9A4E-84BB-C7AD4C154F78}"/>
              </a:ext>
            </a:extLst>
          </p:cNvPr>
          <p:cNvSpPr>
            <a:spLocks noGrp="1"/>
          </p:cNvSpPr>
          <p:nvPr>
            <p:ph type="ftr" sz="quarter" idx="3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5" name="Slide Number Placeholder 4">
            <a:extLst>
              <a:ext uri="{FF2B5EF4-FFF2-40B4-BE49-F238E27FC236}">
                <a16:creationId xmlns:a16="http://schemas.microsoft.com/office/drawing/2014/main" id="{C4CF2428-68D4-9C49-9F2C-9C6142E2D34B}"/>
              </a:ext>
            </a:extLst>
          </p:cNvPr>
          <p:cNvSpPr>
            <a:spLocks noGrp="1"/>
          </p:cNvSpPr>
          <p:nvPr>
            <p:ph type="sldNum" sz="quarter" idx="38"/>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361987566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meline Detailed">
    <p:spTree>
      <p:nvGrpSpPr>
        <p:cNvPr id="1" name=""/>
        <p:cNvGrpSpPr/>
        <p:nvPr/>
      </p:nvGrpSpPr>
      <p:grpSpPr>
        <a:xfrm>
          <a:off x="0" y="0"/>
          <a:ext cx="0" cy="0"/>
          <a:chOff x="0" y="0"/>
          <a:chExt cx="0" cy="0"/>
        </a:xfrm>
      </p:grpSpPr>
      <p:sp>
        <p:nvSpPr>
          <p:cNvPr id="4" name="Timeline">
            <a:extLst>
              <a:ext uri="{FF2B5EF4-FFF2-40B4-BE49-F238E27FC236}">
                <a16:creationId xmlns:a16="http://schemas.microsoft.com/office/drawing/2014/main" id="{7500246C-CB5D-AC41-97E8-50D6BA49425E}"/>
              </a:ext>
            </a:extLst>
          </p:cNvPr>
          <p:cNvSpPr>
            <a:spLocks noGrp="1"/>
          </p:cNvSpPr>
          <p:nvPr>
            <p:ph type="body" sz="quarter" idx="20"/>
          </p:nvPr>
        </p:nvSpPr>
        <p:spPr>
          <a:xfrm>
            <a:off x="428625" y="1830591"/>
            <a:ext cx="8286750" cy="20574"/>
          </a:xfrm>
          <a:solidFill>
            <a:schemeClr val="tx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128713" y="428626"/>
            <a:ext cx="6886575" cy="452628"/>
          </a:xfrm>
        </p:spPr>
        <p:txBody>
          <a:bodyPr/>
          <a:lstStyle>
            <a:lvl1pPr algn="ctr">
              <a:defRPr/>
            </a:lvl1pPr>
          </a:lstStyle>
          <a:p>
            <a:r>
              <a:rPr lang="en-US"/>
              <a:t>Click to edit Master title style</a:t>
            </a:r>
          </a:p>
        </p:txBody>
      </p:sp>
      <p:sp>
        <p:nvSpPr>
          <p:cNvPr id="19" name="Year Placeholder 1">
            <a:extLst>
              <a:ext uri="{FF2B5EF4-FFF2-40B4-BE49-F238E27FC236}">
                <a16:creationId xmlns:a16="http://schemas.microsoft.com/office/drawing/2014/main" id="{EB5A8A32-6C18-0147-B5F1-715661FA95DE}"/>
              </a:ext>
            </a:extLst>
          </p:cNvPr>
          <p:cNvSpPr>
            <a:spLocks noGrp="1"/>
          </p:cNvSpPr>
          <p:nvPr>
            <p:ph type="body" sz="quarter" idx="37" hasCustomPrompt="1"/>
          </p:nvPr>
        </p:nvSpPr>
        <p:spPr>
          <a:xfrm>
            <a:off x="432054" y="1428235"/>
            <a:ext cx="1200150" cy="152033"/>
          </a:xfrm>
        </p:spPr>
        <p:txBody>
          <a:bodyPr/>
          <a:lstStyle>
            <a:lvl1pPr algn="ctr">
              <a:spcAft>
                <a:spcPts val="450"/>
              </a:spcAft>
              <a:defRPr sz="900" b="1"/>
            </a:lvl1pPr>
            <a:lvl2pPr algn="ctr">
              <a:defRPr sz="1050" b="0"/>
            </a:lvl2pPr>
            <a:lvl3pPr algn="ctr">
              <a:defRPr sz="1050"/>
            </a:lvl3pPr>
            <a:lvl4pPr algn="ctr">
              <a:buNone/>
              <a:defRPr sz="1050"/>
            </a:lvl4pPr>
            <a:lvl5pPr algn="ctr">
              <a:defRPr sz="1050"/>
            </a:lvl5pPr>
          </a:lstStyle>
          <a:p>
            <a:pPr lvl="0"/>
            <a:r>
              <a:rPr lang="en-US"/>
              <a:t>YEAR</a:t>
            </a:r>
          </a:p>
        </p:txBody>
      </p:sp>
      <p:sp>
        <p:nvSpPr>
          <p:cNvPr id="33" name="Text Placeholder 1">
            <a:extLst>
              <a:ext uri="{FF2B5EF4-FFF2-40B4-BE49-F238E27FC236}">
                <a16:creationId xmlns:a16="http://schemas.microsoft.com/office/drawing/2014/main" id="{67C9AD10-1EF4-4449-9C49-1F83BAE42CB7}"/>
              </a:ext>
            </a:extLst>
          </p:cNvPr>
          <p:cNvSpPr>
            <a:spLocks noGrp="1"/>
          </p:cNvSpPr>
          <p:nvPr>
            <p:ph type="body" sz="quarter" idx="15"/>
          </p:nvPr>
        </p:nvSpPr>
        <p:spPr>
          <a:xfrm>
            <a:off x="428625" y="2096327"/>
            <a:ext cx="1200150" cy="1025271"/>
          </a:xfrm>
        </p:spPr>
        <p:txBody>
          <a:bodyPr/>
          <a:lstStyle>
            <a:lvl1pPr algn="ctr">
              <a:spcAft>
                <a:spcPts val="225"/>
              </a:spcAft>
              <a:defRPr sz="9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450"/>
              </a:spcAf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lvl="0"/>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6" name="Timeline Marker 1">
            <a:extLst>
              <a:ext uri="{FF2B5EF4-FFF2-40B4-BE49-F238E27FC236}">
                <a16:creationId xmlns:a16="http://schemas.microsoft.com/office/drawing/2014/main" id="{B606C694-E3FF-C046-818C-2E3ADC91534A}"/>
              </a:ext>
            </a:extLst>
          </p:cNvPr>
          <p:cNvSpPr>
            <a:spLocks noGrp="1"/>
          </p:cNvSpPr>
          <p:nvPr>
            <p:ph type="body" sz="quarter" idx="21"/>
          </p:nvPr>
        </p:nvSpPr>
        <p:spPr>
          <a:xfrm>
            <a:off x="976883" y="1789062"/>
            <a:ext cx="103632" cy="103632"/>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22" name="Year Placeholder 2">
            <a:extLst>
              <a:ext uri="{FF2B5EF4-FFF2-40B4-BE49-F238E27FC236}">
                <a16:creationId xmlns:a16="http://schemas.microsoft.com/office/drawing/2014/main" id="{8B06E946-33B2-D446-99BC-4B170D763EF0}"/>
              </a:ext>
            </a:extLst>
          </p:cNvPr>
          <p:cNvSpPr>
            <a:spLocks noGrp="1"/>
          </p:cNvSpPr>
          <p:nvPr>
            <p:ph type="body" sz="quarter" idx="38" hasCustomPrompt="1"/>
          </p:nvPr>
        </p:nvSpPr>
        <p:spPr>
          <a:xfrm>
            <a:off x="1845831" y="1428235"/>
            <a:ext cx="1200150" cy="152033"/>
          </a:xfrm>
        </p:spPr>
        <p:txBody>
          <a:bodyPr/>
          <a:lstStyle>
            <a:lvl1pPr algn="ctr">
              <a:spcAft>
                <a:spcPts val="450"/>
              </a:spcAft>
              <a:defRPr sz="900" b="1"/>
            </a:lvl1pPr>
            <a:lvl2pPr algn="ctr">
              <a:defRPr sz="1050" b="0"/>
            </a:lvl2pPr>
            <a:lvl3pPr algn="ctr">
              <a:defRPr sz="1050"/>
            </a:lvl3pPr>
            <a:lvl4pPr algn="ctr">
              <a:buNone/>
              <a:defRPr sz="1050"/>
            </a:lvl4pPr>
            <a:lvl5pPr algn="ctr">
              <a:defRPr sz="1050"/>
            </a:lvl5pPr>
          </a:lstStyle>
          <a:p>
            <a:pPr lvl="0"/>
            <a:r>
              <a:rPr lang="en-US"/>
              <a:t>YEAR</a:t>
            </a:r>
          </a:p>
        </p:txBody>
      </p:sp>
      <p:sp>
        <p:nvSpPr>
          <p:cNvPr id="34" name="Text Placeholder 2">
            <a:extLst>
              <a:ext uri="{FF2B5EF4-FFF2-40B4-BE49-F238E27FC236}">
                <a16:creationId xmlns:a16="http://schemas.microsoft.com/office/drawing/2014/main" id="{E20967DE-D35C-2E4E-B22F-9CC24E096D9C}"/>
              </a:ext>
            </a:extLst>
          </p:cNvPr>
          <p:cNvSpPr>
            <a:spLocks noGrp="1"/>
          </p:cNvSpPr>
          <p:nvPr>
            <p:ph type="body" sz="quarter" idx="22"/>
          </p:nvPr>
        </p:nvSpPr>
        <p:spPr>
          <a:xfrm>
            <a:off x="1844345" y="2096327"/>
            <a:ext cx="1200150" cy="1025271"/>
          </a:xfrm>
        </p:spPr>
        <p:txBody>
          <a:bodyPr/>
          <a:lstStyle>
            <a:lvl1pPr algn="ctr">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p:nvPr>
        </p:nvSpPr>
        <p:spPr>
          <a:xfrm>
            <a:off x="2391346" y="1785245"/>
            <a:ext cx="103632" cy="103632"/>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25" name="Year Placeholder 3">
            <a:extLst>
              <a:ext uri="{FF2B5EF4-FFF2-40B4-BE49-F238E27FC236}">
                <a16:creationId xmlns:a16="http://schemas.microsoft.com/office/drawing/2014/main" id="{6571EF36-00A9-E540-B705-DC5BE3453C89}"/>
              </a:ext>
            </a:extLst>
          </p:cNvPr>
          <p:cNvSpPr>
            <a:spLocks noGrp="1"/>
          </p:cNvSpPr>
          <p:nvPr>
            <p:ph type="body" sz="quarter" idx="39" hasCustomPrompt="1"/>
          </p:nvPr>
        </p:nvSpPr>
        <p:spPr>
          <a:xfrm>
            <a:off x="3259608" y="1428235"/>
            <a:ext cx="1200150" cy="152033"/>
          </a:xfrm>
        </p:spPr>
        <p:txBody>
          <a:bodyPr/>
          <a:lstStyle>
            <a:lvl1pPr algn="ctr">
              <a:spcAft>
                <a:spcPts val="450"/>
              </a:spcAft>
              <a:defRPr sz="900" b="1"/>
            </a:lvl1pPr>
            <a:lvl2pPr algn="ctr">
              <a:defRPr sz="1050" b="0"/>
            </a:lvl2pPr>
            <a:lvl3pPr algn="ctr">
              <a:defRPr sz="1050"/>
            </a:lvl3pPr>
            <a:lvl4pPr algn="ctr">
              <a:buNone/>
              <a:defRPr sz="1050"/>
            </a:lvl4pPr>
            <a:lvl5pPr algn="ctr">
              <a:defRPr sz="1050"/>
            </a:lvl5pPr>
          </a:lstStyle>
          <a:p>
            <a:pPr lvl="0"/>
            <a:r>
              <a:rPr lang="en-US"/>
              <a:t>YEAR</a:t>
            </a:r>
          </a:p>
        </p:txBody>
      </p:sp>
      <p:sp>
        <p:nvSpPr>
          <p:cNvPr id="35" name="Text Placeholder 3">
            <a:extLst>
              <a:ext uri="{FF2B5EF4-FFF2-40B4-BE49-F238E27FC236}">
                <a16:creationId xmlns:a16="http://schemas.microsoft.com/office/drawing/2014/main" id="{95007F0C-B32B-D645-9A1B-9318401F9516}"/>
              </a:ext>
            </a:extLst>
          </p:cNvPr>
          <p:cNvSpPr>
            <a:spLocks noGrp="1"/>
          </p:cNvSpPr>
          <p:nvPr>
            <p:ph type="body" sz="quarter" idx="25"/>
          </p:nvPr>
        </p:nvSpPr>
        <p:spPr>
          <a:xfrm>
            <a:off x="3260064" y="2096327"/>
            <a:ext cx="1200150" cy="1025271"/>
          </a:xfrm>
        </p:spPr>
        <p:txBody>
          <a:bodyPr/>
          <a:lstStyle>
            <a:lvl1pPr algn="ctr">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p:nvPr>
        </p:nvSpPr>
        <p:spPr>
          <a:xfrm>
            <a:off x="3805808" y="1785245"/>
            <a:ext cx="103632" cy="103632"/>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28" name="Year Placeholder 4">
            <a:extLst>
              <a:ext uri="{FF2B5EF4-FFF2-40B4-BE49-F238E27FC236}">
                <a16:creationId xmlns:a16="http://schemas.microsoft.com/office/drawing/2014/main" id="{B9456D09-08B4-4C4A-BB85-2E374DE11AB4}"/>
              </a:ext>
            </a:extLst>
          </p:cNvPr>
          <p:cNvSpPr>
            <a:spLocks noGrp="1"/>
          </p:cNvSpPr>
          <p:nvPr>
            <p:ph type="body" sz="quarter" idx="40" hasCustomPrompt="1"/>
          </p:nvPr>
        </p:nvSpPr>
        <p:spPr>
          <a:xfrm>
            <a:off x="4673385" y="1428235"/>
            <a:ext cx="1200150" cy="152033"/>
          </a:xfrm>
        </p:spPr>
        <p:txBody>
          <a:bodyPr/>
          <a:lstStyle>
            <a:lvl1pPr algn="ctr">
              <a:spcAft>
                <a:spcPts val="450"/>
              </a:spcAft>
              <a:defRPr sz="900" b="1"/>
            </a:lvl1pPr>
            <a:lvl2pPr algn="ctr">
              <a:defRPr sz="1050" b="0"/>
            </a:lvl2pPr>
            <a:lvl3pPr algn="ctr">
              <a:defRPr sz="1050"/>
            </a:lvl3pPr>
            <a:lvl4pPr algn="ctr">
              <a:buNone/>
              <a:defRPr sz="1050"/>
            </a:lvl4pPr>
            <a:lvl5pPr algn="ctr">
              <a:defRPr sz="1050"/>
            </a:lvl5pPr>
          </a:lstStyle>
          <a:p>
            <a:pPr lvl="0"/>
            <a:r>
              <a:rPr lang="en-US"/>
              <a:t>YEAR</a:t>
            </a:r>
          </a:p>
        </p:txBody>
      </p:sp>
      <p:sp>
        <p:nvSpPr>
          <p:cNvPr id="36" name="Text Placeholder 4">
            <a:extLst>
              <a:ext uri="{FF2B5EF4-FFF2-40B4-BE49-F238E27FC236}">
                <a16:creationId xmlns:a16="http://schemas.microsoft.com/office/drawing/2014/main" id="{91FE7A97-0C78-0B44-9A87-A46B0C9D5C27}"/>
              </a:ext>
            </a:extLst>
          </p:cNvPr>
          <p:cNvSpPr>
            <a:spLocks noGrp="1"/>
          </p:cNvSpPr>
          <p:nvPr>
            <p:ph type="body" sz="quarter" idx="28"/>
          </p:nvPr>
        </p:nvSpPr>
        <p:spPr>
          <a:xfrm>
            <a:off x="4675784" y="2096327"/>
            <a:ext cx="1200150" cy="1025271"/>
          </a:xfrm>
        </p:spPr>
        <p:txBody>
          <a:bodyPr/>
          <a:lstStyle>
            <a:lvl1pPr algn="ctr">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p:nvPr>
        </p:nvSpPr>
        <p:spPr>
          <a:xfrm>
            <a:off x="5220271" y="1785245"/>
            <a:ext cx="103632" cy="103632"/>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30" name="Year Placeholder 5">
            <a:extLst>
              <a:ext uri="{FF2B5EF4-FFF2-40B4-BE49-F238E27FC236}">
                <a16:creationId xmlns:a16="http://schemas.microsoft.com/office/drawing/2014/main" id="{5F77A625-1EFF-6248-81FF-1508578B3E80}"/>
              </a:ext>
            </a:extLst>
          </p:cNvPr>
          <p:cNvSpPr>
            <a:spLocks noGrp="1"/>
          </p:cNvSpPr>
          <p:nvPr>
            <p:ph type="body" sz="quarter" idx="41" hasCustomPrompt="1"/>
          </p:nvPr>
        </p:nvSpPr>
        <p:spPr>
          <a:xfrm>
            <a:off x="6087162" y="1428235"/>
            <a:ext cx="1200150" cy="152033"/>
          </a:xfrm>
        </p:spPr>
        <p:txBody>
          <a:bodyPr/>
          <a:lstStyle>
            <a:lvl1pPr algn="ctr">
              <a:spcAft>
                <a:spcPts val="450"/>
              </a:spcAft>
              <a:defRPr sz="900" b="1"/>
            </a:lvl1pPr>
            <a:lvl2pPr algn="ctr">
              <a:defRPr sz="1050" b="0"/>
            </a:lvl2pPr>
            <a:lvl3pPr algn="ctr">
              <a:defRPr sz="1050"/>
            </a:lvl3pPr>
            <a:lvl4pPr algn="ctr">
              <a:buNone/>
              <a:defRPr sz="1050"/>
            </a:lvl4pPr>
            <a:lvl5pPr algn="ctr">
              <a:defRPr sz="1050"/>
            </a:lvl5pPr>
          </a:lstStyle>
          <a:p>
            <a:pPr lvl="0"/>
            <a:r>
              <a:rPr lang="en-US"/>
              <a:t>YEAR</a:t>
            </a:r>
          </a:p>
        </p:txBody>
      </p:sp>
      <p:sp>
        <p:nvSpPr>
          <p:cNvPr id="37" name="Text Placeholder 5">
            <a:extLst>
              <a:ext uri="{FF2B5EF4-FFF2-40B4-BE49-F238E27FC236}">
                <a16:creationId xmlns:a16="http://schemas.microsoft.com/office/drawing/2014/main" id="{430EA9FC-D641-7742-94E2-681058A347BC}"/>
              </a:ext>
            </a:extLst>
          </p:cNvPr>
          <p:cNvSpPr>
            <a:spLocks noGrp="1"/>
          </p:cNvSpPr>
          <p:nvPr>
            <p:ph type="body" sz="quarter" idx="31"/>
          </p:nvPr>
        </p:nvSpPr>
        <p:spPr>
          <a:xfrm>
            <a:off x="6091503" y="2096327"/>
            <a:ext cx="1200150" cy="1025271"/>
          </a:xfrm>
        </p:spPr>
        <p:txBody>
          <a:bodyPr/>
          <a:lstStyle>
            <a:lvl1pPr algn="ctr">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6" name="Timeline Marker 5">
            <a:extLst>
              <a:ext uri="{FF2B5EF4-FFF2-40B4-BE49-F238E27FC236}">
                <a16:creationId xmlns:a16="http://schemas.microsoft.com/office/drawing/2014/main" id="{C085402B-43AC-C542-B2D5-F3490F888A43}"/>
              </a:ext>
            </a:extLst>
          </p:cNvPr>
          <p:cNvSpPr>
            <a:spLocks noGrp="1"/>
          </p:cNvSpPr>
          <p:nvPr>
            <p:ph type="body" sz="quarter" idx="33"/>
          </p:nvPr>
        </p:nvSpPr>
        <p:spPr>
          <a:xfrm>
            <a:off x="6634733" y="1785245"/>
            <a:ext cx="103632" cy="103632"/>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31" name="Year Placeholder 6">
            <a:extLst>
              <a:ext uri="{FF2B5EF4-FFF2-40B4-BE49-F238E27FC236}">
                <a16:creationId xmlns:a16="http://schemas.microsoft.com/office/drawing/2014/main" id="{CD4A8A5F-4544-6446-8C04-349C3DDBD9FF}"/>
              </a:ext>
            </a:extLst>
          </p:cNvPr>
          <p:cNvSpPr>
            <a:spLocks noGrp="1"/>
          </p:cNvSpPr>
          <p:nvPr>
            <p:ph type="body" sz="quarter" idx="42" hasCustomPrompt="1"/>
          </p:nvPr>
        </p:nvSpPr>
        <p:spPr>
          <a:xfrm>
            <a:off x="7500938" y="1428235"/>
            <a:ext cx="1200150" cy="152033"/>
          </a:xfrm>
        </p:spPr>
        <p:txBody>
          <a:bodyPr/>
          <a:lstStyle>
            <a:lvl1pPr algn="ctr">
              <a:spcAft>
                <a:spcPts val="450"/>
              </a:spcAft>
              <a:defRPr sz="900" b="1"/>
            </a:lvl1pPr>
            <a:lvl2pPr algn="ctr">
              <a:defRPr sz="1050" b="0"/>
            </a:lvl2pPr>
            <a:lvl3pPr algn="ctr">
              <a:defRPr sz="1050"/>
            </a:lvl3pPr>
            <a:lvl4pPr algn="ctr">
              <a:buNone/>
              <a:defRPr sz="1050"/>
            </a:lvl4pPr>
            <a:lvl5pPr algn="ctr">
              <a:defRPr sz="1050"/>
            </a:lvl5pPr>
          </a:lstStyle>
          <a:p>
            <a:pPr lvl="0"/>
            <a:r>
              <a:rPr lang="en-US"/>
              <a:t>YEAR</a:t>
            </a:r>
          </a:p>
        </p:txBody>
      </p:sp>
      <p:sp>
        <p:nvSpPr>
          <p:cNvPr id="38" name="Text Placeholder 6">
            <a:extLst>
              <a:ext uri="{FF2B5EF4-FFF2-40B4-BE49-F238E27FC236}">
                <a16:creationId xmlns:a16="http://schemas.microsoft.com/office/drawing/2014/main" id="{61E35B4A-79D8-4449-953B-34ECB91B23E7}"/>
              </a:ext>
            </a:extLst>
          </p:cNvPr>
          <p:cNvSpPr>
            <a:spLocks noGrp="1"/>
          </p:cNvSpPr>
          <p:nvPr>
            <p:ph type="body" sz="quarter" idx="34"/>
          </p:nvPr>
        </p:nvSpPr>
        <p:spPr>
          <a:xfrm>
            <a:off x="7507224" y="2096327"/>
            <a:ext cx="1200150" cy="1025271"/>
          </a:xfrm>
        </p:spPr>
        <p:txBody>
          <a:bodyPr/>
          <a:lstStyle>
            <a:lvl1pPr algn="ctr">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9" name="Timeline Marker 6">
            <a:extLst>
              <a:ext uri="{FF2B5EF4-FFF2-40B4-BE49-F238E27FC236}">
                <a16:creationId xmlns:a16="http://schemas.microsoft.com/office/drawing/2014/main" id="{E9E7172C-ECD9-2447-B6B4-B7EE38681E52}"/>
              </a:ext>
            </a:extLst>
          </p:cNvPr>
          <p:cNvSpPr>
            <a:spLocks noGrp="1"/>
          </p:cNvSpPr>
          <p:nvPr>
            <p:ph type="body" sz="quarter" idx="36"/>
          </p:nvPr>
        </p:nvSpPr>
        <p:spPr>
          <a:xfrm>
            <a:off x="8049197" y="1783900"/>
            <a:ext cx="103632" cy="103632"/>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27" name="Summary Placeholder">
            <a:extLst>
              <a:ext uri="{FF2B5EF4-FFF2-40B4-BE49-F238E27FC236}">
                <a16:creationId xmlns:a16="http://schemas.microsoft.com/office/drawing/2014/main" id="{6E6B6E87-7DF4-1440-8C80-F343F8D1867D}"/>
              </a:ext>
            </a:extLst>
          </p:cNvPr>
          <p:cNvSpPr>
            <a:spLocks noGrp="1"/>
          </p:cNvSpPr>
          <p:nvPr>
            <p:ph type="body" sz="quarter" idx="18"/>
          </p:nvPr>
        </p:nvSpPr>
        <p:spPr>
          <a:xfrm>
            <a:off x="1814513" y="3381595"/>
            <a:ext cx="5514975" cy="1133255"/>
          </a:xfrm>
        </p:spPr>
        <p:txBody>
          <a:bodyPr anchor="ctr" anchorCtr="0"/>
          <a:lstStyle>
            <a:lvl1pPr algn="ctr">
              <a:spcAft>
                <a:spcPts val="450"/>
              </a:spcAft>
              <a:defRPr sz="1650" b="0" i="0">
                <a:latin typeface="FedEx Sans" panose="020B0603020203020204" pitchFamily="34" charset="0"/>
                <a:ea typeface="FedEx Sans" panose="020B0603020203020204" pitchFamily="34" charset="0"/>
                <a:cs typeface="FedEx Sans" panose="020B0603020203020204" pitchFamily="34" charset="0"/>
              </a:defRPr>
            </a:lvl1pPr>
            <a:lvl2pPr algn="ctr">
              <a:defRPr/>
            </a:lvl2pPr>
            <a:lvl3pPr algn="ctr">
              <a:defRPr sz="1350"/>
            </a:lvl3pPr>
          </a:lstStyle>
          <a:p>
            <a:pPr lvl="0"/>
            <a:r>
              <a:rPr lang="en-US"/>
              <a:t>Click to edit Master text styles</a:t>
            </a:r>
          </a:p>
          <a:p>
            <a:pPr lvl="1"/>
            <a:r>
              <a:rPr lang="en-US"/>
              <a:t>Second level</a:t>
            </a:r>
          </a:p>
        </p:txBody>
      </p:sp>
      <p:sp>
        <p:nvSpPr>
          <p:cNvPr id="3" name="Footer Placeholder 2">
            <a:extLst>
              <a:ext uri="{FF2B5EF4-FFF2-40B4-BE49-F238E27FC236}">
                <a16:creationId xmlns:a16="http://schemas.microsoft.com/office/drawing/2014/main" id="{A7E3EA88-A988-254C-9E57-B23D2E25CE85}"/>
              </a:ext>
            </a:extLst>
          </p:cNvPr>
          <p:cNvSpPr>
            <a:spLocks noGrp="1"/>
          </p:cNvSpPr>
          <p:nvPr>
            <p:ph type="ftr" sz="quarter" idx="4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5" name="Slide Number Placeholder 4">
            <a:extLst>
              <a:ext uri="{FF2B5EF4-FFF2-40B4-BE49-F238E27FC236}">
                <a16:creationId xmlns:a16="http://schemas.microsoft.com/office/drawing/2014/main" id="{86FEC6AF-B57C-E446-9141-6D6957FB9645}"/>
              </a:ext>
            </a:extLst>
          </p:cNvPr>
          <p:cNvSpPr>
            <a:spLocks noGrp="1"/>
          </p:cNvSpPr>
          <p:nvPr>
            <p:ph type="sldNum" sz="quarter" idx="44"/>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777136983"/>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meline w. Icons">
    <p:spTree>
      <p:nvGrpSpPr>
        <p:cNvPr id="1" name=""/>
        <p:cNvGrpSpPr/>
        <p:nvPr/>
      </p:nvGrpSpPr>
      <p:grpSpPr>
        <a:xfrm>
          <a:off x="0" y="0"/>
          <a:ext cx="0" cy="0"/>
          <a:chOff x="0" y="0"/>
          <a:chExt cx="0" cy="0"/>
        </a:xfrm>
      </p:grpSpPr>
      <p:sp>
        <p:nvSpPr>
          <p:cNvPr id="4" name="Timeline">
            <a:extLst>
              <a:ext uri="{FF2B5EF4-FFF2-40B4-BE49-F238E27FC236}">
                <a16:creationId xmlns:a16="http://schemas.microsoft.com/office/drawing/2014/main" id="{7500246C-CB5D-AC41-97E8-50D6BA49425E}"/>
              </a:ext>
            </a:extLst>
          </p:cNvPr>
          <p:cNvSpPr>
            <a:spLocks noGrp="1"/>
          </p:cNvSpPr>
          <p:nvPr>
            <p:ph type="body" sz="quarter" idx="20"/>
          </p:nvPr>
        </p:nvSpPr>
        <p:spPr>
          <a:xfrm>
            <a:off x="428626" y="2285732"/>
            <a:ext cx="8286750" cy="20574"/>
          </a:xfrm>
          <a:solidFill>
            <a:schemeClr val="tx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428625" y="428626"/>
            <a:ext cx="6886575" cy="452628"/>
          </a:xfrm>
        </p:spPr>
        <p:txBody>
          <a:bodyPr/>
          <a:lstStyle/>
          <a:p>
            <a:r>
              <a:rPr lang="en-US"/>
              <a:t>Click to edit Master title style</a:t>
            </a:r>
          </a:p>
        </p:txBody>
      </p:sp>
      <p:sp>
        <p:nvSpPr>
          <p:cNvPr id="9" name="Text Placeholder 1">
            <a:extLst>
              <a:ext uri="{FF2B5EF4-FFF2-40B4-BE49-F238E27FC236}">
                <a16:creationId xmlns:a16="http://schemas.microsoft.com/office/drawing/2014/main" id="{217AF697-F688-A94F-BDE4-3ABB6ECE1AA9}"/>
              </a:ext>
            </a:extLst>
          </p:cNvPr>
          <p:cNvSpPr>
            <a:spLocks noGrp="1"/>
          </p:cNvSpPr>
          <p:nvPr>
            <p:ph type="body" sz="quarter" idx="15"/>
          </p:nvPr>
        </p:nvSpPr>
        <p:spPr>
          <a:xfrm>
            <a:off x="428625" y="2581006"/>
            <a:ext cx="1200150" cy="1025271"/>
          </a:xfrm>
        </p:spPr>
        <p:txBody>
          <a:bodyPr/>
          <a:lstStyle>
            <a:lvl1pPr algn="ctr">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6" name="Timeline Marker 1">
            <a:extLst>
              <a:ext uri="{FF2B5EF4-FFF2-40B4-BE49-F238E27FC236}">
                <a16:creationId xmlns:a16="http://schemas.microsoft.com/office/drawing/2014/main" id="{B606C694-E3FF-C046-818C-2E3ADC91534A}"/>
              </a:ext>
            </a:extLst>
          </p:cNvPr>
          <p:cNvSpPr>
            <a:spLocks noGrp="1"/>
          </p:cNvSpPr>
          <p:nvPr>
            <p:ph type="body" sz="quarter" idx="21"/>
          </p:nvPr>
        </p:nvSpPr>
        <p:spPr>
          <a:xfrm>
            <a:off x="976884" y="2243090"/>
            <a:ext cx="103632" cy="103632"/>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13" name="Icon Placeholder 1">
            <a:extLst>
              <a:ext uri="{FF2B5EF4-FFF2-40B4-BE49-F238E27FC236}">
                <a16:creationId xmlns:a16="http://schemas.microsoft.com/office/drawing/2014/main" id="{BEBDBD93-5B7D-C348-A0B0-D59B7451CA8C}"/>
              </a:ext>
            </a:extLst>
          </p:cNvPr>
          <p:cNvSpPr>
            <a:spLocks noGrp="1"/>
          </p:cNvSpPr>
          <p:nvPr>
            <p:ph type="pic" sz="quarter" idx="19" hasCustomPrompt="1"/>
          </p:nvPr>
        </p:nvSpPr>
        <p:spPr>
          <a:xfrm>
            <a:off x="785241" y="1555926"/>
            <a:ext cx="486918" cy="486918"/>
          </a:xfrm>
        </p:spPr>
        <p:txBody>
          <a:bodyPr tIns="0" anchor="ctr" anchorCtr="0"/>
          <a:lstStyle>
            <a:lvl1pPr algn="ctr">
              <a:defRPr sz="600" b="0" i="0">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15" name="Text Placeholder 2">
            <a:extLst>
              <a:ext uri="{FF2B5EF4-FFF2-40B4-BE49-F238E27FC236}">
                <a16:creationId xmlns:a16="http://schemas.microsoft.com/office/drawing/2014/main" id="{495703B1-8B7E-7246-B832-793387C65CEB}"/>
              </a:ext>
            </a:extLst>
          </p:cNvPr>
          <p:cNvSpPr>
            <a:spLocks noGrp="1"/>
          </p:cNvSpPr>
          <p:nvPr>
            <p:ph type="body" sz="quarter" idx="22"/>
          </p:nvPr>
        </p:nvSpPr>
        <p:spPr>
          <a:xfrm>
            <a:off x="1844345" y="2581006"/>
            <a:ext cx="1200150" cy="1025271"/>
          </a:xfrm>
        </p:spPr>
        <p:txBody>
          <a:bodyPr/>
          <a:lstStyle>
            <a:lvl1pPr algn="ctr">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p:nvPr>
        </p:nvSpPr>
        <p:spPr>
          <a:xfrm>
            <a:off x="2392604" y="2243090"/>
            <a:ext cx="103632" cy="103632"/>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16" name="Icon Placeholder 2">
            <a:extLst>
              <a:ext uri="{FF2B5EF4-FFF2-40B4-BE49-F238E27FC236}">
                <a16:creationId xmlns:a16="http://schemas.microsoft.com/office/drawing/2014/main" id="{F2E6A368-E249-A54D-B159-22936BA5F19D}"/>
              </a:ext>
            </a:extLst>
          </p:cNvPr>
          <p:cNvSpPr>
            <a:spLocks noGrp="1"/>
          </p:cNvSpPr>
          <p:nvPr>
            <p:ph type="pic" sz="quarter" idx="23" hasCustomPrompt="1"/>
          </p:nvPr>
        </p:nvSpPr>
        <p:spPr>
          <a:xfrm>
            <a:off x="2198942" y="1555926"/>
            <a:ext cx="486918" cy="486918"/>
          </a:xfrm>
        </p:spPr>
        <p:txBody>
          <a:bodyPr tIns="0" anchor="ctr" anchorCtr="0"/>
          <a:lstStyle>
            <a:lvl1pPr algn="ctr">
              <a:defRPr sz="600" b="0" i="0">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p:nvPr>
        </p:nvSpPr>
        <p:spPr>
          <a:xfrm>
            <a:off x="3808323" y="2244203"/>
            <a:ext cx="103632" cy="103632"/>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18" name="Text Placeholder 3">
            <a:extLst>
              <a:ext uri="{FF2B5EF4-FFF2-40B4-BE49-F238E27FC236}">
                <a16:creationId xmlns:a16="http://schemas.microsoft.com/office/drawing/2014/main" id="{6B65E987-A855-3241-9316-E12502A0D6BE}"/>
              </a:ext>
            </a:extLst>
          </p:cNvPr>
          <p:cNvSpPr>
            <a:spLocks noGrp="1"/>
          </p:cNvSpPr>
          <p:nvPr>
            <p:ph type="body" sz="quarter" idx="25"/>
          </p:nvPr>
        </p:nvSpPr>
        <p:spPr>
          <a:xfrm>
            <a:off x="3260064" y="2581006"/>
            <a:ext cx="1200150" cy="1025271"/>
          </a:xfrm>
        </p:spPr>
        <p:txBody>
          <a:bodyPr/>
          <a:lstStyle>
            <a:lvl1pPr algn="ctr">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19" name="Icon Placeholder 3">
            <a:extLst>
              <a:ext uri="{FF2B5EF4-FFF2-40B4-BE49-F238E27FC236}">
                <a16:creationId xmlns:a16="http://schemas.microsoft.com/office/drawing/2014/main" id="{176E0699-763B-7347-8E7D-937F394F39FD}"/>
              </a:ext>
            </a:extLst>
          </p:cNvPr>
          <p:cNvSpPr>
            <a:spLocks noGrp="1"/>
          </p:cNvSpPr>
          <p:nvPr>
            <p:ph type="pic" sz="quarter" idx="26" hasCustomPrompt="1"/>
          </p:nvPr>
        </p:nvSpPr>
        <p:spPr>
          <a:xfrm>
            <a:off x="3612642" y="1555926"/>
            <a:ext cx="486918" cy="486918"/>
          </a:xfrm>
        </p:spPr>
        <p:txBody>
          <a:bodyPr tIns="0" anchor="ctr" anchorCtr="0"/>
          <a:lstStyle>
            <a:lvl1pPr algn="ctr">
              <a:defRPr sz="600" b="0" i="0">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1" name="Text Placeholder 4">
            <a:extLst>
              <a:ext uri="{FF2B5EF4-FFF2-40B4-BE49-F238E27FC236}">
                <a16:creationId xmlns:a16="http://schemas.microsoft.com/office/drawing/2014/main" id="{7AE2B321-55B9-8E48-B803-14BDC07C734B}"/>
              </a:ext>
            </a:extLst>
          </p:cNvPr>
          <p:cNvSpPr>
            <a:spLocks noGrp="1"/>
          </p:cNvSpPr>
          <p:nvPr>
            <p:ph type="body" sz="quarter" idx="28"/>
          </p:nvPr>
        </p:nvSpPr>
        <p:spPr>
          <a:xfrm>
            <a:off x="4675784" y="2581006"/>
            <a:ext cx="1200150" cy="1025271"/>
          </a:xfrm>
        </p:spPr>
        <p:txBody>
          <a:bodyPr/>
          <a:lstStyle>
            <a:lvl1pPr algn="ctr">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p:nvPr>
        </p:nvSpPr>
        <p:spPr>
          <a:xfrm>
            <a:off x="5224043" y="2244203"/>
            <a:ext cx="103632" cy="103632"/>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22" name="Icon Placeholder 4">
            <a:extLst>
              <a:ext uri="{FF2B5EF4-FFF2-40B4-BE49-F238E27FC236}">
                <a16:creationId xmlns:a16="http://schemas.microsoft.com/office/drawing/2014/main" id="{9E90A145-47CA-FC4B-8427-53F175446A02}"/>
              </a:ext>
            </a:extLst>
          </p:cNvPr>
          <p:cNvSpPr>
            <a:spLocks noGrp="1"/>
          </p:cNvSpPr>
          <p:nvPr>
            <p:ph type="pic" sz="quarter" idx="29" hasCustomPrompt="1"/>
          </p:nvPr>
        </p:nvSpPr>
        <p:spPr>
          <a:xfrm>
            <a:off x="5026343" y="1555926"/>
            <a:ext cx="486918" cy="486918"/>
          </a:xfrm>
        </p:spPr>
        <p:txBody>
          <a:bodyPr tIns="0" anchor="ctr" anchorCtr="0"/>
          <a:lstStyle>
            <a:lvl1pPr algn="ctr">
              <a:defRPr sz="600" b="0" i="0">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4" name="Text Placeholder 5">
            <a:extLst>
              <a:ext uri="{FF2B5EF4-FFF2-40B4-BE49-F238E27FC236}">
                <a16:creationId xmlns:a16="http://schemas.microsoft.com/office/drawing/2014/main" id="{F18EBEE3-AA27-0E44-BE74-2937E15BF28B}"/>
              </a:ext>
            </a:extLst>
          </p:cNvPr>
          <p:cNvSpPr>
            <a:spLocks noGrp="1"/>
          </p:cNvSpPr>
          <p:nvPr>
            <p:ph type="body" sz="quarter" idx="31"/>
          </p:nvPr>
        </p:nvSpPr>
        <p:spPr>
          <a:xfrm>
            <a:off x="6091503" y="2581006"/>
            <a:ext cx="1200150" cy="1025271"/>
          </a:xfrm>
        </p:spPr>
        <p:txBody>
          <a:bodyPr/>
          <a:lstStyle>
            <a:lvl1pPr algn="ctr">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6" name="Timeline Marker 5">
            <a:extLst>
              <a:ext uri="{FF2B5EF4-FFF2-40B4-BE49-F238E27FC236}">
                <a16:creationId xmlns:a16="http://schemas.microsoft.com/office/drawing/2014/main" id="{C085402B-43AC-C542-B2D5-F3490F888A43}"/>
              </a:ext>
            </a:extLst>
          </p:cNvPr>
          <p:cNvSpPr>
            <a:spLocks noGrp="1"/>
          </p:cNvSpPr>
          <p:nvPr>
            <p:ph type="body" sz="quarter" idx="33"/>
          </p:nvPr>
        </p:nvSpPr>
        <p:spPr>
          <a:xfrm>
            <a:off x="6639762" y="2244203"/>
            <a:ext cx="103632" cy="103632"/>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25" name="Icon Placeholder 5">
            <a:extLst>
              <a:ext uri="{FF2B5EF4-FFF2-40B4-BE49-F238E27FC236}">
                <a16:creationId xmlns:a16="http://schemas.microsoft.com/office/drawing/2014/main" id="{3AD34911-5E2B-8C47-8C55-76297573A49A}"/>
              </a:ext>
            </a:extLst>
          </p:cNvPr>
          <p:cNvSpPr>
            <a:spLocks noGrp="1"/>
          </p:cNvSpPr>
          <p:nvPr>
            <p:ph type="pic" sz="quarter" idx="32" hasCustomPrompt="1"/>
          </p:nvPr>
        </p:nvSpPr>
        <p:spPr>
          <a:xfrm>
            <a:off x="6440043" y="1555926"/>
            <a:ext cx="486918" cy="486918"/>
          </a:xfrm>
        </p:spPr>
        <p:txBody>
          <a:bodyPr tIns="0" anchor="ctr" anchorCtr="0"/>
          <a:lstStyle>
            <a:lvl1pPr algn="ctr">
              <a:defRPr sz="600" b="0" i="0">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7" name="Text Placeholder 6">
            <a:extLst>
              <a:ext uri="{FF2B5EF4-FFF2-40B4-BE49-F238E27FC236}">
                <a16:creationId xmlns:a16="http://schemas.microsoft.com/office/drawing/2014/main" id="{6C70B35E-8C25-8F4F-882A-7B3EC0A36EFA}"/>
              </a:ext>
            </a:extLst>
          </p:cNvPr>
          <p:cNvSpPr>
            <a:spLocks noGrp="1"/>
          </p:cNvSpPr>
          <p:nvPr>
            <p:ph type="body" sz="quarter" idx="34"/>
          </p:nvPr>
        </p:nvSpPr>
        <p:spPr>
          <a:xfrm>
            <a:off x="7507224" y="2581006"/>
            <a:ext cx="1200150" cy="1025271"/>
          </a:xfrm>
        </p:spPr>
        <p:txBody>
          <a:bodyPr/>
          <a:lstStyle>
            <a:lvl1pPr algn="ctr">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9" name="Timeline Marker 6">
            <a:extLst>
              <a:ext uri="{FF2B5EF4-FFF2-40B4-BE49-F238E27FC236}">
                <a16:creationId xmlns:a16="http://schemas.microsoft.com/office/drawing/2014/main" id="{E9E7172C-ECD9-2447-B6B4-B7EE38681E52}"/>
              </a:ext>
            </a:extLst>
          </p:cNvPr>
          <p:cNvSpPr>
            <a:spLocks noGrp="1"/>
          </p:cNvSpPr>
          <p:nvPr>
            <p:ph type="body" sz="quarter" idx="36"/>
          </p:nvPr>
        </p:nvSpPr>
        <p:spPr>
          <a:xfrm>
            <a:off x="8045387" y="2244203"/>
            <a:ext cx="103632" cy="103632"/>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28" name="Icon Placeholder 6">
            <a:extLst>
              <a:ext uri="{FF2B5EF4-FFF2-40B4-BE49-F238E27FC236}">
                <a16:creationId xmlns:a16="http://schemas.microsoft.com/office/drawing/2014/main" id="{15783B2A-98F2-D446-A8A3-3ACA854465FD}"/>
              </a:ext>
            </a:extLst>
          </p:cNvPr>
          <p:cNvSpPr>
            <a:spLocks noGrp="1"/>
          </p:cNvSpPr>
          <p:nvPr>
            <p:ph type="pic" sz="quarter" idx="35" hasCustomPrompt="1"/>
          </p:nvPr>
        </p:nvSpPr>
        <p:spPr>
          <a:xfrm>
            <a:off x="7853744" y="1555926"/>
            <a:ext cx="486918" cy="486918"/>
          </a:xfrm>
        </p:spPr>
        <p:txBody>
          <a:bodyPr tIns="0" anchor="ctr" anchorCtr="0"/>
          <a:lstStyle>
            <a:lvl1pPr algn="ctr">
              <a:defRPr sz="600" b="0" i="0">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 name="Footer Placeholder 2">
            <a:extLst>
              <a:ext uri="{FF2B5EF4-FFF2-40B4-BE49-F238E27FC236}">
                <a16:creationId xmlns:a16="http://schemas.microsoft.com/office/drawing/2014/main" id="{8D1FBC47-43A1-E341-970E-37E91F852C9B}"/>
              </a:ext>
            </a:extLst>
          </p:cNvPr>
          <p:cNvSpPr>
            <a:spLocks noGrp="1"/>
          </p:cNvSpPr>
          <p:nvPr>
            <p:ph type="ftr" sz="quarter" idx="3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5" name="Slide Number Placeholder 4">
            <a:extLst>
              <a:ext uri="{FF2B5EF4-FFF2-40B4-BE49-F238E27FC236}">
                <a16:creationId xmlns:a16="http://schemas.microsoft.com/office/drawing/2014/main" id="{40280525-FC19-774C-BEEE-5E6A2718FCE4}"/>
              </a:ext>
            </a:extLst>
          </p:cNvPr>
          <p:cNvSpPr>
            <a:spLocks noGrp="1"/>
          </p:cNvSpPr>
          <p:nvPr>
            <p:ph type="sldNum" sz="quarter" idx="38"/>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320824634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meline (purple bkg.)">
    <p:bg>
      <p:bgRef idx="1001">
        <a:schemeClr val="bg2"/>
      </p:bgRef>
    </p:bg>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128713" y="428626"/>
            <a:ext cx="6886575" cy="452628"/>
          </a:xfrm>
        </p:spPr>
        <p:txBody>
          <a:bodyPr/>
          <a:lstStyle>
            <a:lvl1pPr algn="ctr">
              <a:defRPr>
                <a:solidFill>
                  <a:schemeClr val="tx1"/>
                </a:solidFill>
              </a:defRPr>
            </a:lvl1pPr>
          </a:lstStyle>
          <a:p>
            <a:r>
              <a:rPr lang="en-US"/>
              <a:t>Click to edit Master title style</a:t>
            </a:r>
          </a:p>
        </p:txBody>
      </p:sp>
      <p:sp>
        <p:nvSpPr>
          <p:cNvPr id="30" name="Text Placeholder Call-out">
            <a:extLst>
              <a:ext uri="{FF2B5EF4-FFF2-40B4-BE49-F238E27FC236}">
                <a16:creationId xmlns:a16="http://schemas.microsoft.com/office/drawing/2014/main" id="{91C44756-1FE7-0D4F-A23F-AD1E82D7EEF5}"/>
              </a:ext>
            </a:extLst>
          </p:cNvPr>
          <p:cNvSpPr>
            <a:spLocks noGrp="1"/>
          </p:cNvSpPr>
          <p:nvPr>
            <p:ph type="body" sz="quarter" idx="38"/>
          </p:nvPr>
        </p:nvSpPr>
        <p:spPr>
          <a:xfrm>
            <a:off x="6705320" y="1181298"/>
            <a:ext cx="1249961" cy="968988"/>
          </a:xfrm>
          <a:custGeom>
            <a:avLst/>
            <a:gdLst>
              <a:gd name="connsiteX0" fmla="*/ 0 w 1793875"/>
              <a:gd name="connsiteY0" fmla="*/ 0 h 1291984"/>
              <a:gd name="connsiteX1" fmla="*/ 1793875 w 1793875"/>
              <a:gd name="connsiteY1" fmla="*/ 0 h 1291984"/>
              <a:gd name="connsiteX2" fmla="*/ 1793875 w 1793875"/>
              <a:gd name="connsiteY2" fmla="*/ 1225782 h 1291984"/>
              <a:gd name="connsiteX3" fmla="*/ 935334 w 1793875"/>
              <a:gd name="connsiteY3" fmla="*/ 1225782 h 1291984"/>
              <a:gd name="connsiteX4" fmla="*/ 896937 w 1793875"/>
              <a:gd name="connsiteY4" fmla="*/ 1291984 h 1291984"/>
              <a:gd name="connsiteX5" fmla="*/ 858540 w 1793875"/>
              <a:gd name="connsiteY5" fmla="*/ 1225782 h 1291984"/>
              <a:gd name="connsiteX6" fmla="*/ 0 w 1793875"/>
              <a:gd name="connsiteY6" fmla="*/ 1225782 h 129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3875" h="1291984">
                <a:moveTo>
                  <a:pt x="0" y="0"/>
                </a:moveTo>
                <a:lnTo>
                  <a:pt x="1793875" y="0"/>
                </a:lnTo>
                <a:lnTo>
                  <a:pt x="1793875" y="1225782"/>
                </a:lnTo>
                <a:lnTo>
                  <a:pt x="935334" y="1225782"/>
                </a:lnTo>
                <a:lnTo>
                  <a:pt x="896937" y="1291984"/>
                </a:lnTo>
                <a:lnTo>
                  <a:pt x="858540" y="1225782"/>
                </a:lnTo>
                <a:lnTo>
                  <a:pt x="0" y="1225782"/>
                </a:lnTo>
                <a:close/>
              </a:path>
            </a:pathLst>
          </a:custGeom>
          <a:solidFill>
            <a:schemeClr val="tx1"/>
          </a:solidFill>
        </p:spPr>
        <p:txBody>
          <a:bodyPr wrap="square" lIns="91440" tIns="91440" rIns="91440" bIns="91440" anchor="ctr" anchorCtr="0">
            <a:noAutofit/>
          </a:bodyPr>
          <a:lstStyle>
            <a:lvl1pPr algn="ctr">
              <a:defRPr sz="750" b="0" i="0">
                <a:solidFill>
                  <a:schemeClr val="bg2"/>
                </a:solidFill>
                <a:latin typeface="FedEx Sans Medium" panose="020B0603020203020204" pitchFamily="34" charset="0"/>
                <a:ea typeface="FedEx Sans Medium" panose="020B0603020203020204" pitchFamily="34" charset="0"/>
                <a:cs typeface="FedEx Sans Medium" panose="020B0603020203020204" pitchFamily="34" charset="0"/>
              </a:defRPr>
            </a:lvl1pPr>
          </a:lstStyle>
          <a:p>
            <a:pPr lvl="0"/>
            <a:r>
              <a:rPr lang="en-US"/>
              <a:t>Click to edit Master text styles</a:t>
            </a:r>
          </a:p>
        </p:txBody>
      </p:sp>
      <p:sp>
        <p:nvSpPr>
          <p:cNvPr id="21" name="Summary Placeholder">
            <a:extLst>
              <a:ext uri="{FF2B5EF4-FFF2-40B4-BE49-F238E27FC236}">
                <a16:creationId xmlns:a16="http://schemas.microsoft.com/office/drawing/2014/main" id="{0FFFAF39-E9CC-C44F-B967-A71FF7D19F59}"/>
              </a:ext>
            </a:extLst>
          </p:cNvPr>
          <p:cNvSpPr>
            <a:spLocks noGrp="1"/>
          </p:cNvSpPr>
          <p:nvPr>
            <p:ph type="body" sz="quarter" idx="18"/>
          </p:nvPr>
        </p:nvSpPr>
        <p:spPr>
          <a:xfrm>
            <a:off x="1814513" y="3629218"/>
            <a:ext cx="5514975" cy="885632"/>
          </a:xfrm>
        </p:spPr>
        <p:txBody>
          <a:bodyPr anchor="ctr" anchorCtr="0"/>
          <a:lstStyle>
            <a:lvl1pPr algn="ctr">
              <a:spcAft>
                <a:spcPts val="450"/>
              </a:spcAft>
              <a:defRPr sz="1650" b="0" i="0">
                <a:latin typeface="FedEx Sans" panose="020B0603020203020204" pitchFamily="34" charset="0"/>
                <a:ea typeface="FedEx Sans" panose="020B0603020203020204" pitchFamily="34" charset="0"/>
                <a:cs typeface="FedEx Sans" panose="020B0603020203020204" pitchFamily="34" charset="0"/>
              </a:defRPr>
            </a:lvl1pPr>
            <a:lvl3pPr algn="ctr">
              <a:defRPr sz="1350"/>
            </a:lvl3pPr>
          </a:lstStyle>
          <a:p>
            <a:pPr lvl="0"/>
            <a:r>
              <a:rPr lang="en-US"/>
              <a:t>Click to edit Master text styles</a:t>
            </a:r>
          </a:p>
          <a:p>
            <a:pPr lvl="2"/>
            <a:r>
              <a:rPr lang="en-US"/>
              <a:t>Second level</a:t>
            </a:r>
          </a:p>
        </p:txBody>
      </p:sp>
      <p:sp>
        <p:nvSpPr>
          <p:cNvPr id="38" name="Timeline">
            <a:extLst>
              <a:ext uri="{FF2B5EF4-FFF2-40B4-BE49-F238E27FC236}">
                <a16:creationId xmlns:a16="http://schemas.microsoft.com/office/drawing/2014/main" id="{D0C35FBB-984E-3D40-99ED-A261988F217A}"/>
              </a:ext>
            </a:extLst>
          </p:cNvPr>
          <p:cNvSpPr>
            <a:spLocks noGrp="1"/>
          </p:cNvSpPr>
          <p:nvPr>
            <p:ph type="body" sz="quarter" idx="20"/>
          </p:nvPr>
        </p:nvSpPr>
        <p:spPr>
          <a:xfrm>
            <a:off x="428626" y="2285732"/>
            <a:ext cx="8286750" cy="20574"/>
          </a:xfrm>
          <a:solidFill>
            <a:schemeClr val="tx1"/>
          </a:solidFill>
        </p:spPr>
        <p:txBody>
          <a:bodyPr/>
          <a:lstStyle>
            <a:lvl1pPr>
              <a:defRPr sz="100">
                <a:solidFill>
                  <a:schemeClr val="tx1"/>
                </a:solidFill>
              </a:defRPr>
            </a:lvl1pPr>
            <a:lvl2pPr>
              <a:defRPr sz="100">
                <a:solidFill>
                  <a:schemeClr val="tx1"/>
                </a:solidFill>
              </a:defRPr>
            </a:lvl2pPr>
            <a:lvl3pPr>
              <a:defRPr sz="100">
                <a:solidFill>
                  <a:schemeClr val="tx1"/>
                </a:solidFill>
              </a:defRPr>
            </a:lvl3pPr>
            <a:lvl4pPr>
              <a:defRPr sz="100">
                <a:solidFill>
                  <a:schemeClr val="tx1"/>
                </a:solidFill>
              </a:defRPr>
            </a:lvl4pPr>
            <a:lvl5pPr>
              <a:defRPr sz="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 Placeholder 1">
            <a:extLst>
              <a:ext uri="{FF2B5EF4-FFF2-40B4-BE49-F238E27FC236}">
                <a16:creationId xmlns:a16="http://schemas.microsoft.com/office/drawing/2014/main" id="{018D6D45-AC0C-4740-89C3-55B7FBDA9084}"/>
              </a:ext>
            </a:extLst>
          </p:cNvPr>
          <p:cNvSpPr>
            <a:spLocks noGrp="1"/>
          </p:cNvSpPr>
          <p:nvPr>
            <p:ph type="body" sz="quarter" idx="15"/>
          </p:nvPr>
        </p:nvSpPr>
        <p:spPr>
          <a:xfrm>
            <a:off x="428625" y="2581006"/>
            <a:ext cx="1200150" cy="1025271"/>
          </a:xfrm>
        </p:spPr>
        <p:txBody>
          <a:bodyPr/>
          <a:lstStyle>
            <a:lvl1pPr algn="ctr">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40" name="Timeline Marker 1">
            <a:extLst>
              <a:ext uri="{FF2B5EF4-FFF2-40B4-BE49-F238E27FC236}">
                <a16:creationId xmlns:a16="http://schemas.microsoft.com/office/drawing/2014/main" id="{7A276C5C-77C3-B543-ACF4-BE630F7ED32B}"/>
              </a:ext>
            </a:extLst>
          </p:cNvPr>
          <p:cNvSpPr>
            <a:spLocks noGrp="1"/>
          </p:cNvSpPr>
          <p:nvPr>
            <p:ph type="body" sz="quarter" idx="21"/>
          </p:nvPr>
        </p:nvSpPr>
        <p:spPr>
          <a:xfrm>
            <a:off x="976884" y="2243090"/>
            <a:ext cx="103632" cy="103632"/>
          </a:xfrm>
          <a:prstGeom prst="ellipse">
            <a:avLst/>
          </a:prstGeom>
          <a:solidFill>
            <a:schemeClr val="tx1"/>
          </a:solidFill>
        </p:spPr>
        <p:txBody>
          <a:bodyPr/>
          <a:lstStyle>
            <a:lvl1pPr>
              <a:defRPr sz="100">
                <a:solidFill>
                  <a:schemeClr val="tx1"/>
                </a:solidFill>
              </a:defRPr>
            </a:lvl1pPr>
            <a:lvl2pPr>
              <a:defRPr sz="100"/>
            </a:lvl2pPr>
            <a:lvl3pPr>
              <a:defRPr sz="100"/>
            </a:lvl3pPr>
            <a:lvl4pPr>
              <a:defRPr sz="100"/>
            </a:lvl4pPr>
            <a:lvl5pPr>
              <a:defRPr sz="100"/>
            </a:lvl5pPr>
          </a:lstStyle>
          <a:p>
            <a:pPr lvl="0"/>
            <a:r>
              <a:rPr lang="en-US"/>
              <a:t>Click to edit Master text styles</a:t>
            </a:r>
          </a:p>
        </p:txBody>
      </p:sp>
      <p:sp>
        <p:nvSpPr>
          <p:cNvPr id="41" name="Text Placeholder 2">
            <a:extLst>
              <a:ext uri="{FF2B5EF4-FFF2-40B4-BE49-F238E27FC236}">
                <a16:creationId xmlns:a16="http://schemas.microsoft.com/office/drawing/2014/main" id="{D3EAC63E-5159-984D-AD83-26F6F87B1250}"/>
              </a:ext>
            </a:extLst>
          </p:cNvPr>
          <p:cNvSpPr>
            <a:spLocks noGrp="1"/>
          </p:cNvSpPr>
          <p:nvPr>
            <p:ph type="body" sz="quarter" idx="22"/>
          </p:nvPr>
        </p:nvSpPr>
        <p:spPr>
          <a:xfrm>
            <a:off x="1844345" y="2581006"/>
            <a:ext cx="1200150" cy="1025271"/>
          </a:xfrm>
        </p:spPr>
        <p:txBody>
          <a:bodyPr/>
          <a:lstStyle>
            <a:lvl1pPr algn="ctr">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42" name="Timeline Marker 2">
            <a:extLst>
              <a:ext uri="{FF2B5EF4-FFF2-40B4-BE49-F238E27FC236}">
                <a16:creationId xmlns:a16="http://schemas.microsoft.com/office/drawing/2014/main" id="{E2013CF2-B045-2A48-A0B0-99A2EE51CB66}"/>
              </a:ext>
            </a:extLst>
          </p:cNvPr>
          <p:cNvSpPr>
            <a:spLocks noGrp="1"/>
          </p:cNvSpPr>
          <p:nvPr>
            <p:ph type="body" sz="quarter" idx="24"/>
          </p:nvPr>
        </p:nvSpPr>
        <p:spPr>
          <a:xfrm>
            <a:off x="2392604" y="2243090"/>
            <a:ext cx="103632" cy="103632"/>
          </a:xfrm>
          <a:prstGeom prst="ellipse">
            <a:avLst/>
          </a:prstGeom>
          <a:solidFill>
            <a:schemeClr val="tx1"/>
          </a:solidFill>
        </p:spPr>
        <p:txBody>
          <a:bodyPr/>
          <a:lstStyle>
            <a:lvl1pPr>
              <a:defRPr sz="100">
                <a:solidFill>
                  <a:schemeClr val="tx1"/>
                </a:solidFill>
              </a:defRPr>
            </a:lvl1pPr>
            <a:lvl2pPr>
              <a:defRPr sz="100"/>
            </a:lvl2pPr>
            <a:lvl3pPr>
              <a:defRPr sz="100"/>
            </a:lvl3pPr>
            <a:lvl4pPr>
              <a:defRPr sz="100"/>
            </a:lvl4pPr>
            <a:lvl5pPr>
              <a:defRPr sz="100"/>
            </a:lvl5pPr>
          </a:lstStyle>
          <a:p>
            <a:pPr lvl="0"/>
            <a:r>
              <a:rPr lang="en-US"/>
              <a:t>Click to edit Master text styles</a:t>
            </a:r>
          </a:p>
        </p:txBody>
      </p:sp>
      <p:sp>
        <p:nvSpPr>
          <p:cNvPr id="43" name="Timeline Marker 3">
            <a:extLst>
              <a:ext uri="{FF2B5EF4-FFF2-40B4-BE49-F238E27FC236}">
                <a16:creationId xmlns:a16="http://schemas.microsoft.com/office/drawing/2014/main" id="{30036F25-5BB4-4048-9C9B-7FBEF9358918}"/>
              </a:ext>
            </a:extLst>
          </p:cNvPr>
          <p:cNvSpPr>
            <a:spLocks noGrp="1"/>
          </p:cNvSpPr>
          <p:nvPr>
            <p:ph type="body" sz="quarter" idx="27"/>
          </p:nvPr>
        </p:nvSpPr>
        <p:spPr>
          <a:xfrm>
            <a:off x="3808323" y="2244203"/>
            <a:ext cx="103632" cy="103632"/>
          </a:xfrm>
          <a:prstGeom prst="ellipse">
            <a:avLst/>
          </a:prstGeom>
          <a:solidFill>
            <a:schemeClr val="tx1"/>
          </a:solidFill>
        </p:spPr>
        <p:txBody>
          <a:bodyPr/>
          <a:lstStyle>
            <a:lvl1pPr>
              <a:defRPr sz="100">
                <a:solidFill>
                  <a:schemeClr val="tx1"/>
                </a:solidFill>
              </a:defRPr>
            </a:lvl1pPr>
            <a:lvl2pPr>
              <a:defRPr sz="100"/>
            </a:lvl2pPr>
            <a:lvl3pPr>
              <a:defRPr sz="100"/>
            </a:lvl3pPr>
            <a:lvl4pPr>
              <a:defRPr sz="100"/>
            </a:lvl4pPr>
            <a:lvl5pPr>
              <a:defRPr sz="100"/>
            </a:lvl5pPr>
          </a:lstStyle>
          <a:p>
            <a:pPr lvl="0"/>
            <a:r>
              <a:rPr lang="en-US"/>
              <a:t>Click to edit Master text styles</a:t>
            </a:r>
          </a:p>
        </p:txBody>
      </p:sp>
      <p:sp>
        <p:nvSpPr>
          <p:cNvPr id="44" name="Text Placeholder 3">
            <a:extLst>
              <a:ext uri="{FF2B5EF4-FFF2-40B4-BE49-F238E27FC236}">
                <a16:creationId xmlns:a16="http://schemas.microsoft.com/office/drawing/2014/main" id="{685EBAE8-3E08-CB49-8AD1-DD8E23D2FDDC}"/>
              </a:ext>
            </a:extLst>
          </p:cNvPr>
          <p:cNvSpPr>
            <a:spLocks noGrp="1"/>
          </p:cNvSpPr>
          <p:nvPr>
            <p:ph type="body" sz="quarter" idx="25"/>
          </p:nvPr>
        </p:nvSpPr>
        <p:spPr>
          <a:xfrm>
            <a:off x="3260064" y="2581006"/>
            <a:ext cx="1200150" cy="1025271"/>
          </a:xfrm>
        </p:spPr>
        <p:txBody>
          <a:bodyPr/>
          <a:lstStyle>
            <a:lvl1pPr algn="ctr">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45" name="Text Placeholder 4">
            <a:extLst>
              <a:ext uri="{FF2B5EF4-FFF2-40B4-BE49-F238E27FC236}">
                <a16:creationId xmlns:a16="http://schemas.microsoft.com/office/drawing/2014/main" id="{52AF0720-873F-E84C-8C5F-AADCE5CBF01F}"/>
              </a:ext>
            </a:extLst>
          </p:cNvPr>
          <p:cNvSpPr>
            <a:spLocks noGrp="1"/>
          </p:cNvSpPr>
          <p:nvPr>
            <p:ph type="body" sz="quarter" idx="28"/>
          </p:nvPr>
        </p:nvSpPr>
        <p:spPr>
          <a:xfrm>
            <a:off x="4675784" y="2581006"/>
            <a:ext cx="1200150" cy="1025271"/>
          </a:xfrm>
        </p:spPr>
        <p:txBody>
          <a:bodyPr/>
          <a:lstStyle>
            <a:lvl1pPr algn="ctr">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46" name="Timeline Marker 4">
            <a:extLst>
              <a:ext uri="{FF2B5EF4-FFF2-40B4-BE49-F238E27FC236}">
                <a16:creationId xmlns:a16="http://schemas.microsoft.com/office/drawing/2014/main" id="{BD2F10BA-1BC6-6C4E-9C82-EC10B33223E2}"/>
              </a:ext>
            </a:extLst>
          </p:cNvPr>
          <p:cNvSpPr>
            <a:spLocks noGrp="1"/>
          </p:cNvSpPr>
          <p:nvPr>
            <p:ph type="body" sz="quarter" idx="30"/>
          </p:nvPr>
        </p:nvSpPr>
        <p:spPr>
          <a:xfrm>
            <a:off x="5224043" y="2244203"/>
            <a:ext cx="103632" cy="103632"/>
          </a:xfrm>
          <a:prstGeom prst="ellipse">
            <a:avLst/>
          </a:prstGeom>
          <a:solidFill>
            <a:schemeClr val="tx1"/>
          </a:solidFill>
        </p:spPr>
        <p:txBody>
          <a:bodyPr/>
          <a:lstStyle>
            <a:lvl1pPr>
              <a:defRPr sz="100">
                <a:solidFill>
                  <a:schemeClr val="tx1"/>
                </a:solidFill>
              </a:defRPr>
            </a:lvl1pPr>
            <a:lvl2pPr>
              <a:defRPr sz="100"/>
            </a:lvl2pPr>
            <a:lvl3pPr>
              <a:defRPr sz="100"/>
            </a:lvl3pPr>
            <a:lvl4pPr>
              <a:defRPr sz="100"/>
            </a:lvl4pPr>
            <a:lvl5pPr>
              <a:defRPr sz="100"/>
            </a:lvl5pPr>
          </a:lstStyle>
          <a:p>
            <a:pPr lvl="0"/>
            <a:r>
              <a:rPr lang="en-US"/>
              <a:t>Click to edit Master text styles</a:t>
            </a:r>
          </a:p>
        </p:txBody>
      </p:sp>
      <p:sp>
        <p:nvSpPr>
          <p:cNvPr id="47" name="Text Placeholder 5">
            <a:extLst>
              <a:ext uri="{FF2B5EF4-FFF2-40B4-BE49-F238E27FC236}">
                <a16:creationId xmlns:a16="http://schemas.microsoft.com/office/drawing/2014/main" id="{5EDA3A12-0AD4-A64F-9FE9-8FD21582E199}"/>
              </a:ext>
            </a:extLst>
          </p:cNvPr>
          <p:cNvSpPr>
            <a:spLocks noGrp="1"/>
          </p:cNvSpPr>
          <p:nvPr>
            <p:ph type="body" sz="quarter" idx="31"/>
          </p:nvPr>
        </p:nvSpPr>
        <p:spPr>
          <a:xfrm>
            <a:off x="6091503" y="2581006"/>
            <a:ext cx="1200150" cy="1025271"/>
          </a:xfrm>
        </p:spPr>
        <p:txBody>
          <a:bodyPr/>
          <a:lstStyle>
            <a:lvl1pPr algn="ctr">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48" name="Timeline Marker 5">
            <a:extLst>
              <a:ext uri="{FF2B5EF4-FFF2-40B4-BE49-F238E27FC236}">
                <a16:creationId xmlns:a16="http://schemas.microsoft.com/office/drawing/2014/main" id="{B77A2BD3-2F86-C64C-B1DB-9749817D3C60}"/>
              </a:ext>
            </a:extLst>
          </p:cNvPr>
          <p:cNvSpPr>
            <a:spLocks noGrp="1"/>
          </p:cNvSpPr>
          <p:nvPr>
            <p:ph type="body" sz="quarter" idx="33"/>
          </p:nvPr>
        </p:nvSpPr>
        <p:spPr>
          <a:xfrm>
            <a:off x="6639762" y="2244203"/>
            <a:ext cx="103632" cy="103632"/>
          </a:xfrm>
          <a:prstGeom prst="ellipse">
            <a:avLst/>
          </a:prstGeom>
          <a:solidFill>
            <a:schemeClr val="tx1"/>
          </a:solidFill>
        </p:spPr>
        <p:txBody>
          <a:bodyPr/>
          <a:lstStyle>
            <a:lvl1pPr>
              <a:defRPr sz="100">
                <a:solidFill>
                  <a:schemeClr val="tx1"/>
                </a:solidFill>
              </a:defRPr>
            </a:lvl1pPr>
            <a:lvl2pPr>
              <a:defRPr sz="100"/>
            </a:lvl2pPr>
            <a:lvl3pPr>
              <a:defRPr sz="100"/>
            </a:lvl3pPr>
            <a:lvl4pPr>
              <a:defRPr sz="100"/>
            </a:lvl4pPr>
            <a:lvl5pPr>
              <a:defRPr sz="100"/>
            </a:lvl5pPr>
          </a:lstStyle>
          <a:p>
            <a:pPr lvl="0"/>
            <a:r>
              <a:rPr lang="en-US"/>
              <a:t>Click to edit Master text styles</a:t>
            </a:r>
          </a:p>
        </p:txBody>
      </p:sp>
      <p:sp>
        <p:nvSpPr>
          <p:cNvPr id="49" name="Text Placeholder 6">
            <a:extLst>
              <a:ext uri="{FF2B5EF4-FFF2-40B4-BE49-F238E27FC236}">
                <a16:creationId xmlns:a16="http://schemas.microsoft.com/office/drawing/2014/main" id="{6DE9636A-5F40-C74C-A8A9-5EAF9F87C584}"/>
              </a:ext>
            </a:extLst>
          </p:cNvPr>
          <p:cNvSpPr>
            <a:spLocks noGrp="1"/>
          </p:cNvSpPr>
          <p:nvPr>
            <p:ph type="body" sz="quarter" idx="34"/>
          </p:nvPr>
        </p:nvSpPr>
        <p:spPr>
          <a:xfrm>
            <a:off x="7507224" y="2581006"/>
            <a:ext cx="1200150" cy="1025271"/>
          </a:xfrm>
        </p:spPr>
        <p:txBody>
          <a:bodyPr/>
          <a:lstStyle>
            <a:lvl1pPr algn="ctr">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50" name="Timeline Marker 6">
            <a:extLst>
              <a:ext uri="{FF2B5EF4-FFF2-40B4-BE49-F238E27FC236}">
                <a16:creationId xmlns:a16="http://schemas.microsoft.com/office/drawing/2014/main" id="{B25FCD20-6563-914F-A620-2ECB49AD25C3}"/>
              </a:ext>
            </a:extLst>
          </p:cNvPr>
          <p:cNvSpPr>
            <a:spLocks noGrp="1"/>
          </p:cNvSpPr>
          <p:nvPr>
            <p:ph type="body" sz="quarter" idx="36"/>
          </p:nvPr>
        </p:nvSpPr>
        <p:spPr>
          <a:xfrm>
            <a:off x="8045387" y="2244203"/>
            <a:ext cx="103632" cy="103632"/>
          </a:xfrm>
          <a:prstGeom prst="ellipse">
            <a:avLst/>
          </a:prstGeom>
          <a:solidFill>
            <a:schemeClr val="tx1"/>
          </a:solidFill>
        </p:spPr>
        <p:txBody>
          <a:bodyPr/>
          <a:lstStyle>
            <a:lvl1pPr>
              <a:defRPr sz="100">
                <a:solidFill>
                  <a:schemeClr val="tx1"/>
                </a:solidFill>
              </a:defRPr>
            </a:lvl1pPr>
            <a:lvl2pPr>
              <a:defRPr sz="100"/>
            </a:lvl2pPr>
            <a:lvl3pPr>
              <a:defRPr sz="100"/>
            </a:lvl3pPr>
            <a:lvl4pPr>
              <a:defRPr sz="100"/>
            </a:lvl4pPr>
            <a:lvl5pPr>
              <a:defRPr sz="100"/>
            </a:lvl5pPr>
          </a:lstStyle>
          <a:p>
            <a:pPr lvl="0"/>
            <a:r>
              <a:rPr lang="en-US"/>
              <a:t>Click to edit Master text styles</a:t>
            </a:r>
          </a:p>
        </p:txBody>
      </p:sp>
      <p:sp>
        <p:nvSpPr>
          <p:cNvPr id="3" name="Footer Placeholder 2">
            <a:extLst>
              <a:ext uri="{FF2B5EF4-FFF2-40B4-BE49-F238E27FC236}">
                <a16:creationId xmlns:a16="http://schemas.microsoft.com/office/drawing/2014/main" id="{6C2436AE-CFC7-DB48-99C4-419C541FB883}"/>
              </a:ext>
            </a:extLst>
          </p:cNvPr>
          <p:cNvSpPr>
            <a:spLocks noGrp="1"/>
          </p:cNvSpPr>
          <p:nvPr>
            <p:ph type="ftr" sz="quarter" idx="39"/>
          </p:nvPr>
        </p:nvSpPr>
        <p:spPr/>
        <p:txBody>
          <a:bodyPr/>
          <a:lstStyle>
            <a:lvl1pPr>
              <a:defRPr>
                <a:solidFill>
                  <a:schemeClr val="tx1"/>
                </a:solidFill>
              </a:defRPr>
            </a:lvl1pPr>
          </a:lstStyle>
          <a:p>
            <a:r>
              <a:rPr lang="en-US" b="1"/>
              <a:t>Package Research &amp; Recovery | FedEx Proprietary &amp; Confidential © </a:t>
            </a:r>
            <a:endParaRPr lang="en-US"/>
          </a:p>
        </p:txBody>
      </p:sp>
      <p:sp>
        <p:nvSpPr>
          <p:cNvPr id="5" name="Slide Number Placeholder 4">
            <a:extLst>
              <a:ext uri="{FF2B5EF4-FFF2-40B4-BE49-F238E27FC236}">
                <a16:creationId xmlns:a16="http://schemas.microsoft.com/office/drawing/2014/main" id="{48892BAC-708C-924A-B1F8-89E77DDE2EBD}"/>
              </a:ext>
            </a:extLst>
          </p:cNvPr>
          <p:cNvSpPr>
            <a:spLocks noGrp="1"/>
          </p:cNvSpPr>
          <p:nvPr>
            <p:ph type="sldNum" sz="quarter" idx="40"/>
          </p:nvPr>
        </p:nvSpPr>
        <p:spPr/>
        <p:txBody>
          <a:bodyPr/>
          <a:lstStyle>
            <a:lvl1pPr>
              <a:defRPr>
                <a:solidFill>
                  <a:schemeClr val="tx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501871581"/>
      </p:ext>
    </p:extLst>
  </p:cSld>
  <p:clrMapOvr>
    <a:overrideClrMapping bg1="dk1" tx1="lt1" bg2="dk2" tx2="lt2" accent1="accent1" accent2="accent2" accent3="accent3" accent4="accent4" accent5="accent5" accent6="accent6" hlink="hlink" folHlink="folHlink"/>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4 Stage Process">
    <p:spTree>
      <p:nvGrpSpPr>
        <p:cNvPr id="1" name=""/>
        <p:cNvGrpSpPr/>
        <p:nvPr/>
      </p:nvGrpSpPr>
      <p:grpSpPr>
        <a:xfrm>
          <a:off x="0" y="0"/>
          <a:ext cx="0" cy="0"/>
          <a:chOff x="0" y="0"/>
          <a:chExt cx="0" cy="0"/>
        </a:xfrm>
      </p:grpSpPr>
      <p:sp>
        <p:nvSpPr>
          <p:cNvPr id="48" name="Timeline">
            <a:extLst>
              <a:ext uri="{FF2B5EF4-FFF2-40B4-BE49-F238E27FC236}">
                <a16:creationId xmlns:a16="http://schemas.microsoft.com/office/drawing/2014/main" id="{DDEA69C1-C498-4F46-AAF6-17DC1871488E}"/>
              </a:ext>
            </a:extLst>
          </p:cNvPr>
          <p:cNvSpPr>
            <a:spLocks noGrp="1"/>
          </p:cNvSpPr>
          <p:nvPr>
            <p:ph type="body" sz="quarter" idx="20" hasCustomPrompt="1"/>
          </p:nvPr>
        </p:nvSpPr>
        <p:spPr>
          <a:xfrm>
            <a:off x="428625" y="1514649"/>
            <a:ext cx="8286750" cy="68580"/>
          </a:xfrm>
          <a:gradFill>
            <a:gsLst>
              <a:gs pos="100000">
                <a:srgbClr val="FF6600"/>
              </a:gs>
              <a:gs pos="33000">
                <a:schemeClr val="accent1"/>
              </a:gs>
              <a:gs pos="0">
                <a:schemeClr val="tx2"/>
              </a:gs>
            </a:gsLst>
            <a:lin ang="0" scaled="0"/>
          </a:gra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3"/>
            <a:r>
              <a:rPr lang="en-US"/>
              <a:t>Fourth level</a:t>
            </a:r>
          </a:p>
          <a:p>
            <a:pPr lvl="4"/>
            <a:r>
              <a:rPr lang="en-US"/>
              <a:t>Fifth level</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778669" y="428626"/>
            <a:ext cx="7586663" cy="452628"/>
          </a:xfrm>
        </p:spPr>
        <p:txBody>
          <a:bodyPr/>
          <a:lstStyle>
            <a:lvl1pPr algn="ctr">
              <a:defRPr/>
            </a:lvl1pPr>
          </a:lstStyle>
          <a:p>
            <a:r>
              <a:rPr lang="en-US"/>
              <a:t>Click to edit Master title style</a:t>
            </a:r>
          </a:p>
        </p:txBody>
      </p:sp>
      <p:sp>
        <p:nvSpPr>
          <p:cNvPr id="16" name="Text Placeholder 1">
            <a:extLst>
              <a:ext uri="{FF2B5EF4-FFF2-40B4-BE49-F238E27FC236}">
                <a16:creationId xmlns:a16="http://schemas.microsoft.com/office/drawing/2014/main" id="{11944748-7183-C544-A99A-2B04AB676BAF}"/>
              </a:ext>
            </a:extLst>
          </p:cNvPr>
          <p:cNvSpPr>
            <a:spLocks noGrp="1"/>
          </p:cNvSpPr>
          <p:nvPr>
            <p:ph type="body" sz="quarter" idx="39"/>
          </p:nvPr>
        </p:nvSpPr>
        <p:spPr>
          <a:xfrm>
            <a:off x="437390" y="1856040"/>
            <a:ext cx="1920240" cy="2658810"/>
          </a:xfrm>
          <a:solidFill>
            <a:schemeClr val="bg1"/>
          </a:solidFill>
          <a:ln w="12700">
            <a:solidFill>
              <a:schemeClr val="tx2"/>
            </a:solidFill>
            <a:extLst>
              <a:ext uri="{C807C97D-BFC1-408E-A445-0C87EB9F89A2}">
                <ask:lineSketchStyleProps xmlns:ask="http://schemas.microsoft.com/office/drawing/2018/sketchyshapes">
                  <ask:type>
                    <ask:lineSketchNone/>
                  </ask:type>
                </ask:lineSketchStyleProps>
              </a:ext>
            </a:extLst>
          </a:ln>
        </p:spPr>
        <p:txBody>
          <a:bodyPr vert="horz" lIns="91440" tIns="91440" rIns="91440" bIns="137160" rtlCol="0" anchor="t" anchorCtr="0">
            <a:noAutofit/>
          </a:bodyPr>
          <a:lstStyle>
            <a:lvl1pPr marL="0" indent="0" algn="ctr" defTabSz="685800" rtl="0" eaLnBrk="1" latinLnBrk="0" hangingPunct="1">
              <a:lnSpc>
                <a:spcPct val="130000"/>
              </a:lnSpc>
              <a:spcBef>
                <a:spcPts val="0"/>
              </a:spcBef>
              <a:spcAft>
                <a:spcPts val="225"/>
              </a:spcAft>
              <a:buFont typeface="Arial" panose="020B0604020202020204" pitchFamily="34" charset="0"/>
              <a:buNone/>
              <a:tabLs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450"/>
              </a:spcAft>
              <a:buClrTx/>
              <a:buSzTx/>
              <a:buFont typeface="Arial" panose="020B0604020202020204" pitchFamily="34" charset="0"/>
              <a:buNone/>
              <a:tabLs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0" marR="0" lvl="1" indent="0" algn="ctr" defTabSz="685800" rtl="0" eaLnBrk="1" fontAlgn="auto" latinLnBrk="0" hangingPunct="1">
              <a:lnSpc>
                <a:spcPct val="130000"/>
              </a:lnSpc>
              <a:spcBef>
                <a:spcPts val="0"/>
              </a:spcBef>
              <a:spcAft>
                <a:spcPts val="225"/>
              </a:spcAft>
              <a:buClrTx/>
              <a:buSzTx/>
              <a:buFont typeface="Arial" panose="020B0604020202020204" pitchFamily="34" charset="0"/>
              <a:buNone/>
              <a:tabLst/>
              <a:defRPr/>
            </a:pPr>
            <a:endParaRPr lang="en-US"/>
          </a:p>
        </p:txBody>
      </p:sp>
      <p:sp>
        <p:nvSpPr>
          <p:cNvPr id="49" name="Timeline Marker 1">
            <a:extLst>
              <a:ext uri="{FF2B5EF4-FFF2-40B4-BE49-F238E27FC236}">
                <a16:creationId xmlns:a16="http://schemas.microsoft.com/office/drawing/2014/main" id="{4564050E-FDF1-254E-B4F3-588C678C67F8}"/>
              </a:ext>
            </a:extLst>
          </p:cNvPr>
          <p:cNvSpPr>
            <a:spLocks noGrp="1"/>
          </p:cNvSpPr>
          <p:nvPr>
            <p:ph type="body" sz="quarter" idx="21"/>
          </p:nvPr>
        </p:nvSpPr>
        <p:spPr>
          <a:xfrm>
            <a:off x="1289304" y="1440180"/>
            <a:ext cx="205740" cy="205740"/>
          </a:xfrm>
          <a:prstGeom prst="rect">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19" name="Text Placeholder 2">
            <a:extLst>
              <a:ext uri="{FF2B5EF4-FFF2-40B4-BE49-F238E27FC236}">
                <a16:creationId xmlns:a16="http://schemas.microsoft.com/office/drawing/2014/main" id="{471FF1AB-4302-004A-A8C5-A83D388B12C9}"/>
              </a:ext>
            </a:extLst>
          </p:cNvPr>
          <p:cNvSpPr>
            <a:spLocks noGrp="1"/>
          </p:cNvSpPr>
          <p:nvPr>
            <p:ph type="body" sz="quarter" idx="40"/>
          </p:nvPr>
        </p:nvSpPr>
        <p:spPr>
          <a:xfrm>
            <a:off x="2556638" y="1856040"/>
            <a:ext cx="1920240" cy="2658810"/>
          </a:xfrm>
          <a:solidFill>
            <a:schemeClr val="bg1"/>
          </a:solidFill>
          <a:ln w="12700">
            <a:solidFill>
              <a:schemeClr val="accent1"/>
            </a:solidFill>
            <a:extLst>
              <a:ext uri="{C807C97D-BFC1-408E-A445-0C87EB9F89A2}">
                <ask:lineSketchStyleProps xmlns:ask="http://schemas.microsoft.com/office/drawing/2018/sketchyshapes">
                  <ask:type>
                    <ask:lineSketchNone/>
                  </ask:type>
                </ask:lineSketchStyleProps>
              </a:ext>
            </a:extLst>
          </a:ln>
        </p:spPr>
        <p:txBody>
          <a:bodyPr vert="horz" lIns="91440" tIns="91440" rIns="91440" bIns="137160" rtlCol="0" anchor="t" anchorCtr="0">
            <a:noAutofit/>
          </a:bodyPr>
          <a:lstStyle>
            <a:lvl1pPr marL="0" indent="0" algn="ctr" defTabSz="685800" rtl="0" eaLnBrk="1" latinLnBrk="0" hangingPunct="1">
              <a:lnSpc>
                <a:spcPct val="130000"/>
              </a:lnSpc>
              <a:spcBef>
                <a:spcPts val="0"/>
              </a:spcBef>
              <a:spcAft>
                <a:spcPts val="225"/>
              </a:spcAft>
              <a:buFont typeface="Arial" panose="020B0604020202020204" pitchFamily="34" charset="0"/>
              <a:buNone/>
              <a:tabLs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450"/>
              </a:spcAft>
              <a:buClrTx/>
              <a:buSzTx/>
              <a:buFont typeface="Arial" panose="020B0604020202020204" pitchFamily="34" charset="0"/>
              <a:buNone/>
              <a:tabLs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0" marR="0" lvl="1" indent="0" algn="ctr" defTabSz="685800" rtl="0" eaLnBrk="1" fontAlgn="auto" latinLnBrk="0" hangingPunct="1">
              <a:lnSpc>
                <a:spcPct val="130000"/>
              </a:lnSpc>
              <a:spcBef>
                <a:spcPts val="0"/>
              </a:spcBef>
              <a:spcAft>
                <a:spcPts val="225"/>
              </a:spcAft>
              <a:buClrTx/>
              <a:buSzTx/>
              <a:buFont typeface="Arial" panose="020B0604020202020204" pitchFamily="34" charset="0"/>
              <a:buNone/>
              <a:tabLst/>
              <a:defRPr/>
            </a:pPr>
            <a:endParaRPr lang="en-US"/>
          </a:p>
        </p:txBody>
      </p:sp>
      <p:sp>
        <p:nvSpPr>
          <p:cNvPr id="50" name="Timeline Marker 2">
            <a:extLst>
              <a:ext uri="{FF2B5EF4-FFF2-40B4-BE49-F238E27FC236}">
                <a16:creationId xmlns:a16="http://schemas.microsoft.com/office/drawing/2014/main" id="{FF77A948-BF7E-5242-961E-E6F31D90394D}"/>
              </a:ext>
            </a:extLst>
          </p:cNvPr>
          <p:cNvSpPr>
            <a:spLocks noGrp="1"/>
          </p:cNvSpPr>
          <p:nvPr>
            <p:ph type="body" sz="quarter" idx="24"/>
          </p:nvPr>
        </p:nvSpPr>
        <p:spPr>
          <a:xfrm>
            <a:off x="3404911" y="1440180"/>
            <a:ext cx="205740" cy="205740"/>
          </a:xfrm>
          <a:prstGeom prst="rect">
            <a:avLst/>
          </a:prstGeom>
          <a:solidFill>
            <a:schemeClr val="accent1"/>
          </a:solidFill>
        </p:spPr>
        <p:txBody>
          <a:bodyPr/>
          <a:lstStyle>
            <a:lvl1pPr>
              <a:defRPr sz="100">
                <a:solidFill>
                  <a:schemeClr val="accent1"/>
                </a:solidFill>
              </a:defRPr>
            </a:lvl1pPr>
            <a:lvl2pPr>
              <a:defRPr sz="100"/>
            </a:lvl2pPr>
            <a:lvl3pPr>
              <a:defRPr sz="100"/>
            </a:lvl3pPr>
            <a:lvl4pPr>
              <a:defRPr sz="100"/>
            </a:lvl4pPr>
            <a:lvl5pPr>
              <a:defRPr sz="100"/>
            </a:lvl5pPr>
          </a:lstStyle>
          <a:p>
            <a:pPr lvl="0"/>
            <a:r>
              <a:rPr lang="en-US"/>
              <a:t>Click to edit Master text styles</a:t>
            </a:r>
          </a:p>
        </p:txBody>
      </p:sp>
      <p:sp>
        <p:nvSpPr>
          <p:cNvPr id="20" name="Text Placeholder 3">
            <a:extLst>
              <a:ext uri="{FF2B5EF4-FFF2-40B4-BE49-F238E27FC236}">
                <a16:creationId xmlns:a16="http://schemas.microsoft.com/office/drawing/2014/main" id="{2CC88DDD-9114-3A47-9E70-4C874659074B}"/>
              </a:ext>
            </a:extLst>
          </p:cNvPr>
          <p:cNvSpPr>
            <a:spLocks noGrp="1"/>
          </p:cNvSpPr>
          <p:nvPr>
            <p:ph type="body" sz="quarter" idx="41"/>
          </p:nvPr>
        </p:nvSpPr>
        <p:spPr>
          <a:xfrm>
            <a:off x="4675886" y="1852808"/>
            <a:ext cx="1920240" cy="2658810"/>
          </a:xfrm>
          <a:solidFill>
            <a:schemeClr val="bg1"/>
          </a:solidFill>
          <a:ln w="12700">
            <a:solidFill>
              <a:schemeClr val="accent2"/>
            </a:solidFill>
            <a:extLst>
              <a:ext uri="{C807C97D-BFC1-408E-A445-0C87EB9F89A2}">
                <ask:lineSketchStyleProps xmlns:ask="http://schemas.microsoft.com/office/drawing/2018/sketchyshapes">
                  <ask:type>
                    <ask:lineSketchNone/>
                  </ask:type>
                </ask:lineSketchStyleProps>
              </a:ext>
            </a:extLst>
          </a:ln>
        </p:spPr>
        <p:txBody>
          <a:bodyPr vert="horz" lIns="91440" tIns="91440" rIns="91440" bIns="137160" rtlCol="0" anchor="t" anchorCtr="0">
            <a:noAutofit/>
          </a:bodyPr>
          <a:lstStyle>
            <a:lvl1pPr marL="0" indent="0" algn="ctr" defTabSz="685800" rtl="0" eaLnBrk="1" latinLnBrk="0" hangingPunct="1">
              <a:lnSpc>
                <a:spcPct val="130000"/>
              </a:lnSpc>
              <a:spcBef>
                <a:spcPts val="0"/>
              </a:spcBef>
              <a:spcAft>
                <a:spcPts val="225"/>
              </a:spcAft>
              <a:buFont typeface="Arial" panose="020B0604020202020204" pitchFamily="34" charset="0"/>
              <a:buNone/>
              <a:tabLs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450"/>
              </a:spcAft>
              <a:buClrTx/>
              <a:buSzTx/>
              <a:buFont typeface="Arial" panose="020B0604020202020204" pitchFamily="34" charset="0"/>
              <a:buNone/>
              <a:tabLs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0" marR="0" lvl="1" indent="0" algn="ctr" defTabSz="685800" rtl="0" eaLnBrk="1" fontAlgn="auto" latinLnBrk="0" hangingPunct="1">
              <a:lnSpc>
                <a:spcPct val="130000"/>
              </a:lnSpc>
              <a:spcBef>
                <a:spcPts val="0"/>
              </a:spcBef>
              <a:spcAft>
                <a:spcPts val="225"/>
              </a:spcAft>
              <a:buClrTx/>
              <a:buSzTx/>
              <a:buFont typeface="Arial" panose="020B0604020202020204" pitchFamily="34" charset="0"/>
              <a:buNone/>
              <a:tabLst/>
              <a:defRPr/>
            </a:pPr>
            <a:endParaRPr lang="en-US"/>
          </a:p>
        </p:txBody>
      </p:sp>
      <p:sp>
        <p:nvSpPr>
          <p:cNvPr id="51" name="Timeline Marker 3">
            <a:extLst>
              <a:ext uri="{FF2B5EF4-FFF2-40B4-BE49-F238E27FC236}">
                <a16:creationId xmlns:a16="http://schemas.microsoft.com/office/drawing/2014/main" id="{B3CB59EC-CA45-F64C-80E0-1888E688D3C2}"/>
              </a:ext>
            </a:extLst>
          </p:cNvPr>
          <p:cNvSpPr>
            <a:spLocks noGrp="1"/>
          </p:cNvSpPr>
          <p:nvPr>
            <p:ph type="body" sz="quarter" idx="27"/>
          </p:nvPr>
        </p:nvSpPr>
        <p:spPr>
          <a:xfrm>
            <a:off x="5525924" y="1440180"/>
            <a:ext cx="205740" cy="205740"/>
          </a:xfrm>
          <a:prstGeom prst="rect">
            <a:avLst/>
          </a:prstGeom>
          <a:solidFill>
            <a:schemeClr val="accent2"/>
          </a:solidFill>
        </p:spPr>
        <p:txBody>
          <a:bodyPr/>
          <a:lstStyle>
            <a:lvl1pPr>
              <a:defRPr sz="100">
                <a:solidFill>
                  <a:schemeClr val="accent2"/>
                </a:solidFill>
              </a:defRPr>
            </a:lvl1pPr>
            <a:lvl2pPr>
              <a:defRPr sz="100"/>
            </a:lvl2pPr>
            <a:lvl3pPr>
              <a:defRPr sz="100"/>
            </a:lvl3pPr>
            <a:lvl4pPr>
              <a:defRPr sz="100"/>
            </a:lvl4pPr>
            <a:lvl5pPr>
              <a:defRPr sz="100"/>
            </a:lvl5pPr>
          </a:lstStyle>
          <a:p>
            <a:pPr lvl="0"/>
            <a:r>
              <a:rPr lang="en-US"/>
              <a:t>Click to edit Master text styles</a:t>
            </a:r>
          </a:p>
        </p:txBody>
      </p:sp>
      <p:sp>
        <p:nvSpPr>
          <p:cNvPr id="21" name="Text Placeholder 4">
            <a:extLst>
              <a:ext uri="{FF2B5EF4-FFF2-40B4-BE49-F238E27FC236}">
                <a16:creationId xmlns:a16="http://schemas.microsoft.com/office/drawing/2014/main" id="{51D42615-C2F8-1D4E-B618-D0562E312EB0}"/>
              </a:ext>
            </a:extLst>
          </p:cNvPr>
          <p:cNvSpPr>
            <a:spLocks noGrp="1"/>
          </p:cNvSpPr>
          <p:nvPr>
            <p:ph type="body" sz="quarter" idx="42"/>
          </p:nvPr>
        </p:nvSpPr>
        <p:spPr>
          <a:xfrm>
            <a:off x="6795135" y="1852808"/>
            <a:ext cx="1920240" cy="2658810"/>
          </a:xfrm>
          <a:solidFill>
            <a:schemeClr val="bg1"/>
          </a:solidFill>
          <a:ln w="12700">
            <a:solidFill>
              <a:schemeClr val="bg2"/>
            </a:solidFill>
            <a:extLst>
              <a:ext uri="{C807C97D-BFC1-408E-A445-0C87EB9F89A2}">
                <ask:lineSketchStyleProps xmlns:ask="http://schemas.microsoft.com/office/drawing/2018/sketchyshapes">
                  <ask:type>
                    <ask:lineSketchNone/>
                  </ask:type>
                </ask:lineSketchStyleProps>
              </a:ext>
            </a:extLst>
          </a:ln>
        </p:spPr>
        <p:txBody>
          <a:bodyPr vert="horz" lIns="91440" tIns="91440" rIns="91440" bIns="137160" rtlCol="0" anchor="t" anchorCtr="0">
            <a:noAutofit/>
          </a:bodyPr>
          <a:lstStyle>
            <a:lvl1pPr marL="0" indent="0" algn="ctr" defTabSz="685800" rtl="0" eaLnBrk="1" latinLnBrk="0" hangingPunct="1">
              <a:lnSpc>
                <a:spcPct val="130000"/>
              </a:lnSpc>
              <a:spcBef>
                <a:spcPts val="0"/>
              </a:spcBef>
              <a:spcAft>
                <a:spcPts val="225"/>
              </a:spcAft>
              <a:buFont typeface="Arial" panose="020B0604020202020204" pitchFamily="34" charset="0"/>
              <a:buNone/>
              <a:tabLs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450"/>
              </a:spcAft>
              <a:buClrTx/>
              <a:buSzTx/>
              <a:buFont typeface="Arial" panose="020B0604020202020204" pitchFamily="34" charset="0"/>
              <a:buNone/>
              <a:tabLs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0" marR="0" lvl="1" indent="0" algn="ctr" defTabSz="685800" rtl="0" eaLnBrk="1" fontAlgn="auto" latinLnBrk="0" hangingPunct="1">
              <a:lnSpc>
                <a:spcPct val="130000"/>
              </a:lnSpc>
              <a:spcBef>
                <a:spcPts val="0"/>
              </a:spcBef>
              <a:spcAft>
                <a:spcPts val="225"/>
              </a:spcAft>
              <a:buClrTx/>
              <a:buSzTx/>
              <a:buFont typeface="Arial" panose="020B0604020202020204" pitchFamily="34" charset="0"/>
              <a:buNone/>
              <a:tabLst/>
              <a:defRPr/>
            </a:pPr>
            <a:endParaRPr lang="en-US"/>
          </a:p>
        </p:txBody>
      </p:sp>
      <p:sp>
        <p:nvSpPr>
          <p:cNvPr id="53" name="Timeline Marker 4">
            <a:extLst>
              <a:ext uri="{FF2B5EF4-FFF2-40B4-BE49-F238E27FC236}">
                <a16:creationId xmlns:a16="http://schemas.microsoft.com/office/drawing/2014/main" id="{9C36D306-C530-FA4E-90B4-874B90C4D802}"/>
              </a:ext>
            </a:extLst>
          </p:cNvPr>
          <p:cNvSpPr>
            <a:spLocks noGrp="1"/>
          </p:cNvSpPr>
          <p:nvPr>
            <p:ph type="body" sz="quarter" idx="36"/>
          </p:nvPr>
        </p:nvSpPr>
        <p:spPr>
          <a:xfrm>
            <a:off x="7643621" y="1440180"/>
            <a:ext cx="205740" cy="205740"/>
          </a:xfrm>
          <a:prstGeom prst="rect">
            <a:avLst/>
          </a:prstGeom>
          <a:solidFill>
            <a:schemeClr val="bg2"/>
          </a:solidFill>
        </p:spPr>
        <p:txBody>
          <a:bodyPr/>
          <a:lstStyle>
            <a:lvl1pPr>
              <a:defRPr sz="100">
                <a:solidFill>
                  <a:schemeClr val="bg2"/>
                </a:solidFill>
              </a:defRPr>
            </a:lvl1pPr>
            <a:lvl2pPr>
              <a:defRPr sz="100"/>
            </a:lvl2pPr>
            <a:lvl3pPr>
              <a:defRPr sz="100"/>
            </a:lvl3pPr>
            <a:lvl4pPr>
              <a:defRPr sz="100"/>
            </a:lvl4pPr>
            <a:lvl5pPr>
              <a:defRPr sz="100"/>
            </a:lvl5pPr>
          </a:lstStyle>
          <a:p>
            <a:pPr lvl="0"/>
            <a:r>
              <a:rPr lang="en-US"/>
              <a:t>Click to edit Master text styles</a:t>
            </a:r>
          </a:p>
        </p:txBody>
      </p:sp>
      <p:sp>
        <p:nvSpPr>
          <p:cNvPr id="3" name="Footer Placeholder 2">
            <a:extLst>
              <a:ext uri="{FF2B5EF4-FFF2-40B4-BE49-F238E27FC236}">
                <a16:creationId xmlns:a16="http://schemas.microsoft.com/office/drawing/2014/main" id="{E2F5A7C8-A40B-F943-A48D-6BD5797BA6E1}"/>
              </a:ext>
            </a:extLst>
          </p:cNvPr>
          <p:cNvSpPr>
            <a:spLocks noGrp="1"/>
          </p:cNvSpPr>
          <p:nvPr>
            <p:ph type="ftr" sz="quarter" idx="3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4" name="Slide Number Placeholder 3">
            <a:extLst>
              <a:ext uri="{FF2B5EF4-FFF2-40B4-BE49-F238E27FC236}">
                <a16:creationId xmlns:a16="http://schemas.microsoft.com/office/drawing/2014/main" id="{B3173A4C-A940-B242-8701-281F08D0FEE8}"/>
              </a:ext>
            </a:extLst>
          </p:cNvPr>
          <p:cNvSpPr>
            <a:spLocks noGrp="1"/>
          </p:cNvSpPr>
          <p:nvPr>
            <p:ph type="sldNum" sz="quarter" idx="38"/>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3218702112"/>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5 Stage Process">
    <p:spTree>
      <p:nvGrpSpPr>
        <p:cNvPr id="1" name=""/>
        <p:cNvGrpSpPr/>
        <p:nvPr/>
      </p:nvGrpSpPr>
      <p:grpSpPr>
        <a:xfrm>
          <a:off x="0" y="0"/>
          <a:ext cx="0" cy="0"/>
          <a:chOff x="0" y="0"/>
          <a:chExt cx="0" cy="0"/>
        </a:xfrm>
      </p:grpSpPr>
      <p:sp>
        <p:nvSpPr>
          <p:cNvPr id="48" name="Timeline">
            <a:extLst>
              <a:ext uri="{FF2B5EF4-FFF2-40B4-BE49-F238E27FC236}">
                <a16:creationId xmlns:a16="http://schemas.microsoft.com/office/drawing/2014/main" id="{DDEA69C1-C498-4F46-AAF6-17DC1871488E}"/>
              </a:ext>
            </a:extLst>
          </p:cNvPr>
          <p:cNvSpPr>
            <a:spLocks noGrp="1"/>
          </p:cNvSpPr>
          <p:nvPr>
            <p:ph type="body" sz="quarter" idx="20" hasCustomPrompt="1"/>
          </p:nvPr>
        </p:nvSpPr>
        <p:spPr>
          <a:xfrm>
            <a:off x="428625" y="1514649"/>
            <a:ext cx="8286750" cy="68580"/>
          </a:xfrm>
          <a:gradFill>
            <a:gsLst>
              <a:gs pos="100000">
                <a:srgbClr val="FF6600"/>
              </a:gs>
              <a:gs pos="33000">
                <a:schemeClr val="accent1"/>
              </a:gs>
              <a:gs pos="0">
                <a:schemeClr val="tx2"/>
              </a:gs>
            </a:gsLst>
            <a:lin ang="0" scaled="0"/>
          </a:gra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3"/>
            <a:r>
              <a:rPr lang="en-US"/>
              <a:t>Fourth level</a:t>
            </a:r>
          </a:p>
          <a:p>
            <a:pPr lvl="4"/>
            <a:r>
              <a:rPr lang="en-US"/>
              <a:t>Fifth level</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428626" y="428626"/>
            <a:ext cx="6858000" cy="452628"/>
          </a:xfrm>
        </p:spPr>
        <p:txBody>
          <a:bodyPr/>
          <a:lstStyle>
            <a:lvl1pPr algn="l">
              <a:defRPr/>
            </a:lvl1pPr>
          </a:lstStyle>
          <a:p>
            <a:r>
              <a:rPr lang="en-US"/>
              <a:t>Click to edit Master title style</a:t>
            </a:r>
          </a:p>
        </p:txBody>
      </p:sp>
      <p:sp>
        <p:nvSpPr>
          <p:cNvPr id="14" name="Text Placeholder 1">
            <a:extLst>
              <a:ext uri="{FF2B5EF4-FFF2-40B4-BE49-F238E27FC236}">
                <a16:creationId xmlns:a16="http://schemas.microsoft.com/office/drawing/2014/main" id="{84C8F60E-2A95-0840-AACC-B7D5C5E127D4}"/>
              </a:ext>
            </a:extLst>
          </p:cNvPr>
          <p:cNvSpPr>
            <a:spLocks noGrp="1"/>
          </p:cNvSpPr>
          <p:nvPr>
            <p:ph type="body" sz="quarter" idx="15"/>
          </p:nvPr>
        </p:nvSpPr>
        <p:spPr>
          <a:xfrm>
            <a:off x="430745" y="1850992"/>
            <a:ext cx="1535947" cy="2663858"/>
          </a:xfrm>
          <a:ln w="12700">
            <a:solidFill>
              <a:schemeClr val="tx2"/>
            </a:solidFill>
          </a:ln>
        </p:spPr>
        <p:txBody>
          <a:bodyPr lIns="91440" tIns="91440" rIns="91440" bIns="91440"/>
          <a:lstStyle>
            <a:lvl1pPr algn="l">
              <a:lnSpc>
                <a:spcPct val="130000"/>
              </a:lnSpc>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450"/>
              </a:spcAft>
              <a:defRPr sz="900" b="0" i="0">
                <a:latin typeface="FedEx Sans" panose="020B0603020203020204" pitchFamily="34" charset="0"/>
                <a:ea typeface="FedEx Sans" panose="020B0603020203020204" pitchFamily="34" charset="0"/>
                <a:cs typeface="FedEx Sans" panose="020B0603020203020204" pitchFamily="34" charset="0"/>
              </a:defRPr>
            </a:lvl2pPr>
            <a:lvl3pPr marL="164592" indent="-164592" algn="l">
              <a:lnSpc>
                <a:spcPct val="130000"/>
              </a:lnSpc>
              <a:spcAft>
                <a:spcPts val="450"/>
              </a:spcAft>
              <a:buFont typeface="Arial" panose="020B0604020202020204" pitchFamily="34" charset="0"/>
              <a:buChar char="•"/>
              <a:defRPr sz="900"/>
            </a:lvl3pPr>
            <a:lvl4pPr algn="ctr">
              <a:buNone/>
              <a:defRPr sz="1050"/>
            </a:lvl4pPr>
            <a:lvl5pPr algn="ctr">
              <a:defRPr sz="1050"/>
            </a:lvl5pPr>
          </a:lstStyle>
          <a:p>
            <a:pPr marL="0" lvl="0" indent="0" algn="l" defTabSz="685800" rtl="0" eaLnBrk="1" latinLnBrk="0" hangingPunct="1">
              <a:lnSpc>
                <a:spcPct val="130000"/>
              </a:lnSpc>
              <a:spcBef>
                <a:spcPts val="0"/>
              </a:spcBef>
              <a:spcAft>
                <a:spcPts val="450"/>
              </a:spcAft>
              <a:buFont typeface="Arial" panose="020B0604020202020204" pitchFamily="34" charset="0"/>
              <a:buNone/>
            </a:pPr>
            <a:r>
              <a:rPr lang="en-US"/>
              <a:t>Click to edit Master text styles</a:t>
            </a:r>
          </a:p>
          <a:p>
            <a:pPr lvl="1"/>
            <a:r>
              <a:rPr lang="en-US"/>
              <a:t>Second level</a:t>
            </a:r>
          </a:p>
          <a:p>
            <a:pPr lvl="2"/>
            <a:r>
              <a:rPr lang="en-US"/>
              <a:t>Third level</a:t>
            </a:r>
          </a:p>
        </p:txBody>
      </p:sp>
      <p:sp>
        <p:nvSpPr>
          <p:cNvPr id="49" name="Timeline Marker 1">
            <a:extLst>
              <a:ext uri="{FF2B5EF4-FFF2-40B4-BE49-F238E27FC236}">
                <a16:creationId xmlns:a16="http://schemas.microsoft.com/office/drawing/2014/main" id="{4564050E-FDF1-254E-B4F3-588C678C67F8}"/>
              </a:ext>
            </a:extLst>
          </p:cNvPr>
          <p:cNvSpPr>
            <a:spLocks noGrp="1"/>
          </p:cNvSpPr>
          <p:nvPr>
            <p:ph type="body" sz="quarter" idx="21"/>
          </p:nvPr>
        </p:nvSpPr>
        <p:spPr>
          <a:xfrm>
            <a:off x="1094583" y="1439846"/>
            <a:ext cx="205740" cy="205740"/>
          </a:xfrm>
          <a:prstGeom prst="rect">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19" name="Text Placeholder 2">
            <a:extLst>
              <a:ext uri="{FF2B5EF4-FFF2-40B4-BE49-F238E27FC236}">
                <a16:creationId xmlns:a16="http://schemas.microsoft.com/office/drawing/2014/main" id="{A694F252-9BFD-7F44-8670-A02DACB36121}"/>
              </a:ext>
            </a:extLst>
          </p:cNvPr>
          <p:cNvSpPr>
            <a:spLocks noGrp="1"/>
          </p:cNvSpPr>
          <p:nvPr>
            <p:ph type="body" sz="quarter" idx="44"/>
          </p:nvPr>
        </p:nvSpPr>
        <p:spPr>
          <a:xfrm>
            <a:off x="2117549" y="1849576"/>
            <a:ext cx="1535947" cy="2663858"/>
          </a:xfrm>
          <a:ln w="12700">
            <a:solidFill>
              <a:schemeClr val="accent1"/>
            </a:solidFill>
          </a:ln>
        </p:spPr>
        <p:txBody>
          <a:bodyPr lIns="91440" tIns="91440" rIns="91440" bIns="91440"/>
          <a:lstStyle>
            <a:lvl1pPr algn="l">
              <a:lnSpc>
                <a:spcPct val="130000"/>
              </a:lnSpc>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450"/>
              </a:spcAft>
              <a:defRPr sz="900" b="0" i="0">
                <a:latin typeface="FedEx Sans" panose="020B0603020203020204" pitchFamily="34" charset="0"/>
                <a:ea typeface="FedEx Sans" panose="020B0603020203020204" pitchFamily="34" charset="0"/>
                <a:cs typeface="FedEx Sans" panose="020B0603020203020204" pitchFamily="34" charset="0"/>
              </a:defRPr>
            </a:lvl2pPr>
            <a:lvl3pPr marL="164592" indent="-164592" algn="l">
              <a:lnSpc>
                <a:spcPct val="130000"/>
              </a:lnSpc>
              <a:spcAft>
                <a:spcPts val="450"/>
              </a:spcAft>
              <a:buFont typeface="Arial" panose="020B0604020202020204" pitchFamily="34" charset="0"/>
              <a:buChar char="•"/>
              <a:defRPr sz="900"/>
            </a:lvl3pPr>
            <a:lvl4pPr algn="ctr">
              <a:buNone/>
              <a:defRPr sz="1050"/>
            </a:lvl4pPr>
            <a:lvl5pPr algn="ctr">
              <a:defRPr sz="1050"/>
            </a:lvl5pPr>
          </a:lstStyle>
          <a:p>
            <a:pPr marL="0" lvl="0" indent="0" algn="l" defTabSz="685800" rtl="0" eaLnBrk="1" latinLnBrk="0" hangingPunct="1">
              <a:lnSpc>
                <a:spcPct val="130000"/>
              </a:lnSpc>
              <a:spcBef>
                <a:spcPts val="0"/>
              </a:spcBef>
              <a:spcAft>
                <a:spcPts val="450"/>
              </a:spcAft>
              <a:buFont typeface="Arial" panose="020B0604020202020204" pitchFamily="34" charset="0"/>
              <a:buNone/>
            </a:pPr>
            <a:r>
              <a:rPr lang="en-US"/>
              <a:t>Click to edit Master text styles</a:t>
            </a:r>
          </a:p>
          <a:p>
            <a:pPr lvl="1"/>
            <a:r>
              <a:rPr lang="en-US"/>
              <a:t>Second level</a:t>
            </a:r>
          </a:p>
          <a:p>
            <a:pPr lvl="2"/>
            <a:r>
              <a:rPr lang="en-US"/>
              <a:t>Third level</a:t>
            </a:r>
          </a:p>
        </p:txBody>
      </p:sp>
      <p:sp>
        <p:nvSpPr>
          <p:cNvPr id="50" name="Timeline Marker 2">
            <a:extLst>
              <a:ext uri="{FF2B5EF4-FFF2-40B4-BE49-F238E27FC236}">
                <a16:creationId xmlns:a16="http://schemas.microsoft.com/office/drawing/2014/main" id="{FF77A948-BF7E-5242-961E-E6F31D90394D}"/>
              </a:ext>
            </a:extLst>
          </p:cNvPr>
          <p:cNvSpPr>
            <a:spLocks noGrp="1"/>
          </p:cNvSpPr>
          <p:nvPr>
            <p:ph type="body" sz="quarter" idx="24"/>
          </p:nvPr>
        </p:nvSpPr>
        <p:spPr>
          <a:xfrm>
            <a:off x="2782652" y="1440180"/>
            <a:ext cx="205740" cy="205740"/>
          </a:xfrm>
          <a:prstGeom prst="rect">
            <a:avLst/>
          </a:prstGeom>
          <a:solidFill>
            <a:schemeClr val="accent1"/>
          </a:solidFill>
        </p:spPr>
        <p:txBody>
          <a:bodyPr/>
          <a:lstStyle>
            <a:lvl1pPr>
              <a:defRPr sz="100">
                <a:solidFill>
                  <a:schemeClr val="accent1"/>
                </a:solidFill>
              </a:defRPr>
            </a:lvl1pPr>
            <a:lvl2pPr>
              <a:defRPr sz="100"/>
            </a:lvl2pPr>
            <a:lvl3pPr>
              <a:defRPr sz="100"/>
            </a:lvl3pPr>
            <a:lvl4pPr>
              <a:defRPr sz="100"/>
            </a:lvl4pPr>
            <a:lvl5pPr>
              <a:defRPr sz="100"/>
            </a:lvl5pPr>
          </a:lstStyle>
          <a:p>
            <a:pPr lvl="0"/>
            <a:r>
              <a:rPr lang="en-US"/>
              <a:t>Click to edit Master text styles</a:t>
            </a:r>
          </a:p>
        </p:txBody>
      </p:sp>
      <p:sp>
        <p:nvSpPr>
          <p:cNvPr id="21" name="Text Placeholder 3">
            <a:extLst>
              <a:ext uri="{FF2B5EF4-FFF2-40B4-BE49-F238E27FC236}">
                <a16:creationId xmlns:a16="http://schemas.microsoft.com/office/drawing/2014/main" id="{C8F5C2B3-75F4-0E47-BA36-850DCB2493CE}"/>
              </a:ext>
            </a:extLst>
          </p:cNvPr>
          <p:cNvSpPr>
            <a:spLocks noGrp="1"/>
          </p:cNvSpPr>
          <p:nvPr>
            <p:ph type="body" sz="quarter" idx="45"/>
          </p:nvPr>
        </p:nvSpPr>
        <p:spPr>
          <a:xfrm>
            <a:off x="3804353" y="1849576"/>
            <a:ext cx="1535947" cy="2663858"/>
          </a:xfrm>
          <a:ln w="12700">
            <a:solidFill>
              <a:schemeClr val="accent2"/>
            </a:solidFill>
          </a:ln>
        </p:spPr>
        <p:txBody>
          <a:bodyPr lIns="91440" tIns="91440" rIns="91440" bIns="91440"/>
          <a:lstStyle>
            <a:lvl1pPr algn="l">
              <a:lnSpc>
                <a:spcPct val="130000"/>
              </a:lnSpc>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450"/>
              </a:spcAft>
              <a:defRPr sz="900" b="0" i="0">
                <a:latin typeface="FedEx Sans" panose="020B0603020203020204" pitchFamily="34" charset="0"/>
                <a:ea typeface="FedEx Sans" panose="020B0603020203020204" pitchFamily="34" charset="0"/>
                <a:cs typeface="FedEx Sans" panose="020B0603020203020204" pitchFamily="34" charset="0"/>
              </a:defRPr>
            </a:lvl2pPr>
            <a:lvl3pPr marL="164592" indent="-164592" algn="l">
              <a:lnSpc>
                <a:spcPct val="130000"/>
              </a:lnSpc>
              <a:spcAft>
                <a:spcPts val="450"/>
              </a:spcAft>
              <a:buFont typeface="Arial" panose="020B0604020202020204" pitchFamily="34" charset="0"/>
              <a:buChar char="•"/>
              <a:defRPr sz="900"/>
            </a:lvl3pPr>
            <a:lvl4pPr algn="ctr">
              <a:buNone/>
              <a:defRPr sz="1050"/>
            </a:lvl4pPr>
            <a:lvl5pPr algn="ctr">
              <a:defRPr sz="1050"/>
            </a:lvl5pPr>
          </a:lstStyle>
          <a:p>
            <a:pPr marL="0" lvl="0" indent="0" algn="l" defTabSz="685800" rtl="0" eaLnBrk="1" latinLnBrk="0" hangingPunct="1">
              <a:lnSpc>
                <a:spcPct val="130000"/>
              </a:lnSpc>
              <a:spcBef>
                <a:spcPts val="0"/>
              </a:spcBef>
              <a:spcAft>
                <a:spcPts val="450"/>
              </a:spcAft>
              <a:buFont typeface="Arial" panose="020B0604020202020204" pitchFamily="34" charset="0"/>
              <a:buNone/>
            </a:pPr>
            <a:r>
              <a:rPr lang="en-US"/>
              <a:t>Click to edit Master text styles</a:t>
            </a:r>
          </a:p>
          <a:p>
            <a:pPr lvl="1"/>
            <a:r>
              <a:rPr lang="en-US"/>
              <a:t>Second level</a:t>
            </a:r>
          </a:p>
          <a:p>
            <a:pPr lvl="2"/>
            <a:r>
              <a:rPr lang="en-US"/>
              <a:t>Third level</a:t>
            </a:r>
          </a:p>
        </p:txBody>
      </p:sp>
      <p:sp>
        <p:nvSpPr>
          <p:cNvPr id="51" name="Timeline Marker 3">
            <a:extLst>
              <a:ext uri="{FF2B5EF4-FFF2-40B4-BE49-F238E27FC236}">
                <a16:creationId xmlns:a16="http://schemas.microsoft.com/office/drawing/2014/main" id="{B3CB59EC-CA45-F64C-80E0-1888E688D3C2}"/>
              </a:ext>
            </a:extLst>
          </p:cNvPr>
          <p:cNvSpPr>
            <a:spLocks noGrp="1"/>
          </p:cNvSpPr>
          <p:nvPr>
            <p:ph type="body" sz="quarter" idx="27"/>
          </p:nvPr>
        </p:nvSpPr>
        <p:spPr>
          <a:xfrm>
            <a:off x="4469130" y="1440180"/>
            <a:ext cx="205740" cy="205740"/>
          </a:xfrm>
          <a:prstGeom prst="rect">
            <a:avLst/>
          </a:prstGeom>
          <a:solidFill>
            <a:schemeClr val="accent2"/>
          </a:solidFill>
        </p:spPr>
        <p:txBody>
          <a:bodyPr/>
          <a:lstStyle>
            <a:lvl1pPr>
              <a:defRPr sz="100">
                <a:solidFill>
                  <a:schemeClr val="accent2"/>
                </a:solidFill>
              </a:defRPr>
            </a:lvl1pPr>
            <a:lvl2pPr>
              <a:defRPr sz="100"/>
            </a:lvl2pPr>
            <a:lvl3pPr>
              <a:defRPr sz="100"/>
            </a:lvl3pPr>
            <a:lvl4pPr>
              <a:defRPr sz="100"/>
            </a:lvl4pPr>
            <a:lvl5pPr>
              <a:defRPr sz="100"/>
            </a:lvl5pPr>
          </a:lstStyle>
          <a:p>
            <a:pPr lvl="0"/>
            <a:r>
              <a:rPr lang="en-US"/>
              <a:t>Click to edit Master text styles</a:t>
            </a:r>
          </a:p>
        </p:txBody>
      </p:sp>
      <p:sp>
        <p:nvSpPr>
          <p:cNvPr id="22" name="Text Placeholder 4">
            <a:extLst>
              <a:ext uri="{FF2B5EF4-FFF2-40B4-BE49-F238E27FC236}">
                <a16:creationId xmlns:a16="http://schemas.microsoft.com/office/drawing/2014/main" id="{80BBF10E-6F6C-1C42-9EF8-45A3A33A7436}"/>
              </a:ext>
            </a:extLst>
          </p:cNvPr>
          <p:cNvSpPr>
            <a:spLocks noGrp="1"/>
          </p:cNvSpPr>
          <p:nvPr>
            <p:ph type="body" sz="quarter" idx="46"/>
          </p:nvPr>
        </p:nvSpPr>
        <p:spPr>
          <a:xfrm>
            <a:off x="5491524" y="1849576"/>
            <a:ext cx="1535947" cy="2663858"/>
          </a:xfrm>
          <a:ln w="12700">
            <a:solidFill>
              <a:schemeClr val="accent3"/>
            </a:solidFill>
          </a:ln>
        </p:spPr>
        <p:txBody>
          <a:bodyPr lIns="91440" tIns="91440" rIns="91440" bIns="91440"/>
          <a:lstStyle>
            <a:lvl1pPr algn="l">
              <a:lnSpc>
                <a:spcPct val="130000"/>
              </a:lnSpc>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450"/>
              </a:spcAft>
              <a:defRPr sz="900" b="0" i="0">
                <a:latin typeface="FedEx Sans" panose="020B0603020203020204" pitchFamily="34" charset="0"/>
                <a:ea typeface="FedEx Sans" panose="020B0603020203020204" pitchFamily="34" charset="0"/>
                <a:cs typeface="FedEx Sans" panose="020B0603020203020204" pitchFamily="34" charset="0"/>
              </a:defRPr>
            </a:lvl2pPr>
            <a:lvl3pPr marL="164592" indent="-164592" algn="l">
              <a:lnSpc>
                <a:spcPct val="130000"/>
              </a:lnSpc>
              <a:spcAft>
                <a:spcPts val="450"/>
              </a:spcAft>
              <a:buFont typeface="Arial" panose="020B0604020202020204" pitchFamily="34" charset="0"/>
              <a:buChar char="•"/>
              <a:defRPr sz="900"/>
            </a:lvl3pPr>
            <a:lvl4pPr algn="ctr">
              <a:buNone/>
              <a:defRPr sz="1050"/>
            </a:lvl4pPr>
            <a:lvl5pPr algn="ctr">
              <a:defRPr sz="1050"/>
            </a:lvl5pPr>
          </a:lstStyle>
          <a:p>
            <a:pPr marL="0" lvl="0" indent="0" algn="l" defTabSz="685800" rtl="0" eaLnBrk="1" latinLnBrk="0" hangingPunct="1">
              <a:lnSpc>
                <a:spcPct val="130000"/>
              </a:lnSpc>
              <a:spcBef>
                <a:spcPts val="0"/>
              </a:spcBef>
              <a:spcAft>
                <a:spcPts val="450"/>
              </a:spcAft>
              <a:buFont typeface="Arial" panose="020B0604020202020204" pitchFamily="34" charset="0"/>
              <a:buNone/>
            </a:pPr>
            <a:r>
              <a:rPr lang="en-US"/>
              <a:t>Click to edit Master text styles</a:t>
            </a:r>
          </a:p>
          <a:p>
            <a:pPr lvl="1"/>
            <a:r>
              <a:rPr lang="en-US"/>
              <a:t>Second level</a:t>
            </a:r>
          </a:p>
          <a:p>
            <a:pPr lvl="2"/>
            <a:r>
              <a:rPr lang="en-US"/>
              <a:t>Third level</a:t>
            </a:r>
          </a:p>
        </p:txBody>
      </p:sp>
      <p:sp>
        <p:nvSpPr>
          <p:cNvPr id="53" name="Timeline Marker 4">
            <a:extLst>
              <a:ext uri="{FF2B5EF4-FFF2-40B4-BE49-F238E27FC236}">
                <a16:creationId xmlns:a16="http://schemas.microsoft.com/office/drawing/2014/main" id="{9C36D306-C530-FA4E-90B4-874B90C4D802}"/>
              </a:ext>
            </a:extLst>
          </p:cNvPr>
          <p:cNvSpPr>
            <a:spLocks noGrp="1"/>
          </p:cNvSpPr>
          <p:nvPr>
            <p:ph type="body" sz="quarter" idx="36"/>
          </p:nvPr>
        </p:nvSpPr>
        <p:spPr>
          <a:xfrm>
            <a:off x="6156628" y="1440180"/>
            <a:ext cx="205740" cy="205740"/>
          </a:xfrm>
          <a:prstGeom prst="rect">
            <a:avLst/>
          </a:prstGeom>
          <a:solidFill>
            <a:schemeClr val="accent3"/>
          </a:solidFill>
        </p:spPr>
        <p:txBody>
          <a:bodyPr/>
          <a:lstStyle>
            <a:lvl1pPr>
              <a:defRPr sz="100">
                <a:solidFill>
                  <a:schemeClr val="bg2"/>
                </a:solidFill>
              </a:defRPr>
            </a:lvl1pPr>
            <a:lvl2pPr>
              <a:defRPr sz="100"/>
            </a:lvl2pPr>
            <a:lvl3pPr>
              <a:defRPr sz="100"/>
            </a:lvl3pPr>
            <a:lvl4pPr>
              <a:defRPr sz="100"/>
            </a:lvl4pPr>
            <a:lvl5pPr>
              <a:defRPr sz="100"/>
            </a:lvl5pPr>
          </a:lstStyle>
          <a:p>
            <a:pPr lvl="0"/>
            <a:r>
              <a:rPr lang="en-US"/>
              <a:t>Click to edit Master text styles</a:t>
            </a:r>
          </a:p>
        </p:txBody>
      </p:sp>
      <p:sp>
        <p:nvSpPr>
          <p:cNvPr id="23" name="Text Placeholder 5">
            <a:extLst>
              <a:ext uri="{FF2B5EF4-FFF2-40B4-BE49-F238E27FC236}">
                <a16:creationId xmlns:a16="http://schemas.microsoft.com/office/drawing/2014/main" id="{4DF28C3B-BFA9-8749-85C3-0904DE9765D3}"/>
              </a:ext>
            </a:extLst>
          </p:cNvPr>
          <p:cNvSpPr>
            <a:spLocks noGrp="1"/>
          </p:cNvSpPr>
          <p:nvPr>
            <p:ph type="body" sz="quarter" idx="47"/>
          </p:nvPr>
        </p:nvSpPr>
        <p:spPr>
          <a:xfrm>
            <a:off x="7177309" y="1849576"/>
            <a:ext cx="1535947" cy="2663858"/>
          </a:xfrm>
          <a:ln w="12700">
            <a:solidFill>
              <a:schemeClr val="bg2"/>
            </a:solidFill>
          </a:ln>
        </p:spPr>
        <p:txBody>
          <a:bodyPr lIns="91440" tIns="91440" rIns="91440" bIns="91440"/>
          <a:lstStyle>
            <a:lvl1pPr algn="l">
              <a:lnSpc>
                <a:spcPct val="130000"/>
              </a:lnSpc>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450"/>
              </a:spcAft>
              <a:defRPr sz="900" b="0" i="0">
                <a:latin typeface="FedEx Sans" panose="020B0603020203020204" pitchFamily="34" charset="0"/>
                <a:ea typeface="FedEx Sans" panose="020B0603020203020204" pitchFamily="34" charset="0"/>
                <a:cs typeface="FedEx Sans" panose="020B0603020203020204" pitchFamily="34" charset="0"/>
              </a:defRPr>
            </a:lvl2pPr>
            <a:lvl3pPr marL="164592" indent="-164592" algn="l">
              <a:lnSpc>
                <a:spcPct val="130000"/>
              </a:lnSpc>
              <a:spcAft>
                <a:spcPts val="450"/>
              </a:spcAft>
              <a:buFont typeface="Arial" panose="020B0604020202020204" pitchFamily="34" charset="0"/>
              <a:buChar char="•"/>
              <a:defRPr sz="900"/>
            </a:lvl3pPr>
            <a:lvl4pPr algn="ctr">
              <a:buNone/>
              <a:defRPr sz="1050"/>
            </a:lvl4pPr>
            <a:lvl5pPr algn="ctr">
              <a:defRPr sz="1050"/>
            </a:lvl5pPr>
          </a:lstStyle>
          <a:p>
            <a:pPr marL="0" lvl="0" indent="0" algn="l" defTabSz="685800" rtl="0" eaLnBrk="1" latinLnBrk="0" hangingPunct="1">
              <a:lnSpc>
                <a:spcPct val="130000"/>
              </a:lnSpc>
              <a:spcBef>
                <a:spcPts val="0"/>
              </a:spcBef>
              <a:spcAft>
                <a:spcPts val="450"/>
              </a:spcAft>
              <a:buFont typeface="Arial" panose="020B0604020202020204" pitchFamily="34" charset="0"/>
              <a:buNone/>
            </a:pPr>
            <a:r>
              <a:rPr lang="en-US"/>
              <a:t>Click to edit Master text styles</a:t>
            </a:r>
          </a:p>
          <a:p>
            <a:pPr lvl="1"/>
            <a:r>
              <a:rPr lang="en-US"/>
              <a:t>Second level</a:t>
            </a:r>
          </a:p>
          <a:p>
            <a:pPr lvl="2"/>
            <a:r>
              <a:rPr lang="en-US"/>
              <a:t>Third level</a:t>
            </a:r>
          </a:p>
        </p:txBody>
      </p:sp>
      <p:sp>
        <p:nvSpPr>
          <p:cNvPr id="20" name="Timeline Marker 5">
            <a:extLst>
              <a:ext uri="{FF2B5EF4-FFF2-40B4-BE49-F238E27FC236}">
                <a16:creationId xmlns:a16="http://schemas.microsoft.com/office/drawing/2014/main" id="{D503C7DC-830A-BE44-9893-6A93899E8B76}"/>
              </a:ext>
            </a:extLst>
          </p:cNvPr>
          <p:cNvSpPr>
            <a:spLocks noGrp="1"/>
          </p:cNvSpPr>
          <p:nvPr>
            <p:ph type="body" sz="quarter" idx="41"/>
          </p:nvPr>
        </p:nvSpPr>
        <p:spPr>
          <a:xfrm>
            <a:off x="7843677" y="1440180"/>
            <a:ext cx="205740" cy="205740"/>
          </a:xfrm>
          <a:prstGeom prst="rect">
            <a:avLst/>
          </a:prstGeom>
          <a:solidFill>
            <a:schemeClr val="bg2"/>
          </a:solidFill>
        </p:spPr>
        <p:txBody>
          <a:bodyPr/>
          <a:lstStyle>
            <a:lvl1pPr>
              <a:defRPr sz="100">
                <a:solidFill>
                  <a:schemeClr val="bg2"/>
                </a:solidFill>
              </a:defRPr>
            </a:lvl1pPr>
            <a:lvl2pPr>
              <a:defRPr sz="100"/>
            </a:lvl2pPr>
            <a:lvl3pPr>
              <a:defRPr sz="100"/>
            </a:lvl3pPr>
            <a:lvl4pPr>
              <a:defRPr sz="100"/>
            </a:lvl4pPr>
            <a:lvl5pPr>
              <a:defRPr sz="100"/>
            </a:lvl5pPr>
          </a:lstStyle>
          <a:p>
            <a:pPr lvl="0"/>
            <a:r>
              <a:rPr lang="en-US"/>
              <a:t>Click to edit Master text styles</a:t>
            </a:r>
          </a:p>
        </p:txBody>
      </p:sp>
      <p:sp>
        <p:nvSpPr>
          <p:cNvPr id="3" name="Footer Placeholder 2">
            <a:extLst>
              <a:ext uri="{FF2B5EF4-FFF2-40B4-BE49-F238E27FC236}">
                <a16:creationId xmlns:a16="http://schemas.microsoft.com/office/drawing/2014/main" id="{E5E38C8A-7633-DA47-BA71-9321C4CF975E}"/>
              </a:ext>
            </a:extLst>
          </p:cNvPr>
          <p:cNvSpPr>
            <a:spLocks noGrp="1"/>
          </p:cNvSpPr>
          <p:nvPr>
            <p:ph type="ftr" sz="quarter" idx="42"/>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4" name="Slide Number Placeholder 3">
            <a:extLst>
              <a:ext uri="{FF2B5EF4-FFF2-40B4-BE49-F238E27FC236}">
                <a16:creationId xmlns:a16="http://schemas.microsoft.com/office/drawing/2014/main" id="{2EBE7CAB-322C-A249-BC8F-13CF73A4D042}"/>
              </a:ext>
            </a:extLst>
          </p:cNvPr>
          <p:cNvSpPr>
            <a:spLocks noGrp="1"/>
          </p:cNvSpPr>
          <p:nvPr>
            <p:ph type="sldNum" sz="quarter" idx="43"/>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1209793351"/>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meline Chevron (purp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428625" y="428626"/>
            <a:ext cx="6886575" cy="452628"/>
          </a:xfrm>
        </p:spPr>
        <p:txBody>
          <a:bodyPr/>
          <a:lstStyle/>
          <a:p>
            <a:r>
              <a:rPr lang="en-US"/>
              <a:t>Click to edit Master title style</a:t>
            </a:r>
          </a:p>
        </p:txBody>
      </p:sp>
      <p:sp>
        <p:nvSpPr>
          <p:cNvPr id="6" name="Timeline Marker 1">
            <a:extLst>
              <a:ext uri="{FF2B5EF4-FFF2-40B4-BE49-F238E27FC236}">
                <a16:creationId xmlns:a16="http://schemas.microsoft.com/office/drawing/2014/main" id="{B606C694-E3FF-C046-818C-2E3ADC91534A}"/>
              </a:ext>
            </a:extLst>
          </p:cNvPr>
          <p:cNvSpPr>
            <a:spLocks noGrp="1"/>
          </p:cNvSpPr>
          <p:nvPr>
            <p:ph type="body" sz="quarter" idx="21" hasCustomPrompt="1"/>
          </p:nvPr>
        </p:nvSpPr>
        <p:spPr>
          <a:xfrm>
            <a:off x="428625" y="2697523"/>
            <a:ext cx="1440180" cy="295700"/>
          </a:xfrm>
          <a:prstGeom prst="homePlate">
            <a:avLst/>
          </a:prstGeom>
          <a:solidFill>
            <a:schemeClr val="tx2"/>
          </a:solidFill>
        </p:spPr>
        <p:txBody>
          <a:bodyPr lIns="45720" rIns="45720" anchor="ctr" anchorCtr="0">
            <a:normAutofit/>
          </a:bodyPr>
          <a:lstStyle>
            <a:lvl1pPr algn="ctr">
              <a:lnSpc>
                <a:spcPct val="11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r>
              <a:rPr lang="en-US"/>
              <a:t>CLICK TO EDIT MASTER TEXT STYLES</a:t>
            </a:r>
          </a:p>
        </p:txBody>
      </p:sp>
      <p:sp>
        <p:nvSpPr>
          <p:cNvPr id="9" name="Text Placeholder 1">
            <a:extLst>
              <a:ext uri="{FF2B5EF4-FFF2-40B4-BE49-F238E27FC236}">
                <a16:creationId xmlns:a16="http://schemas.microsoft.com/office/drawing/2014/main" id="{217AF697-F688-A94F-BDE4-3ABB6ECE1AA9}"/>
              </a:ext>
            </a:extLst>
          </p:cNvPr>
          <p:cNvSpPr>
            <a:spLocks noGrp="1"/>
          </p:cNvSpPr>
          <p:nvPr>
            <p:ph type="body" sz="quarter" idx="15"/>
          </p:nvPr>
        </p:nvSpPr>
        <p:spPr>
          <a:xfrm>
            <a:off x="430745" y="3209048"/>
            <a:ext cx="1200150" cy="1025271"/>
          </a:xfrm>
        </p:spPr>
        <p:txBody>
          <a:bodyPr/>
          <a:lstStyle>
            <a:lvl1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450"/>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0" lvl="2" indent="0" algn="ctr" defTabSz="685800" rtl="0" eaLnBrk="1" latinLnBrk="0" hangingPunct="1">
              <a:lnSpc>
                <a:spcPct val="130000"/>
              </a:lnSpc>
              <a:spcBef>
                <a:spcPts val="0"/>
              </a:spcBef>
              <a:spcAft>
                <a:spcPts val="225"/>
              </a:spcAft>
              <a:buFont typeface="Arial" panose="020B0604020202020204" pitchFamily="34" charset="0"/>
              <a:buNone/>
            </a:pPr>
            <a:r>
              <a:rPr lang="en-US"/>
              <a:t>Third level</a:t>
            </a:r>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hasCustomPrompt="1"/>
          </p:nvPr>
        </p:nvSpPr>
        <p:spPr>
          <a:xfrm>
            <a:off x="1797939" y="2697523"/>
            <a:ext cx="1440180" cy="295700"/>
          </a:xfrm>
          <a:prstGeom prst="chevron">
            <a:avLst/>
          </a:prstGeom>
          <a:solidFill>
            <a:schemeClr val="tx2"/>
          </a:solidFill>
        </p:spPr>
        <p:txBody>
          <a:bodyPr lIns="45720" rIns="45720" anchor="ctr" anchorCtr="0">
            <a:normAutofit/>
          </a:bodyPr>
          <a:lstStyle>
            <a:lvl1pPr algn="ctr">
              <a:lnSpc>
                <a:spcPct val="110000"/>
              </a:lnSpc>
              <a:spcAft>
                <a:spcPts val="0"/>
              </a:spcAft>
              <a:defRPr lang="en-US" sz="675" b="1"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r>
              <a:rPr lang="en-US"/>
              <a:t>CLICK TO EDIT MASTER TEXT STYLES</a:t>
            </a:r>
          </a:p>
        </p:txBody>
      </p:sp>
      <p:sp>
        <p:nvSpPr>
          <p:cNvPr id="15" name="Text Placeholder 2">
            <a:extLst>
              <a:ext uri="{FF2B5EF4-FFF2-40B4-BE49-F238E27FC236}">
                <a16:creationId xmlns:a16="http://schemas.microsoft.com/office/drawing/2014/main" id="{495703B1-8B7E-7246-B832-793387C65CEB}"/>
              </a:ext>
            </a:extLst>
          </p:cNvPr>
          <p:cNvSpPr>
            <a:spLocks noGrp="1"/>
          </p:cNvSpPr>
          <p:nvPr>
            <p:ph type="body" sz="quarter" idx="22"/>
          </p:nvPr>
        </p:nvSpPr>
        <p:spPr>
          <a:xfrm>
            <a:off x="1857375" y="1543050"/>
            <a:ext cx="1200150" cy="942975"/>
          </a:xfrm>
        </p:spPr>
        <p:txBody>
          <a:bodyPr/>
          <a:lstStyle>
            <a:lvl1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225"/>
              </a:spcAft>
              <a:buClrTx/>
              <a:buSzTx/>
              <a:buFont typeface="Arial" panose="020B0604020202020204" pitchFamily="34" charset="0"/>
              <a:buNone/>
              <a:tabLs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0" marR="0" lvl="2" indent="0" algn="ctr" defTabSz="685800" rtl="0" eaLnBrk="1" fontAlgn="auto" latinLnBrk="0" hangingPunct="1">
              <a:lnSpc>
                <a:spcPct val="130000"/>
              </a:lnSpc>
              <a:spcBef>
                <a:spcPts val="0"/>
              </a:spcBef>
              <a:spcAft>
                <a:spcPts val="225"/>
              </a:spcAft>
              <a:buClrTx/>
              <a:buSzTx/>
              <a:buFont typeface="Arial" panose="020B0604020202020204" pitchFamily="34" charset="0"/>
              <a:buNone/>
              <a:tabLst/>
              <a:defRPr/>
            </a:pPr>
            <a:r>
              <a:rPr lang="en-US"/>
              <a:t>Third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endParaRPr lang="en-US"/>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hasCustomPrompt="1"/>
          </p:nvPr>
        </p:nvSpPr>
        <p:spPr>
          <a:xfrm>
            <a:off x="3167253" y="2697523"/>
            <a:ext cx="1440180" cy="295700"/>
          </a:xfrm>
          <a:prstGeom prst="chevron">
            <a:avLst/>
          </a:prstGeom>
          <a:solidFill>
            <a:schemeClr val="tx2"/>
          </a:solidFill>
        </p:spPr>
        <p:txBody>
          <a:bodyPr lIns="45720" rIns="45720" anchor="ctr" anchorCtr="0">
            <a:normAutofit/>
          </a:bodyPr>
          <a:lstStyle>
            <a:lvl1pPr algn="ctr">
              <a:lnSpc>
                <a:spcPct val="11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r>
              <a:rPr lang="en-US"/>
              <a:t>CLICK TO EDIT MASTER TEXT STYLES</a:t>
            </a:r>
          </a:p>
        </p:txBody>
      </p:sp>
      <p:sp>
        <p:nvSpPr>
          <p:cNvPr id="18" name="Text Placeholder 3">
            <a:extLst>
              <a:ext uri="{FF2B5EF4-FFF2-40B4-BE49-F238E27FC236}">
                <a16:creationId xmlns:a16="http://schemas.microsoft.com/office/drawing/2014/main" id="{6B65E987-A855-3241-9316-E12502A0D6BE}"/>
              </a:ext>
            </a:extLst>
          </p:cNvPr>
          <p:cNvSpPr>
            <a:spLocks noGrp="1"/>
          </p:cNvSpPr>
          <p:nvPr>
            <p:ph type="body" sz="quarter" idx="25"/>
          </p:nvPr>
        </p:nvSpPr>
        <p:spPr>
          <a:xfrm>
            <a:off x="3238119" y="3209048"/>
            <a:ext cx="1200150" cy="1025271"/>
          </a:xfrm>
        </p:spPr>
        <p:txBody>
          <a:bodyPr/>
          <a:lstStyle>
            <a:lvl1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225"/>
              </a:spcAft>
              <a:buClrTx/>
              <a:buSzTx/>
              <a:buFont typeface="Arial" panose="020B0604020202020204" pitchFamily="34" charset="0"/>
              <a:buNone/>
              <a:tabLs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0" marR="0" lvl="2" indent="0" algn="ctr" defTabSz="685800" rtl="0" eaLnBrk="1" fontAlgn="auto" latinLnBrk="0" hangingPunct="1">
              <a:lnSpc>
                <a:spcPct val="130000"/>
              </a:lnSpc>
              <a:spcBef>
                <a:spcPts val="0"/>
              </a:spcBef>
              <a:spcAft>
                <a:spcPts val="225"/>
              </a:spcAft>
              <a:buClrTx/>
              <a:buSzTx/>
              <a:buFont typeface="Arial" panose="020B0604020202020204" pitchFamily="34" charset="0"/>
              <a:buNone/>
              <a:tabLst/>
              <a:defRPr/>
            </a:pPr>
            <a:r>
              <a:rPr lang="en-US"/>
              <a:t>Third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endParaRPr lang="en-US"/>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hasCustomPrompt="1"/>
          </p:nvPr>
        </p:nvSpPr>
        <p:spPr>
          <a:xfrm>
            <a:off x="4536567" y="2697523"/>
            <a:ext cx="1440180" cy="295700"/>
          </a:xfrm>
          <a:prstGeom prst="chevron">
            <a:avLst/>
          </a:prstGeom>
          <a:solidFill>
            <a:schemeClr val="tx2"/>
          </a:solidFill>
        </p:spPr>
        <p:txBody>
          <a:bodyPr lIns="45720" rIns="45720" anchor="ctr" anchorCtr="0">
            <a:normAutofit/>
          </a:bodyPr>
          <a:lstStyle>
            <a:lvl1pPr algn="ctr">
              <a:lnSpc>
                <a:spcPct val="11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r>
              <a:rPr lang="en-US"/>
              <a:t>CLICK TO EDIT MASTER TEXT STYLES</a:t>
            </a:r>
          </a:p>
        </p:txBody>
      </p:sp>
      <p:sp>
        <p:nvSpPr>
          <p:cNvPr id="21" name="Text Placeholder 4">
            <a:extLst>
              <a:ext uri="{FF2B5EF4-FFF2-40B4-BE49-F238E27FC236}">
                <a16:creationId xmlns:a16="http://schemas.microsoft.com/office/drawing/2014/main" id="{7AE2B321-55B9-8E48-B803-14BDC07C734B}"/>
              </a:ext>
            </a:extLst>
          </p:cNvPr>
          <p:cNvSpPr>
            <a:spLocks noGrp="1"/>
          </p:cNvSpPr>
          <p:nvPr>
            <p:ph type="body" sz="quarter" idx="28"/>
          </p:nvPr>
        </p:nvSpPr>
        <p:spPr>
          <a:xfrm>
            <a:off x="4607433" y="1543050"/>
            <a:ext cx="1200150" cy="942975"/>
          </a:xfrm>
        </p:spPr>
        <p:txBody>
          <a:bodyPr/>
          <a:lstStyle>
            <a:lvl1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225"/>
              </a:spcAft>
              <a:buClrTx/>
              <a:buSzTx/>
              <a:buFont typeface="Arial" panose="020B0604020202020204" pitchFamily="34" charset="0"/>
              <a:buNone/>
              <a:tabLs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0" marR="0" lvl="2" indent="0" algn="ctr" defTabSz="685800" rtl="0" eaLnBrk="1" fontAlgn="auto" latinLnBrk="0" hangingPunct="1">
              <a:lnSpc>
                <a:spcPct val="130000"/>
              </a:lnSpc>
              <a:spcBef>
                <a:spcPts val="0"/>
              </a:spcBef>
              <a:spcAft>
                <a:spcPts val="225"/>
              </a:spcAft>
              <a:buClrTx/>
              <a:buSzTx/>
              <a:buFont typeface="Arial" panose="020B0604020202020204" pitchFamily="34" charset="0"/>
              <a:buNone/>
              <a:tabLst/>
              <a:defRPr/>
            </a:pPr>
            <a:r>
              <a:rPr lang="en-US"/>
              <a:t>Third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endParaRPr lang="en-US"/>
          </a:p>
        </p:txBody>
      </p:sp>
      <p:sp>
        <p:nvSpPr>
          <p:cNvPr id="26" name="Timeline Marker 5">
            <a:extLst>
              <a:ext uri="{FF2B5EF4-FFF2-40B4-BE49-F238E27FC236}">
                <a16:creationId xmlns:a16="http://schemas.microsoft.com/office/drawing/2014/main" id="{C085402B-43AC-C542-B2D5-F3490F888A43}"/>
              </a:ext>
            </a:extLst>
          </p:cNvPr>
          <p:cNvSpPr>
            <a:spLocks noGrp="1"/>
          </p:cNvSpPr>
          <p:nvPr>
            <p:ph type="body" sz="quarter" idx="33" hasCustomPrompt="1"/>
          </p:nvPr>
        </p:nvSpPr>
        <p:spPr>
          <a:xfrm>
            <a:off x="5905881" y="2697523"/>
            <a:ext cx="1440180" cy="295700"/>
          </a:xfrm>
          <a:prstGeom prst="chevron">
            <a:avLst/>
          </a:prstGeom>
          <a:solidFill>
            <a:schemeClr val="tx2"/>
          </a:solidFill>
        </p:spPr>
        <p:txBody>
          <a:bodyPr lIns="45720" rIns="45720" anchor="ctr" anchorCtr="0">
            <a:normAutofit/>
          </a:bodyPr>
          <a:lstStyle>
            <a:lvl1pPr algn="ctr">
              <a:lnSpc>
                <a:spcPct val="11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r>
              <a:rPr lang="en-US"/>
              <a:t>CLICK TO EDIT MASTER TEXT STYLES</a:t>
            </a:r>
          </a:p>
        </p:txBody>
      </p:sp>
      <p:sp>
        <p:nvSpPr>
          <p:cNvPr id="24" name="Text Placeholder 5">
            <a:extLst>
              <a:ext uri="{FF2B5EF4-FFF2-40B4-BE49-F238E27FC236}">
                <a16:creationId xmlns:a16="http://schemas.microsoft.com/office/drawing/2014/main" id="{F18EBEE3-AA27-0E44-BE74-2937E15BF28B}"/>
              </a:ext>
            </a:extLst>
          </p:cNvPr>
          <p:cNvSpPr>
            <a:spLocks noGrp="1"/>
          </p:cNvSpPr>
          <p:nvPr>
            <p:ph type="body" sz="quarter" idx="31"/>
          </p:nvPr>
        </p:nvSpPr>
        <p:spPr>
          <a:xfrm>
            <a:off x="5976747" y="3209048"/>
            <a:ext cx="1200150" cy="1025271"/>
          </a:xfrm>
        </p:spPr>
        <p:txBody>
          <a:bodyPr/>
          <a:lstStyle>
            <a:lvl1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225"/>
              </a:spcAft>
              <a:buClrTx/>
              <a:buSzTx/>
              <a:buFont typeface="Arial" panose="020B0604020202020204" pitchFamily="34" charset="0"/>
              <a:buNone/>
              <a:tabLs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0" marR="0" lvl="2" indent="0" algn="ctr" defTabSz="685800" rtl="0" eaLnBrk="1" fontAlgn="auto" latinLnBrk="0" hangingPunct="1">
              <a:lnSpc>
                <a:spcPct val="130000"/>
              </a:lnSpc>
              <a:spcBef>
                <a:spcPts val="0"/>
              </a:spcBef>
              <a:spcAft>
                <a:spcPts val="225"/>
              </a:spcAft>
              <a:buClrTx/>
              <a:buSzTx/>
              <a:buFont typeface="Arial" panose="020B0604020202020204" pitchFamily="34" charset="0"/>
              <a:buNone/>
              <a:tabLst/>
              <a:defRPr/>
            </a:pPr>
            <a:r>
              <a:rPr lang="en-US"/>
              <a:t>Third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endParaRPr lang="en-US"/>
          </a:p>
        </p:txBody>
      </p:sp>
      <p:sp>
        <p:nvSpPr>
          <p:cNvPr id="29" name="Timeline Marker 6">
            <a:extLst>
              <a:ext uri="{FF2B5EF4-FFF2-40B4-BE49-F238E27FC236}">
                <a16:creationId xmlns:a16="http://schemas.microsoft.com/office/drawing/2014/main" id="{E9E7172C-ECD9-2447-B6B4-B7EE38681E52}"/>
              </a:ext>
            </a:extLst>
          </p:cNvPr>
          <p:cNvSpPr>
            <a:spLocks noGrp="1"/>
          </p:cNvSpPr>
          <p:nvPr>
            <p:ph type="body" sz="quarter" idx="36" hasCustomPrompt="1"/>
          </p:nvPr>
        </p:nvSpPr>
        <p:spPr>
          <a:xfrm>
            <a:off x="7275195" y="2697523"/>
            <a:ext cx="1440180" cy="295700"/>
          </a:xfrm>
          <a:prstGeom prst="chevron">
            <a:avLst/>
          </a:prstGeom>
          <a:solidFill>
            <a:schemeClr val="tx2"/>
          </a:solidFill>
        </p:spPr>
        <p:txBody>
          <a:bodyPr lIns="45720" rIns="45720" anchor="ctr" anchorCtr="0">
            <a:normAutofit/>
          </a:bodyPr>
          <a:lstStyle>
            <a:lvl1pPr algn="ctr">
              <a:lnSpc>
                <a:spcPct val="11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r>
              <a:rPr lang="en-US"/>
              <a:t>CLICK TO EDIT MASTER TEXT STYLES</a:t>
            </a:r>
          </a:p>
        </p:txBody>
      </p:sp>
      <p:sp>
        <p:nvSpPr>
          <p:cNvPr id="27" name="Text Placeholder 6">
            <a:extLst>
              <a:ext uri="{FF2B5EF4-FFF2-40B4-BE49-F238E27FC236}">
                <a16:creationId xmlns:a16="http://schemas.microsoft.com/office/drawing/2014/main" id="{6C70B35E-8C25-8F4F-882A-7B3EC0A36EFA}"/>
              </a:ext>
            </a:extLst>
          </p:cNvPr>
          <p:cNvSpPr>
            <a:spLocks noGrp="1"/>
          </p:cNvSpPr>
          <p:nvPr>
            <p:ph type="body" sz="quarter" idx="34"/>
          </p:nvPr>
        </p:nvSpPr>
        <p:spPr>
          <a:xfrm>
            <a:off x="7395210" y="1543050"/>
            <a:ext cx="1200150" cy="942975"/>
          </a:xfrm>
        </p:spPr>
        <p:txBody>
          <a:bodyPr/>
          <a:lstStyle>
            <a:lvl1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225"/>
              </a:spcAft>
              <a:buClrTx/>
              <a:buSzTx/>
              <a:buFont typeface="Arial" panose="020B0604020202020204" pitchFamily="34" charset="0"/>
              <a:buNone/>
              <a:tabLs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0" marR="0" lvl="2" indent="0" algn="ctr" defTabSz="685800" rtl="0" eaLnBrk="1" fontAlgn="auto" latinLnBrk="0" hangingPunct="1">
              <a:lnSpc>
                <a:spcPct val="130000"/>
              </a:lnSpc>
              <a:spcBef>
                <a:spcPts val="0"/>
              </a:spcBef>
              <a:spcAft>
                <a:spcPts val="225"/>
              </a:spcAft>
              <a:buClrTx/>
              <a:buSzTx/>
              <a:buFont typeface="Arial" panose="020B0604020202020204" pitchFamily="34" charset="0"/>
              <a:buNone/>
              <a:tabLst/>
              <a:defRPr/>
            </a:pPr>
            <a:r>
              <a:rPr lang="en-US"/>
              <a:t>Third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endParaRPr lang="en-US"/>
          </a:p>
        </p:txBody>
      </p:sp>
      <p:sp>
        <p:nvSpPr>
          <p:cNvPr id="3" name="Footer Placeholder 2">
            <a:extLst>
              <a:ext uri="{FF2B5EF4-FFF2-40B4-BE49-F238E27FC236}">
                <a16:creationId xmlns:a16="http://schemas.microsoft.com/office/drawing/2014/main" id="{616F2440-D598-E045-B591-81D16AB2E9D9}"/>
              </a:ext>
            </a:extLst>
          </p:cNvPr>
          <p:cNvSpPr>
            <a:spLocks noGrp="1"/>
          </p:cNvSpPr>
          <p:nvPr>
            <p:ph type="ftr" sz="quarter" idx="3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4" name="Slide Number Placeholder 3">
            <a:extLst>
              <a:ext uri="{FF2B5EF4-FFF2-40B4-BE49-F238E27FC236}">
                <a16:creationId xmlns:a16="http://schemas.microsoft.com/office/drawing/2014/main" id="{7F048F53-F32D-2143-8475-10A843FF6253}"/>
              </a:ext>
            </a:extLst>
          </p:cNvPr>
          <p:cNvSpPr>
            <a:spLocks noGrp="1"/>
          </p:cNvSpPr>
          <p:nvPr>
            <p:ph type="sldNum" sz="quarter" idx="38"/>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311052287"/>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Process Chevron (purp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428625" y="428626"/>
            <a:ext cx="6886575" cy="452628"/>
          </a:xfrm>
        </p:spPr>
        <p:txBody>
          <a:bodyPr/>
          <a:lstStyle/>
          <a:p>
            <a:r>
              <a:rPr lang="en-US"/>
              <a:t>Click to edit Master title style</a:t>
            </a:r>
          </a:p>
        </p:txBody>
      </p:sp>
      <p:sp>
        <p:nvSpPr>
          <p:cNvPr id="6" name="Timeline Marker 1">
            <a:extLst>
              <a:ext uri="{FF2B5EF4-FFF2-40B4-BE49-F238E27FC236}">
                <a16:creationId xmlns:a16="http://schemas.microsoft.com/office/drawing/2014/main" id="{B606C694-E3FF-C046-818C-2E3ADC91534A}"/>
              </a:ext>
            </a:extLst>
          </p:cNvPr>
          <p:cNvSpPr>
            <a:spLocks noGrp="1"/>
          </p:cNvSpPr>
          <p:nvPr>
            <p:ph type="body" sz="quarter" idx="21" hasCustomPrompt="1"/>
          </p:nvPr>
        </p:nvSpPr>
        <p:spPr>
          <a:xfrm>
            <a:off x="428625" y="1281451"/>
            <a:ext cx="1440180" cy="295700"/>
          </a:xfrm>
          <a:prstGeom prst="homePlate">
            <a:avLst/>
          </a:prstGeom>
          <a:solidFill>
            <a:schemeClr val="tx2"/>
          </a:solidFill>
        </p:spPr>
        <p:txBody>
          <a:bodyPr vert="horz" lIns="137160" tIns="0" rIns="45720" bIns="0" rtlCol="0" anchor="ctr" anchorCtr="0">
            <a:noAutofit/>
          </a:bodyPr>
          <a:lstStyle>
            <a:lvl1pPr algn="ctr">
              <a:defRPr lang="en-US" sz="750" b="1" i="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lgn="ctr"/>
            <a:r>
              <a:rPr lang="en-US"/>
              <a:t>LOREM IPSUM DOLOR</a:t>
            </a:r>
          </a:p>
        </p:txBody>
      </p:sp>
      <p:sp>
        <p:nvSpPr>
          <p:cNvPr id="9" name="Text Placeholder 1">
            <a:extLst>
              <a:ext uri="{FF2B5EF4-FFF2-40B4-BE49-F238E27FC236}">
                <a16:creationId xmlns:a16="http://schemas.microsoft.com/office/drawing/2014/main" id="{217AF697-F688-A94F-BDE4-3ABB6ECE1AA9}"/>
              </a:ext>
            </a:extLst>
          </p:cNvPr>
          <p:cNvSpPr>
            <a:spLocks noGrp="1"/>
          </p:cNvSpPr>
          <p:nvPr>
            <p:ph type="body" sz="quarter" idx="15"/>
          </p:nvPr>
        </p:nvSpPr>
        <p:spPr>
          <a:xfrm>
            <a:off x="430745" y="1671721"/>
            <a:ext cx="1246938" cy="2821919"/>
          </a:xfrm>
        </p:spPr>
        <p:txBody>
          <a:bodyPr rIns="91440"/>
          <a:lstStyle>
            <a:lvl1pPr algn="l">
              <a:lnSpc>
                <a:spcPct val="130000"/>
              </a:lnSpc>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450"/>
              </a:spcAf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164592" indent="-164592" algn="l">
              <a:lnSpc>
                <a:spcPct val="130000"/>
              </a:lnSpc>
              <a:spcAft>
                <a:spcPts val="450"/>
              </a:spcAft>
              <a:buFont typeface="Arial" panose="020B0604020202020204" pitchFamily="34" charset="0"/>
              <a:buChar char="•"/>
              <a:defRPr sz="900"/>
            </a:lvl3pPr>
            <a:lvl4pPr algn="ctr">
              <a:buNone/>
              <a:defRPr sz="1050"/>
            </a:lvl4pPr>
            <a:lvl5pPr algn="ctr">
              <a:defRPr sz="1050"/>
            </a:lvl5pPr>
          </a:lstStyle>
          <a:p>
            <a:pPr marL="0" lvl="0" indent="0" algn="l"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l" defTabSz="685800" rtl="0" eaLnBrk="1" latinLnBrk="0" hangingPunct="1">
              <a:lnSpc>
                <a:spcPct val="130000"/>
              </a:lnSpc>
              <a:spcBef>
                <a:spcPts val="0"/>
              </a:spcBef>
              <a:spcAft>
                <a:spcPts val="450"/>
              </a:spcAft>
              <a:buFont typeface="Arial" panose="020B0604020202020204" pitchFamily="34" charset="0"/>
              <a:buNone/>
            </a:pPr>
            <a:r>
              <a:rPr lang="en-US"/>
              <a:t>Second level</a:t>
            </a:r>
          </a:p>
          <a:p>
            <a:pPr lvl="2"/>
            <a:r>
              <a:rPr lang="en-US"/>
              <a:t>Third level</a:t>
            </a:r>
          </a:p>
        </p:txBody>
      </p:sp>
      <p:sp>
        <p:nvSpPr>
          <p:cNvPr id="31" name="Text Placeholder 2">
            <a:extLst>
              <a:ext uri="{FF2B5EF4-FFF2-40B4-BE49-F238E27FC236}">
                <a16:creationId xmlns:a16="http://schemas.microsoft.com/office/drawing/2014/main" id="{F721DAD8-21A8-C14B-86D8-F602BFFAA8CD}"/>
              </a:ext>
            </a:extLst>
          </p:cNvPr>
          <p:cNvSpPr>
            <a:spLocks noGrp="1"/>
          </p:cNvSpPr>
          <p:nvPr>
            <p:ph type="body" sz="quarter" idx="55"/>
          </p:nvPr>
        </p:nvSpPr>
        <p:spPr>
          <a:xfrm>
            <a:off x="1819067" y="1671721"/>
            <a:ext cx="1246938" cy="2821919"/>
          </a:xfrm>
        </p:spPr>
        <p:txBody>
          <a:bodyPr rIns="91440"/>
          <a:lstStyle>
            <a:lvl1pPr algn="l">
              <a:lnSpc>
                <a:spcPct val="130000"/>
              </a:lnSpc>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450"/>
              </a:spcAf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164592" indent="-164592" algn="l">
              <a:lnSpc>
                <a:spcPct val="130000"/>
              </a:lnSpc>
              <a:spcAft>
                <a:spcPts val="450"/>
              </a:spcAft>
              <a:buFont typeface="Arial" panose="020B0604020202020204" pitchFamily="34" charset="0"/>
              <a:buChar char="•"/>
              <a:defRPr sz="900"/>
            </a:lvl3pPr>
            <a:lvl4pPr algn="ctr">
              <a:buNone/>
              <a:defRPr sz="1050"/>
            </a:lvl4pPr>
            <a:lvl5pPr algn="ctr">
              <a:defRPr sz="1050"/>
            </a:lvl5pPr>
          </a:lstStyle>
          <a:p>
            <a:pPr marL="0" lvl="0" indent="0" algn="l"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l" defTabSz="685800" rtl="0" eaLnBrk="1" latinLnBrk="0" hangingPunct="1">
              <a:lnSpc>
                <a:spcPct val="130000"/>
              </a:lnSpc>
              <a:spcBef>
                <a:spcPts val="0"/>
              </a:spcBef>
              <a:spcAft>
                <a:spcPts val="450"/>
              </a:spcAft>
              <a:buFont typeface="Arial" panose="020B0604020202020204" pitchFamily="34" charset="0"/>
              <a:buNone/>
            </a:pPr>
            <a:r>
              <a:rPr lang="en-US"/>
              <a:t>Second level</a:t>
            </a:r>
          </a:p>
          <a:p>
            <a:pPr lvl="2"/>
            <a:r>
              <a:rPr lang="en-US"/>
              <a:t>Third level</a:t>
            </a:r>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hasCustomPrompt="1"/>
          </p:nvPr>
        </p:nvSpPr>
        <p:spPr>
          <a:xfrm>
            <a:off x="1797939" y="1281451"/>
            <a:ext cx="1440180" cy="295700"/>
          </a:xfrm>
          <a:prstGeom prst="chevron">
            <a:avLst/>
          </a:prstGeom>
          <a:solidFill>
            <a:schemeClr val="tx2"/>
          </a:solidFill>
        </p:spPr>
        <p:txBody>
          <a:bodyPr vert="horz" lIns="137160" tIns="0" rIns="45720" bIns="0" rtlCol="0" anchor="ctr" anchorCtr="0">
            <a:noAutofit/>
          </a:bodyPr>
          <a:lstStyle>
            <a:lvl1pPr>
              <a:defRPr lang="en-US" sz="750" b="1" i="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lgn="ctr"/>
            <a:r>
              <a:rPr lang="en-US"/>
              <a:t>LOREM IPSUM DOLOR</a:t>
            </a:r>
          </a:p>
        </p:txBody>
      </p:sp>
      <p:sp>
        <p:nvSpPr>
          <p:cNvPr id="32" name="Text Placeholder 3">
            <a:extLst>
              <a:ext uri="{FF2B5EF4-FFF2-40B4-BE49-F238E27FC236}">
                <a16:creationId xmlns:a16="http://schemas.microsoft.com/office/drawing/2014/main" id="{E67E130D-4063-1041-B67D-DA140ACF13C3}"/>
              </a:ext>
            </a:extLst>
          </p:cNvPr>
          <p:cNvSpPr>
            <a:spLocks noGrp="1"/>
          </p:cNvSpPr>
          <p:nvPr>
            <p:ph type="body" sz="quarter" idx="56"/>
          </p:nvPr>
        </p:nvSpPr>
        <p:spPr>
          <a:xfrm>
            <a:off x="3207388" y="1671721"/>
            <a:ext cx="1246938" cy="2821919"/>
          </a:xfrm>
        </p:spPr>
        <p:txBody>
          <a:bodyPr rIns="91440"/>
          <a:lstStyle>
            <a:lvl1pPr algn="l">
              <a:lnSpc>
                <a:spcPct val="130000"/>
              </a:lnSpc>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450"/>
              </a:spcAf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164592" indent="-164592" algn="l">
              <a:lnSpc>
                <a:spcPct val="130000"/>
              </a:lnSpc>
              <a:spcAft>
                <a:spcPts val="450"/>
              </a:spcAft>
              <a:buFont typeface="Arial" panose="020B0604020202020204" pitchFamily="34" charset="0"/>
              <a:buChar char="•"/>
              <a:defRPr sz="900"/>
            </a:lvl3pPr>
            <a:lvl4pPr algn="ctr">
              <a:buNone/>
              <a:defRPr sz="1050"/>
            </a:lvl4pPr>
            <a:lvl5pPr algn="ctr">
              <a:defRPr sz="1050"/>
            </a:lvl5pPr>
          </a:lstStyle>
          <a:p>
            <a:pPr marL="0" lvl="0" indent="0" algn="l"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l" defTabSz="685800" rtl="0" eaLnBrk="1" latinLnBrk="0" hangingPunct="1">
              <a:lnSpc>
                <a:spcPct val="130000"/>
              </a:lnSpc>
              <a:spcBef>
                <a:spcPts val="0"/>
              </a:spcBef>
              <a:spcAft>
                <a:spcPts val="450"/>
              </a:spcAft>
              <a:buFont typeface="Arial" panose="020B0604020202020204" pitchFamily="34" charset="0"/>
              <a:buNone/>
            </a:pPr>
            <a:r>
              <a:rPr lang="en-US"/>
              <a:t>Second level</a:t>
            </a:r>
          </a:p>
          <a:p>
            <a:pPr lvl="2"/>
            <a:r>
              <a:rPr lang="en-US"/>
              <a:t>Third level</a:t>
            </a:r>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hasCustomPrompt="1"/>
          </p:nvPr>
        </p:nvSpPr>
        <p:spPr>
          <a:xfrm>
            <a:off x="3167253" y="1281451"/>
            <a:ext cx="1440180" cy="295700"/>
          </a:xfrm>
          <a:prstGeom prst="chevron">
            <a:avLst/>
          </a:prstGeom>
          <a:solidFill>
            <a:schemeClr val="tx2"/>
          </a:solidFill>
        </p:spPr>
        <p:txBody>
          <a:bodyPr vert="horz" lIns="137160" tIns="0" rIns="45720" bIns="0" rtlCol="0" anchor="ctr" anchorCtr="0">
            <a:noAutofit/>
          </a:bodyPr>
          <a:lstStyle>
            <a:lvl1pPr>
              <a:defRPr lang="en-US" sz="750" b="1" i="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lgn="ctr"/>
            <a:r>
              <a:rPr lang="en-US"/>
              <a:t>LOREM IPSUM DOLOR</a:t>
            </a:r>
          </a:p>
        </p:txBody>
      </p:sp>
      <p:sp>
        <p:nvSpPr>
          <p:cNvPr id="33" name="Text Placeholder 4">
            <a:extLst>
              <a:ext uri="{FF2B5EF4-FFF2-40B4-BE49-F238E27FC236}">
                <a16:creationId xmlns:a16="http://schemas.microsoft.com/office/drawing/2014/main" id="{9DEF3210-9B0E-624D-A177-061098E145F3}"/>
              </a:ext>
            </a:extLst>
          </p:cNvPr>
          <p:cNvSpPr>
            <a:spLocks noGrp="1"/>
          </p:cNvSpPr>
          <p:nvPr>
            <p:ph type="body" sz="quarter" idx="57"/>
          </p:nvPr>
        </p:nvSpPr>
        <p:spPr>
          <a:xfrm>
            <a:off x="4595709" y="1671721"/>
            <a:ext cx="1246938" cy="2821919"/>
          </a:xfrm>
        </p:spPr>
        <p:txBody>
          <a:bodyPr rIns="91440"/>
          <a:lstStyle>
            <a:lvl1pPr algn="l">
              <a:lnSpc>
                <a:spcPct val="130000"/>
              </a:lnSpc>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450"/>
              </a:spcAf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164592" indent="-164592" algn="l">
              <a:lnSpc>
                <a:spcPct val="130000"/>
              </a:lnSpc>
              <a:spcAft>
                <a:spcPts val="450"/>
              </a:spcAft>
              <a:buFont typeface="Arial" panose="020B0604020202020204" pitchFamily="34" charset="0"/>
              <a:buChar char="•"/>
              <a:defRPr sz="900"/>
            </a:lvl3pPr>
            <a:lvl4pPr algn="ctr">
              <a:buNone/>
              <a:defRPr sz="1050"/>
            </a:lvl4pPr>
            <a:lvl5pPr algn="ctr">
              <a:defRPr sz="1050"/>
            </a:lvl5pPr>
          </a:lstStyle>
          <a:p>
            <a:pPr marL="0" lvl="0" indent="0" algn="l"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l" defTabSz="685800" rtl="0" eaLnBrk="1" latinLnBrk="0" hangingPunct="1">
              <a:lnSpc>
                <a:spcPct val="130000"/>
              </a:lnSpc>
              <a:spcBef>
                <a:spcPts val="0"/>
              </a:spcBef>
              <a:spcAft>
                <a:spcPts val="450"/>
              </a:spcAft>
              <a:buFont typeface="Arial" panose="020B0604020202020204" pitchFamily="34" charset="0"/>
              <a:buNone/>
            </a:pPr>
            <a:r>
              <a:rPr lang="en-US"/>
              <a:t>Second level</a:t>
            </a:r>
          </a:p>
          <a:p>
            <a:pPr lvl="2"/>
            <a:r>
              <a:rPr lang="en-US"/>
              <a:t>Third level</a:t>
            </a:r>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hasCustomPrompt="1"/>
          </p:nvPr>
        </p:nvSpPr>
        <p:spPr>
          <a:xfrm>
            <a:off x="4536567" y="1281451"/>
            <a:ext cx="1440180" cy="295700"/>
          </a:xfrm>
          <a:prstGeom prst="chevron">
            <a:avLst/>
          </a:prstGeom>
          <a:solidFill>
            <a:schemeClr val="tx2"/>
          </a:solidFill>
        </p:spPr>
        <p:txBody>
          <a:bodyPr vert="horz" lIns="137160" tIns="0" rIns="45720" bIns="0" rtlCol="0" anchor="ctr" anchorCtr="0">
            <a:noAutofit/>
          </a:bodyPr>
          <a:lstStyle>
            <a:lvl1pPr>
              <a:defRPr lang="en-US" sz="750" b="1" i="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lgn="ctr"/>
            <a:r>
              <a:rPr lang="en-US"/>
              <a:t>LOREM IPSUM DOLOR</a:t>
            </a:r>
          </a:p>
        </p:txBody>
      </p:sp>
      <p:sp>
        <p:nvSpPr>
          <p:cNvPr id="34" name="Text Placeholder 5">
            <a:extLst>
              <a:ext uri="{FF2B5EF4-FFF2-40B4-BE49-F238E27FC236}">
                <a16:creationId xmlns:a16="http://schemas.microsoft.com/office/drawing/2014/main" id="{91527110-5CA8-9649-AA19-F2F462112608}"/>
              </a:ext>
            </a:extLst>
          </p:cNvPr>
          <p:cNvSpPr>
            <a:spLocks noGrp="1"/>
          </p:cNvSpPr>
          <p:nvPr>
            <p:ph type="body" sz="quarter" idx="58"/>
          </p:nvPr>
        </p:nvSpPr>
        <p:spPr>
          <a:xfrm>
            <a:off x="5984030" y="1671721"/>
            <a:ext cx="1246938" cy="2821919"/>
          </a:xfrm>
        </p:spPr>
        <p:txBody>
          <a:bodyPr rIns="91440"/>
          <a:lstStyle>
            <a:lvl1pPr algn="l">
              <a:lnSpc>
                <a:spcPct val="130000"/>
              </a:lnSpc>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450"/>
              </a:spcAf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164592" indent="-164592" algn="l">
              <a:lnSpc>
                <a:spcPct val="130000"/>
              </a:lnSpc>
              <a:spcAft>
                <a:spcPts val="450"/>
              </a:spcAft>
              <a:buFont typeface="Arial" panose="020B0604020202020204" pitchFamily="34" charset="0"/>
              <a:buChar char="•"/>
              <a:defRPr sz="900"/>
            </a:lvl3pPr>
            <a:lvl4pPr algn="ctr">
              <a:buNone/>
              <a:defRPr sz="1050"/>
            </a:lvl4pPr>
            <a:lvl5pPr algn="ctr">
              <a:defRPr sz="1050"/>
            </a:lvl5pPr>
          </a:lstStyle>
          <a:p>
            <a:pPr marL="0" lvl="0" indent="0" algn="l"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l" defTabSz="685800" rtl="0" eaLnBrk="1" latinLnBrk="0" hangingPunct="1">
              <a:lnSpc>
                <a:spcPct val="130000"/>
              </a:lnSpc>
              <a:spcBef>
                <a:spcPts val="0"/>
              </a:spcBef>
              <a:spcAft>
                <a:spcPts val="450"/>
              </a:spcAft>
              <a:buFont typeface="Arial" panose="020B0604020202020204" pitchFamily="34" charset="0"/>
              <a:buNone/>
            </a:pPr>
            <a:r>
              <a:rPr lang="en-US"/>
              <a:t>Second level</a:t>
            </a:r>
          </a:p>
          <a:p>
            <a:pPr lvl="2"/>
            <a:r>
              <a:rPr lang="en-US"/>
              <a:t>Third level</a:t>
            </a:r>
          </a:p>
        </p:txBody>
      </p:sp>
      <p:sp>
        <p:nvSpPr>
          <p:cNvPr id="26" name="Timeline Marker 5">
            <a:extLst>
              <a:ext uri="{FF2B5EF4-FFF2-40B4-BE49-F238E27FC236}">
                <a16:creationId xmlns:a16="http://schemas.microsoft.com/office/drawing/2014/main" id="{C085402B-43AC-C542-B2D5-F3490F888A43}"/>
              </a:ext>
            </a:extLst>
          </p:cNvPr>
          <p:cNvSpPr>
            <a:spLocks noGrp="1"/>
          </p:cNvSpPr>
          <p:nvPr>
            <p:ph type="body" sz="quarter" idx="33" hasCustomPrompt="1"/>
          </p:nvPr>
        </p:nvSpPr>
        <p:spPr>
          <a:xfrm>
            <a:off x="5905881" y="1281451"/>
            <a:ext cx="1440180" cy="295700"/>
          </a:xfrm>
          <a:prstGeom prst="chevron">
            <a:avLst/>
          </a:prstGeom>
          <a:solidFill>
            <a:schemeClr val="tx2"/>
          </a:solidFill>
        </p:spPr>
        <p:txBody>
          <a:bodyPr vert="horz" lIns="137160" tIns="0" rIns="45720" bIns="0" rtlCol="0" anchor="ctr" anchorCtr="0">
            <a:noAutofit/>
          </a:bodyPr>
          <a:lstStyle>
            <a:lvl1pPr>
              <a:defRPr lang="en-US" sz="750" b="1" i="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lgn="ctr"/>
            <a:r>
              <a:rPr lang="en-US"/>
              <a:t>LOREM IPSUM DOLOR</a:t>
            </a:r>
          </a:p>
        </p:txBody>
      </p:sp>
      <p:sp>
        <p:nvSpPr>
          <p:cNvPr id="35" name="Text Placeholder 6">
            <a:extLst>
              <a:ext uri="{FF2B5EF4-FFF2-40B4-BE49-F238E27FC236}">
                <a16:creationId xmlns:a16="http://schemas.microsoft.com/office/drawing/2014/main" id="{ABDE68E5-7AB9-B54B-AF39-3B0F0813DAB4}"/>
              </a:ext>
            </a:extLst>
          </p:cNvPr>
          <p:cNvSpPr>
            <a:spLocks noGrp="1"/>
          </p:cNvSpPr>
          <p:nvPr>
            <p:ph type="body" sz="quarter" idx="59"/>
          </p:nvPr>
        </p:nvSpPr>
        <p:spPr>
          <a:xfrm>
            <a:off x="7372350" y="1671721"/>
            <a:ext cx="1246938" cy="2821919"/>
          </a:xfrm>
        </p:spPr>
        <p:txBody>
          <a:bodyPr rIns="91440"/>
          <a:lstStyle>
            <a:lvl1pPr algn="l">
              <a:lnSpc>
                <a:spcPct val="130000"/>
              </a:lnSpc>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450"/>
              </a:spcAf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164592" indent="-164592" algn="l">
              <a:lnSpc>
                <a:spcPct val="130000"/>
              </a:lnSpc>
              <a:spcAft>
                <a:spcPts val="450"/>
              </a:spcAft>
              <a:buFont typeface="Arial" panose="020B0604020202020204" pitchFamily="34" charset="0"/>
              <a:buChar char="•"/>
              <a:defRPr sz="900"/>
            </a:lvl3pPr>
            <a:lvl4pPr algn="ctr">
              <a:buNone/>
              <a:defRPr sz="1050"/>
            </a:lvl4pPr>
            <a:lvl5pPr algn="ctr">
              <a:defRPr sz="1050"/>
            </a:lvl5pPr>
          </a:lstStyle>
          <a:p>
            <a:pPr marL="0" lvl="0" indent="0" algn="l"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l" defTabSz="685800" rtl="0" eaLnBrk="1" latinLnBrk="0" hangingPunct="1">
              <a:lnSpc>
                <a:spcPct val="130000"/>
              </a:lnSpc>
              <a:spcBef>
                <a:spcPts val="0"/>
              </a:spcBef>
              <a:spcAft>
                <a:spcPts val="450"/>
              </a:spcAft>
              <a:buFont typeface="Arial" panose="020B0604020202020204" pitchFamily="34" charset="0"/>
              <a:buNone/>
            </a:pPr>
            <a:r>
              <a:rPr lang="en-US"/>
              <a:t>Second level</a:t>
            </a:r>
          </a:p>
          <a:p>
            <a:pPr lvl="2"/>
            <a:r>
              <a:rPr lang="en-US"/>
              <a:t>Third level</a:t>
            </a:r>
          </a:p>
        </p:txBody>
      </p:sp>
      <p:sp>
        <p:nvSpPr>
          <p:cNvPr id="29" name="Timeline Marker 6">
            <a:extLst>
              <a:ext uri="{FF2B5EF4-FFF2-40B4-BE49-F238E27FC236}">
                <a16:creationId xmlns:a16="http://schemas.microsoft.com/office/drawing/2014/main" id="{E9E7172C-ECD9-2447-B6B4-B7EE38681E52}"/>
              </a:ext>
            </a:extLst>
          </p:cNvPr>
          <p:cNvSpPr>
            <a:spLocks noGrp="1"/>
          </p:cNvSpPr>
          <p:nvPr>
            <p:ph type="body" sz="quarter" idx="36" hasCustomPrompt="1"/>
          </p:nvPr>
        </p:nvSpPr>
        <p:spPr>
          <a:xfrm>
            <a:off x="7275195" y="1281451"/>
            <a:ext cx="1440180" cy="295700"/>
          </a:xfrm>
          <a:prstGeom prst="chevron">
            <a:avLst/>
          </a:prstGeom>
          <a:solidFill>
            <a:schemeClr val="tx2"/>
          </a:solidFill>
        </p:spPr>
        <p:txBody>
          <a:bodyPr vert="horz" lIns="137160" tIns="0" rIns="45720" bIns="0" rtlCol="0" anchor="ctr" anchorCtr="0">
            <a:noAutofit/>
          </a:bodyPr>
          <a:lstStyle>
            <a:lvl1pPr>
              <a:defRPr lang="en-US" sz="750" b="1" i="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lgn="ctr"/>
            <a:r>
              <a:rPr lang="en-US"/>
              <a:t>LOREM IPSUM DOLOR</a:t>
            </a:r>
          </a:p>
        </p:txBody>
      </p:sp>
      <p:sp>
        <p:nvSpPr>
          <p:cNvPr id="19" name="Divider ">
            <a:extLst>
              <a:ext uri="{FF2B5EF4-FFF2-40B4-BE49-F238E27FC236}">
                <a16:creationId xmlns:a16="http://schemas.microsoft.com/office/drawing/2014/main" id="{52C1B4F8-818F-9546-B0D3-AC7BAAA4AF9D}"/>
              </a:ext>
            </a:extLst>
          </p:cNvPr>
          <p:cNvSpPr>
            <a:spLocks noGrp="1"/>
          </p:cNvSpPr>
          <p:nvPr>
            <p:ph type="body" sz="quarter" idx="48"/>
          </p:nvPr>
        </p:nvSpPr>
        <p:spPr>
          <a:xfrm rot="5400000">
            <a:off x="313406" y="3063286"/>
            <a:ext cx="2821920" cy="6858"/>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a:t>
            </a:r>
          </a:p>
        </p:txBody>
      </p:sp>
      <p:sp>
        <p:nvSpPr>
          <p:cNvPr id="22" name="Divider ">
            <a:extLst>
              <a:ext uri="{FF2B5EF4-FFF2-40B4-BE49-F238E27FC236}">
                <a16:creationId xmlns:a16="http://schemas.microsoft.com/office/drawing/2014/main" id="{8A4CC0B7-D73C-A449-8020-AA1507A65ECF}"/>
              </a:ext>
            </a:extLst>
          </p:cNvPr>
          <p:cNvSpPr>
            <a:spLocks noGrp="1"/>
          </p:cNvSpPr>
          <p:nvPr>
            <p:ph type="body" sz="quarter" idx="49"/>
          </p:nvPr>
        </p:nvSpPr>
        <p:spPr>
          <a:xfrm rot="5400000">
            <a:off x="1683262" y="3063286"/>
            <a:ext cx="2821920" cy="6858"/>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a:t>
            </a:r>
          </a:p>
        </p:txBody>
      </p:sp>
      <p:sp>
        <p:nvSpPr>
          <p:cNvPr id="25" name="Divider ">
            <a:extLst>
              <a:ext uri="{FF2B5EF4-FFF2-40B4-BE49-F238E27FC236}">
                <a16:creationId xmlns:a16="http://schemas.microsoft.com/office/drawing/2014/main" id="{C13758D7-0017-5746-AFBA-87A1B6C7FDA5}"/>
              </a:ext>
            </a:extLst>
          </p:cNvPr>
          <p:cNvSpPr>
            <a:spLocks noGrp="1"/>
          </p:cNvSpPr>
          <p:nvPr>
            <p:ph type="body" sz="quarter" idx="50"/>
          </p:nvPr>
        </p:nvSpPr>
        <p:spPr>
          <a:xfrm rot="5400000">
            <a:off x="3044213" y="3063286"/>
            <a:ext cx="2821920" cy="6858"/>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a:t>
            </a:r>
          </a:p>
        </p:txBody>
      </p:sp>
      <p:sp>
        <p:nvSpPr>
          <p:cNvPr id="28" name="Divider ">
            <a:extLst>
              <a:ext uri="{FF2B5EF4-FFF2-40B4-BE49-F238E27FC236}">
                <a16:creationId xmlns:a16="http://schemas.microsoft.com/office/drawing/2014/main" id="{D99AE320-B9BF-B84B-9591-39628235C00A}"/>
              </a:ext>
            </a:extLst>
          </p:cNvPr>
          <p:cNvSpPr>
            <a:spLocks noGrp="1"/>
          </p:cNvSpPr>
          <p:nvPr>
            <p:ph type="body" sz="quarter" idx="51"/>
          </p:nvPr>
        </p:nvSpPr>
        <p:spPr>
          <a:xfrm rot="5400000">
            <a:off x="4418828" y="3063286"/>
            <a:ext cx="2821920" cy="6858"/>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a:t>
            </a:r>
          </a:p>
        </p:txBody>
      </p:sp>
      <p:sp>
        <p:nvSpPr>
          <p:cNvPr id="30" name="Divider ">
            <a:extLst>
              <a:ext uri="{FF2B5EF4-FFF2-40B4-BE49-F238E27FC236}">
                <a16:creationId xmlns:a16="http://schemas.microsoft.com/office/drawing/2014/main" id="{3F172E28-4AE0-8743-8471-F56573E28327}"/>
              </a:ext>
            </a:extLst>
          </p:cNvPr>
          <p:cNvSpPr>
            <a:spLocks noGrp="1"/>
          </p:cNvSpPr>
          <p:nvPr>
            <p:ph type="body" sz="quarter" idx="52"/>
          </p:nvPr>
        </p:nvSpPr>
        <p:spPr>
          <a:xfrm rot="5400000">
            <a:off x="5790013" y="3063286"/>
            <a:ext cx="2821920" cy="6858"/>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a:t>
            </a:r>
          </a:p>
        </p:txBody>
      </p:sp>
      <p:sp>
        <p:nvSpPr>
          <p:cNvPr id="3" name="Footer Placeholder 2">
            <a:extLst>
              <a:ext uri="{FF2B5EF4-FFF2-40B4-BE49-F238E27FC236}">
                <a16:creationId xmlns:a16="http://schemas.microsoft.com/office/drawing/2014/main" id="{094A6D66-72F2-5143-A396-40F50F0E8408}"/>
              </a:ext>
            </a:extLst>
          </p:cNvPr>
          <p:cNvSpPr>
            <a:spLocks noGrp="1"/>
          </p:cNvSpPr>
          <p:nvPr>
            <p:ph type="ftr" sz="quarter" idx="5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4" name="Slide Number Placeholder 3">
            <a:extLst>
              <a:ext uri="{FF2B5EF4-FFF2-40B4-BE49-F238E27FC236}">
                <a16:creationId xmlns:a16="http://schemas.microsoft.com/office/drawing/2014/main" id="{64CEA351-25D8-6746-BDC0-2D5483707374}"/>
              </a:ext>
            </a:extLst>
          </p:cNvPr>
          <p:cNvSpPr>
            <a:spLocks noGrp="1"/>
          </p:cNvSpPr>
          <p:nvPr>
            <p:ph type="sldNum" sz="quarter" idx="54"/>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358520996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Process Chevron w. Icons (purp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428625" y="428626"/>
            <a:ext cx="6886575" cy="452628"/>
          </a:xfrm>
        </p:spPr>
        <p:txBody>
          <a:bodyPr/>
          <a:lstStyle/>
          <a:p>
            <a:r>
              <a:rPr lang="en-US"/>
              <a:t>Click to edit Master title style</a:t>
            </a:r>
          </a:p>
        </p:txBody>
      </p:sp>
      <p:sp>
        <p:nvSpPr>
          <p:cNvPr id="10" name="Text Placeholder 1">
            <a:extLst>
              <a:ext uri="{FF2B5EF4-FFF2-40B4-BE49-F238E27FC236}">
                <a16:creationId xmlns:a16="http://schemas.microsoft.com/office/drawing/2014/main" id="{FFAE8AAD-BA05-5846-966B-8925B239BEF5}"/>
              </a:ext>
            </a:extLst>
          </p:cNvPr>
          <p:cNvSpPr>
            <a:spLocks noGrp="1"/>
          </p:cNvSpPr>
          <p:nvPr>
            <p:ph type="body" sz="quarter" idx="39"/>
          </p:nvPr>
        </p:nvSpPr>
        <p:spPr>
          <a:xfrm>
            <a:off x="428625" y="2645569"/>
            <a:ext cx="1213866" cy="1660922"/>
          </a:xfrm>
        </p:spPr>
        <p:txBody>
          <a:bodyPr/>
          <a:lstStyle>
            <a:lvl1pPr>
              <a:spcAft>
                <a:spcPts val="225"/>
              </a:spcAft>
              <a:defRPr sz="900" b="1" i="0">
                <a:latin typeface="FedEx Sans" panose="020B0603020203020204" pitchFamily="34" charset="0"/>
                <a:ea typeface="FedEx Sans" panose="020B0603020203020204" pitchFamily="34" charset="0"/>
                <a:cs typeface="FedEx Sans" panose="020B0603020203020204" pitchFamily="34" charset="0"/>
              </a:defRPr>
            </a:lvl1pPr>
            <a:lvl2pPr>
              <a:spcAft>
                <a:spcPts val="450"/>
              </a:spcAft>
              <a:defRPr sz="900" b="0" i="0">
                <a:latin typeface="FedEx Sans" panose="020B0603020203020204" pitchFamily="34" charset="0"/>
                <a:ea typeface="FedEx Sans" panose="020B0603020203020204" pitchFamily="34" charset="0"/>
                <a:cs typeface="FedEx Sans" panose="020B0603020203020204" pitchFamily="34" charset="0"/>
              </a:defRPr>
            </a:lvl2pPr>
            <a:lvl3pPr>
              <a:defRPr lang="en-US" sz="1200" kern="1200" dirty="0" smtClean="0">
                <a:solidFill>
                  <a:schemeClr val="tx1"/>
                </a:solidFill>
                <a:latin typeface="+mn-lt"/>
                <a:ea typeface="+mn-ea"/>
                <a:cs typeface="+mn-cs"/>
              </a:defRPr>
            </a:lvl3pPr>
            <a:lvl4pPr>
              <a:spcAft>
                <a:spcPts val="450"/>
              </a:spcAft>
              <a:defRPr lang="en-US" sz="900" kern="1200" dirty="0" smtClean="0">
                <a:solidFill>
                  <a:schemeClr val="tx1"/>
                </a:solidFill>
                <a:latin typeface="+mn-lt"/>
                <a:ea typeface="+mn-ea"/>
                <a:cs typeface="+mn-cs"/>
              </a:defRPr>
            </a:lvl4pPr>
            <a:lvl5pPr>
              <a:spcAft>
                <a:spcPts val="450"/>
              </a:spcAft>
              <a:defRPr sz="900"/>
            </a:lvl5pPr>
            <a:lvl6pPr>
              <a:spcAft>
                <a:spcPts val="450"/>
              </a:spcAft>
              <a:defRPr sz="900"/>
            </a:lvl6pPr>
          </a:lstStyle>
          <a:p>
            <a:pPr lvl="0"/>
            <a:r>
              <a:rPr lang="en-US"/>
              <a:t>Click to edit Master text styles</a:t>
            </a:r>
          </a:p>
          <a:p>
            <a:pPr lvl="1"/>
            <a:r>
              <a:rPr lang="en-US"/>
              <a:t>Second level</a:t>
            </a:r>
          </a:p>
          <a:p>
            <a:pPr marL="164592" lvl="3" indent="-164592" algn="l" defTabSz="685800" rtl="0" eaLnBrk="1" latinLnBrk="0" hangingPunct="1">
              <a:lnSpc>
                <a:spcPct val="130000"/>
              </a:lnSpc>
              <a:spcBef>
                <a:spcPts val="0"/>
              </a:spcBef>
              <a:spcAft>
                <a:spcPts val="450"/>
              </a:spcAft>
              <a:buFont typeface="Arial" panose="020B0604020202020204" pitchFamily="34" charset="0"/>
              <a:buChar char="•"/>
            </a:pPr>
            <a:r>
              <a:rPr lang="en-US"/>
              <a:t>Third level</a:t>
            </a:r>
          </a:p>
          <a:p>
            <a:pPr marL="329184" lvl="4" indent="-164592" algn="l" defTabSz="685800" rtl="0" eaLnBrk="1" latinLnBrk="0" hangingPunct="1">
              <a:lnSpc>
                <a:spcPct val="130000"/>
              </a:lnSpc>
              <a:spcBef>
                <a:spcPts val="0"/>
              </a:spcBef>
              <a:spcAft>
                <a:spcPts val="450"/>
              </a:spcAft>
              <a:buFont typeface="System Font Regular"/>
              <a:buChar char="–"/>
            </a:pPr>
            <a:r>
              <a:rPr lang="en-US"/>
              <a:t>Fourth level</a:t>
            </a:r>
          </a:p>
          <a:p>
            <a:pPr lvl="5"/>
            <a:r>
              <a:rPr lang="en-US"/>
              <a:t>Fifth level</a:t>
            </a:r>
          </a:p>
        </p:txBody>
      </p:sp>
      <p:sp>
        <p:nvSpPr>
          <p:cNvPr id="6" name="Timeline Marker 1">
            <a:extLst>
              <a:ext uri="{FF2B5EF4-FFF2-40B4-BE49-F238E27FC236}">
                <a16:creationId xmlns:a16="http://schemas.microsoft.com/office/drawing/2014/main" id="{B606C694-E3FF-C046-818C-2E3ADC91534A}"/>
              </a:ext>
            </a:extLst>
          </p:cNvPr>
          <p:cNvSpPr>
            <a:spLocks noGrp="1"/>
          </p:cNvSpPr>
          <p:nvPr>
            <p:ph type="body" sz="quarter" idx="21"/>
          </p:nvPr>
        </p:nvSpPr>
        <p:spPr>
          <a:xfrm>
            <a:off x="428625" y="1543051"/>
            <a:ext cx="1560195" cy="876995"/>
          </a:xfrm>
          <a:prstGeom prst="homePlat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13" name="Icon Placeholder 1">
            <a:extLst>
              <a:ext uri="{FF2B5EF4-FFF2-40B4-BE49-F238E27FC236}">
                <a16:creationId xmlns:a16="http://schemas.microsoft.com/office/drawing/2014/main" id="{BEBDBD93-5B7D-C348-A0B0-D59B7451CA8C}"/>
              </a:ext>
            </a:extLst>
          </p:cNvPr>
          <p:cNvSpPr>
            <a:spLocks noGrp="1"/>
          </p:cNvSpPr>
          <p:nvPr>
            <p:ph type="pic" sz="quarter" idx="19" hasCustomPrompt="1"/>
          </p:nvPr>
        </p:nvSpPr>
        <p:spPr>
          <a:xfrm>
            <a:off x="787361" y="1734582"/>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1" name="Text Placeholder 2">
            <a:extLst>
              <a:ext uri="{FF2B5EF4-FFF2-40B4-BE49-F238E27FC236}">
                <a16:creationId xmlns:a16="http://schemas.microsoft.com/office/drawing/2014/main" id="{77A4ED08-948F-8645-82CF-4BD06506220C}"/>
              </a:ext>
            </a:extLst>
          </p:cNvPr>
          <p:cNvSpPr>
            <a:spLocks noGrp="1"/>
          </p:cNvSpPr>
          <p:nvPr>
            <p:ph type="body" sz="quarter" idx="41"/>
          </p:nvPr>
        </p:nvSpPr>
        <p:spPr>
          <a:xfrm>
            <a:off x="1805940" y="2645569"/>
            <a:ext cx="1213866" cy="1660922"/>
          </a:xfrm>
        </p:spPr>
        <p:txBody>
          <a:bodyPr/>
          <a:lstStyle>
            <a:lvl1pPr>
              <a:spcAft>
                <a:spcPts val="225"/>
              </a:spcAft>
              <a:defRPr sz="900" b="1" i="0">
                <a:latin typeface="FedEx Sans" panose="020B0603020203020204" pitchFamily="34" charset="0"/>
                <a:ea typeface="FedEx Sans" panose="020B0603020203020204" pitchFamily="34" charset="0"/>
                <a:cs typeface="FedEx Sans" panose="020B0603020203020204" pitchFamily="34" charset="0"/>
              </a:defRPr>
            </a:lvl1pPr>
            <a:lvl2pPr>
              <a:spcAft>
                <a:spcPts val="450"/>
              </a:spcAft>
              <a:defRPr sz="900" b="0" i="0">
                <a:latin typeface="FedEx Sans" panose="020B0603020203020204" pitchFamily="34" charset="0"/>
                <a:ea typeface="FedEx Sans" panose="020B0603020203020204" pitchFamily="34" charset="0"/>
                <a:cs typeface="FedEx Sans" panose="020B0603020203020204" pitchFamily="34" charset="0"/>
              </a:defRPr>
            </a:lvl2pPr>
            <a:lvl3pPr>
              <a:defRPr lang="en-US" sz="1200" kern="1200" dirty="0" smtClean="0">
                <a:solidFill>
                  <a:schemeClr val="tx1"/>
                </a:solidFill>
                <a:latin typeface="+mn-lt"/>
                <a:ea typeface="+mn-ea"/>
                <a:cs typeface="+mn-cs"/>
              </a:defRPr>
            </a:lvl3pPr>
            <a:lvl4pPr>
              <a:spcAft>
                <a:spcPts val="450"/>
              </a:spcAft>
              <a:defRPr lang="en-US" sz="900" kern="1200" dirty="0" smtClean="0">
                <a:solidFill>
                  <a:schemeClr val="tx1"/>
                </a:solidFill>
                <a:latin typeface="+mn-lt"/>
                <a:ea typeface="+mn-ea"/>
                <a:cs typeface="+mn-cs"/>
              </a:defRPr>
            </a:lvl4pPr>
            <a:lvl5pPr>
              <a:spcAft>
                <a:spcPts val="450"/>
              </a:spcAft>
              <a:defRPr sz="900"/>
            </a:lvl5pPr>
            <a:lvl6pPr>
              <a:spcAft>
                <a:spcPts val="450"/>
              </a:spcAft>
              <a:defRPr sz="900"/>
            </a:lvl6pPr>
          </a:lstStyle>
          <a:p>
            <a:pPr lvl="0"/>
            <a:r>
              <a:rPr lang="en-US"/>
              <a:t>Click to edit Master text styles</a:t>
            </a:r>
          </a:p>
          <a:p>
            <a:pPr lvl="1"/>
            <a:r>
              <a:rPr lang="en-US"/>
              <a:t>Second level</a:t>
            </a:r>
          </a:p>
          <a:p>
            <a:pPr marL="164592" lvl="3" indent="-164592" algn="l" defTabSz="685800" rtl="0" eaLnBrk="1" latinLnBrk="0" hangingPunct="1">
              <a:lnSpc>
                <a:spcPct val="130000"/>
              </a:lnSpc>
              <a:spcBef>
                <a:spcPts val="0"/>
              </a:spcBef>
              <a:spcAft>
                <a:spcPts val="450"/>
              </a:spcAft>
              <a:buFont typeface="Arial" panose="020B0604020202020204" pitchFamily="34" charset="0"/>
              <a:buChar char="•"/>
            </a:pPr>
            <a:r>
              <a:rPr lang="en-US"/>
              <a:t>Third level</a:t>
            </a:r>
          </a:p>
          <a:p>
            <a:pPr marL="329184" lvl="4" indent="-164592" algn="l" defTabSz="685800" rtl="0" eaLnBrk="1" latinLnBrk="0" hangingPunct="1">
              <a:lnSpc>
                <a:spcPct val="130000"/>
              </a:lnSpc>
              <a:spcBef>
                <a:spcPts val="0"/>
              </a:spcBef>
              <a:spcAft>
                <a:spcPts val="450"/>
              </a:spcAft>
              <a:buFont typeface="System Font Regular"/>
              <a:buChar char="–"/>
            </a:pPr>
            <a:r>
              <a:rPr lang="en-US"/>
              <a:t>Fourth level</a:t>
            </a:r>
          </a:p>
          <a:p>
            <a:pPr lvl="5"/>
            <a:r>
              <a:rPr lang="en-US"/>
              <a:t>Fifth level</a:t>
            </a:r>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p:nvPr>
        </p:nvSpPr>
        <p:spPr>
          <a:xfrm>
            <a:off x="1716786" y="1543051"/>
            <a:ext cx="1645920" cy="876995"/>
          </a:xfrm>
          <a:prstGeom prst="chevron">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16" name="Icon Placeholder 2">
            <a:extLst>
              <a:ext uri="{FF2B5EF4-FFF2-40B4-BE49-F238E27FC236}">
                <a16:creationId xmlns:a16="http://schemas.microsoft.com/office/drawing/2014/main" id="{F2E6A368-E249-A54D-B159-22936BA5F19D}"/>
              </a:ext>
            </a:extLst>
          </p:cNvPr>
          <p:cNvSpPr>
            <a:spLocks noGrp="1"/>
          </p:cNvSpPr>
          <p:nvPr>
            <p:ph type="pic" sz="quarter" idx="23" hasCustomPrompt="1"/>
          </p:nvPr>
        </p:nvSpPr>
        <p:spPr>
          <a:xfrm>
            <a:off x="2295272" y="1734582"/>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2" name="Text Placeholder 3">
            <a:extLst>
              <a:ext uri="{FF2B5EF4-FFF2-40B4-BE49-F238E27FC236}">
                <a16:creationId xmlns:a16="http://schemas.microsoft.com/office/drawing/2014/main" id="{AEE2DF04-3B91-104D-987F-913191E9CC98}"/>
              </a:ext>
            </a:extLst>
          </p:cNvPr>
          <p:cNvSpPr>
            <a:spLocks noGrp="1"/>
          </p:cNvSpPr>
          <p:nvPr>
            <p:ph type="body" sz="quarter" idx="42"/>
          </p:nvPr>
        </p:nvSpPr>
        <p:spPr>
          <a:xfrm>
            <a:off x="3183255" y="2645569"/>
            <a:ext cx="1213866" cy="1660922"/>
          </a:xfrm>
        </p:spPr>
        <p:txBody>
          <a:bodyPr/>
          <a:lstStyle>
            <a:lvl1pPr>
              <a:spcAft>
                <a:spcPts val="225"/>
              </a:spcAft>
              <a:defRPr sz="900" b="1" i="0">
                <a:latin typeface="FedEx Sans" panose="020B0603020203020204" pitchFamily="34" charset="0"/>
                <a:ea typeface="FedEx Sans" panose="020B0603020203020204" pitchFamily="34" charset="0"/>
                <a:cs typeface="FedEx Sans" panose="020B0603020203020204" pitchFamily="34" charset="0"/>
              </a:defRPr>
            </a:lvl1pPr>
            <a:lvl2pPr>
              <a:spcAft>
                <a:spcPts val="450"/>
              </a:spcAft>
              <a:defRPr sz="900" b="0" i="0">
                <a:latin typeface="FedEx Sans" panose="020B0603020203020204" pitchFamily="34" charset="0"/>
                <a:ea typeface="FedEx Sans" panose="020B0603020203020204" pitchFamily="34" charset="0"/>
                <a:cs typeface="FedEx Sans" panose="020B0603020203020204" pitchFamily="34" charset="0"/>
              </a:defRPr>
            </a:lvl2pPr>
            <a:lvl3pPr>
              <a:defRPr lang="en-US" sz="1200" kern="1200" dirty="0" smtClean="0">
                <a:solidFill>
                  <a:schemeClr val="tx1"/>
                </a:solidFill>
                <a:latin typeface="+mn-lt"/>
                <a:ea typeface="+mn-ea"/>
                <a:cs typeface="+mn-cs"/>
              </a:defRPr>
            </a:lvl3pPr>
            <a:lvl4pPr>
              <a:spcAft>
                <a:spcPts val="450"/>
              </a:spcAft>
              <a:defRPr lang="en-US" sz="900" kern="1200" dirty="0" smtClean="0">
                <a:solidFill>
                  <a:schemeClr val="tx1"/>
                </a:solidFill>
                <a:latin typeface="+mn-lt"/>
                <a:ea typeface="+mn-ea"/>
                <a:cs typeface="+mn-cs"/>
              </a:defRPr>
            </a:lvl4pPr>
            <a:lvl5pPr>
              <a:spcAft>
                <a:spcPts val="450"/>
              </a:spcAft>
              <a:defRPr sz="900"/>
            </a:lvl5pPr>
            <a:lvl6pPr>
              <a:spcAft>
                <a:spcPts val="450"/>
              </a:spcAft>
              <a:defRPr sz="900"/>
            </a:lvl6pPr>
          </a:lstStyle>
          <a:p>
            <a:pPr lvl="0"/>
            <a:r>
              <a:rPr lang="en-US"/>
              <a:t>Click to edit Master text styles</a:t>
            </a:r>
          </a:p>
          <a:p>
            <a:pPr lvl="1"/>
            <a:r>
              <a:rPr lang="en-US"/>
              <a:t>Second level</a:t>
            </a:r>
          </a:p>
          <a:p>
            <a:pPr marL="164592" lvl="3" indent="-164592" algn="l" defTabSz="685800" rtl="0" eaLnBrk="1" latinLnBrk="0" hangingPunct="1">
              <a:lnSpc>
                <a:spcPct val="130000"/>
              </a:lnSpc>
              <a:spcBef>
                <a:spcPts val="0"/>
              </a:spcBef>
              <a:spcAft>
                <a:spcPts val="450"/>
              </a:spcAft>
              <a:buFont typeface="Arial" panose="020B0604020202020204" pitchFamily="34" charset="0"/>
              <a:buChar char="•"/>
            </a:pPr>
            <a:r>
              <a:rPr lang="en-US"/>
              <a:t>Third level</a:t>
            </a:r>
          </a:p>
          <a:p>
            <a:pPr marL="329184" lvl="4" indent="-164592" algn="l" defTabSz="685800" rtl="0" eaLnBrk="1" latinLnBrk="0" hangingPunct="1">
              <a:lnSpc>
                <a:spcPct val="130000"/>
              </a:lnSpc>
              <a:spcBef>
                <a:spcPts val="0"/>
              </a:spcBef>
              <a:spcAft>
                <a:spcPts val="450"/>
              </a:spcAft>
              <a:buFont typeface="System Font Regular"/>
              <a:buChar char="–"/>
            </a:pPr>
            <a:r>
              <a:rPr lang="en-US"/>
              <a:t>Fourth level</a:t>
            </a:r>
          </a:p>
          <a:p>
            <a:pPr lvl="5"/>
            <a:r>
              <a:rPr lang="en-US"/>
              <a:t>Fifth level</a:t>
            </a:r>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p:nvPr>
        </p:nvSpPr>
        <p:spPr>
          <a:xfrm>
            <a:off x="3090672" y="1543051"/>
            <a:ext cx="1645920" cy="876995"/>
          </a:xfrm>
          <a:prstGeom prst="chevron">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19" name="Icon Placeholder 3">
            <a:extLst>
              <a:ext uri="{FF2B5EF4-FFF2-40B4-BE49-F238E27FC236}">
                <a16:creationId xmlns:a16="http://schemas.microsoft.com/office/drawing/2014/main" id="{176E0699-763B-7347-8E7D-937F394F39FD}"/>
              </a:ext>
            </a:extLst>
          </p:cNvPr>
          <p:cNvSpPr>
            <a:spLocks noGrp="1"/>
          </p:cNvSpPr>
          <p:nvPr>
            <p:ph type="pic" sz="quarter" idx="26" hasCustomPrompt="1"/>
          </p:nvPr>
        </p:nvSpPr>
        <p:spPr>
          <a:xfrm>
            <a:off x="3669158" y="1734582"/>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3" name="Text Placeholder 4">
            <a:extLst>
              <a:ext uri="{FF2B5EF4-FFF2-40B4-BE49-F238E27FC236}">
                <a16:creationId xmlns:a16="http://schemas.microsoft.com/office/drawing/2014/main" id="{08A05B84-97A8-DE40-AC36-2CF5A5EAC579}"/>
              </a:ext>
            </a:extLst>
          </p:cNvPr>
          <p:cNvSpPr>
            <a:spLocks noGrp="1"/>
          </p:cNvSpPr>
          <p:nvPr>
            <p:ph type="body" sz="quarter" idx="43"/>
          </p:nvPr>
        </p:nvSpPr>
        <p:spPr>
          <a:xfrm>
            <a:off x="4560570" y="2645569"/>
            <a:ext cx="1213866" cy="1660922"/>
          </a:xfrm>
        </p:spPr>
        <p:txBody>
          <a:bodyPr/>
          <a:lstStyle>
            <a:lvl1pPr>
              <a:spcAft>
                <a:spcPts val="225"/>
              </a:spcAft>
              <a:defRPr sz="900" b="1" i="0">
                <a:latin typeface="FedEx Sans" panose="020B0603020203020204" pitchFamily="34" charset="0"/>
                <a:ea typeface="FedEx Sans" panose="020B0603020203020204" pitchFamily="34" charset="0"/>
                <a:cs typeface="FedEx Sans" panose="020B0603020203020204" pitchFamily="34" charset="0"/>
              </a:defRPr>
            </a:lvl1pPr>
            <a:lvl2pPr>
              <a:spcAft>
                <a:spcPts val="450"/>
              </a:spcAft>
              <a:defRPr sz="900" b="0" i="0">
                <a:latin typeface="FedEx Sans" panose="020B0603020203020204" pitchFamily="34" charset="0"/>
                <a:ea typeface="FedEx Sans" panose="020B0603020203020204" pitchFamily="34" charset="0"/>
                <a:cs typeface="FedEx Sans" panose="020B0603020203020204" pitchFamily="34" charset="0"/>
              </a:defRPr>
            </a:lvl2pPr>
            <a:lvl3pPr>
              <a:defRPr lang="en-US" sz="1200" kern="1200" dirty="0" smtClean="0">
                <a:solidFill>
                  <a:schemeClr val="tx1"/>
                </a:solidFill>
                <a:latin typeface="+mn-lt"/>
                <a:ea typeface="+mn-ea"/>
                <a:cs typeface="+mn-cs"/>
              </a:defRPr>
            </a:lvl3pPr>
            <a:lvl4pPr>
              <a:spcAft>
                <a:spcPts val="450"/>
              </a:spcAft>
              <a:defRPr lang="en-US" sz="900" kern="1200" dirty="0" smtClean="0">
                <a:solidFill>
                  <a:schemeClr val="tx1"/>
                </a:solidFill>
                <a:latin typeface="+mn-lt"/>
                <a:ea typeface="+mn-ea"/>
                <a:cs typeface="+mn-cs"/>
              </a:defRPr>
            </a:lvl4pPr>
            <a:lvl5pPr>
              <a:spcAft>
                <a:spcPts val="450"/>
              </a:spcAft>
              <a:defRPr sz="900"/>
            </a:lvl5pPr>
            <a:lvl6pPr>
              <a:spcAft>
                <a:spcPts val="450"/>
              </a:spcAft>
              <a:defRPr sz="900"/>
            </a:lvl6pPr>
          </a:lstStyle>
          <a:p>
            <a:pPr lvl="0"/>
            <a:r>
              <a:rPr lang="en-US"/>
              <a:t>Click to edit Master text styles</a:t>
            </a:r>
          </a:p>
          <a:p>
            <a:pPr lvl="1"/>
            <a:r>
              <a:rPr lang="en-US"/>
              <a:t>Second level</a:t>
            </a:r>
          </a:p>
          <a:p>
            <a:pPr marL="164592" lvl="3" indent="-164592" algn="l" defTabSz="685800" rtl="0" eaLnBrk="1" latinLnBrk="0" hangingPunct="1">
              <a:lnSpc>
                <a:spcPct val="130000"/>
              </a:lnSpc>
              <a:spcBef>
                <a:spcPts val="0"/>
              </a:spcBef>
              <a:spcAft>
                <a:spcPts val="450"/>
              </a:spcAft>
              <a:buFont typeface="Arial" panose="020B0604020202020204" pitchFamily="34" charset="0"/>
              <a:buChar char="•"/>
            </a:pPr>
            <a:r>
              <a:rPr lang="en-US"/>
              <a:t>Third level</a:t>
            </a:r>
          </a:p>
          <a:p>
            <a:pPr marL="329184" lvl="4" indent="-164592" algn="l" defTabSz="685800" rtl="0" eaLnBrk="1" latinLnBrk="0" hangingPunct="1">
              <a:lnSpc>
                <a:spcPct val="130000"/>
              </a:lnSpc>
              <a:spcBef>
                <a:spcPts val="0"/>
              </a:spcBef>
              <a:spcAft>
                <a:spcPts val="450"/>
              </a:spcAft>
              <a:buFont typeface="System Font Regular"/>
              <a:buChar char="–"/>
            </a:pPr>
            <a:r>
              <a:rPr lang="en-US"/>
              <a:t>Fourth level</a:t>
            </a:r>
          </a:p>
          <a:p>
            <a:pPr lvl="5"/>
            <a:r>
              <a:rPr lang="en-US"/>
              <a:t>Fifth level</a:t>
            </a:r>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p:nvPr>
        </p:nvSpPr>
        <p:spPr>
          <a:xfrm>
            <a:off x="4464558" y="1543051"/>
            <a:ext cx="1645920" cy="876995"/>
          </a:xfrm>
          <a:prstGeom prst="chevron">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22" name="Icon Placeholder 4">
            <a:extLst>
              <a:ext uri="{FF2B5EF4-FFF2-40B4-BE49-F238E27FC236}">
                <a16:creationId xmlns:a16="http://schemas.microsoft.com/office/drawing/2014/main" id="{9E90A145-47CA-FC4B-8427-53F175446A02}"/>
              </a:ext>
            </a:extLst>
          </p:cNvPr>
          <p:cNvSpPr>
            <a:spLocks noGrp="1"/>
          </p:cNvSpPr>
          <p:nvPr>
            <p:ph type="pic" sz="quarter" idx="29" hasCustomPrompt="1"/>
          </p:nvPr>
        </p:nvSpPr>
        <p:spPr>
          <a:xfrm>
            <a:off x="5044059" y="1734582"/>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4" name="Text Placeholder 5">
            <a:extLst>
              <a:ext uri="{FF2B5EF4-FFF2-40B4-BE49-F238E27FC236}">
                <a16:creationId xmlns:a16="http://schemas.microsoft.com/office/drawing/2014/main" id="{892266CB-F611-0A4C-9735-3AC96E323EF5}"/>
              </a:ext>
            </a:extLst>
          </p:cNvPr>
          <p:cNvSpPr>
            <a:spLocks noGrp="1"/>
          </p:cNvSpPr>
          <p:nvPr>
            <p:ph type="body" sz="quarter" idx="44"/>
          </p:nvPr>
        </p:nvSpPr>
        <p:spPr>
          <a:xfrm>
            <a:off x="5937885" y="2645569"/>
            <a:ext cx="1213866" cy="1660922"/>
          </a:xfrm>
        </p:spPr>
        <p:txBody>
          <a:bodyPr/>
          <a:lstStyle>
            <a:lvl1pPr>
              <a:spcAft>
                <a:spcPts val="225"/>
              </a:spcAft>
              <a:defRPr sz="900" b="1" i="0">
                <a:latin typeface="FedEx Sans" panose="020B0603020203020204" pitchFamily="34" charset="0"/>
                <a:ea typeface="FedEx Sans" panose="020B0603020203020204" pitchFamily="34" charset="0"/>
                <a:cs typeface="FedEx Sans" panose="020B0603020203020204" pitchFamily="34" charset="0"/>
              </a:defRPr>
            </a:lvl1pPr>
            <a:lvl2pPr>
              <a:spcAft>
                <a:spcPts val="450"/>
              </a:spcAft>
              <a:defRPr sz="900" b="0" i="0">
                <a:latin typeface="FedEx Sans" panose="020B0603020203020204" pitchFamily="34" charset="0"/>
                <a:ea typeface="FedEx Sans" panose="020B0603020203020204" pitchFamily="34" charset="0"/>
                <a:cs typeface="FedEx Sans" panose="020B0603020203020204" pitchFamily="34" charset="0"/>
              </a:defRPr>
            </a:lvl2pPr>
            <a:lvl3pPr>
              <a:defRPr lang="en-US" sz="1200" kern="1200" dirty="0" smtClean="0">
                <a:solidFill>
                  <a:schemeClr val="tx1"/>
                </a:solidFill>
                <a:latin typeface="+mn-lt"/>
                <a:ea typeface="+mn-ea"/>
                <a:cs typeface="+mn-cs"/>
              </a:defRPr>
            </a:lvl3pPr>
            <a:lvl4pPr>
              <a:spcAft>
                <a:spcPts val="450"/>
              </a:spcAft>
              <a:defRPr lang="en-US" sz="900" kern="1200" dirty="0" smtClean="0">
                <a:solidFill>
                  <a:schemeClr val="tx1"/>
                </a:solidFill>
                <a:latin typeface="+mn-lt"/>
                <a:ea typeface="+mn-ea"/>
                <a:cs typeface="+mn-cs"/>
              </a:defRPr>
            </a:lvl4pPr>
            <a:lvl5pPr>
              <a:spcAft>
                <a:spcPts val="450"/>
              </a:spcAft>
              <a:defRPr sz="900"/>
            </a:lvl5pPr>
            <a:lvl6pPr>
              <a:spcAft>
                <a:spcPts val="450"/>
              </a:spcAft>
              <a:defRPr sz="900"/>
            </a:lvl6pPr>
          </a:lstStyle>
          <a:p>
            <a:pPr lvl="0"/>
            <a:r>
              <a:rPr lang="en-US"/>
              <a:t>Click to edit Master text styles</a:t>
            </a:r>
          </a:p>
          <a:p>
            <a:pPr lvl="1"/>
            <a:r>
              <a:rPr lang="en-US"/>
              <a:t>Second level</a:t>
            </a:r>
          </a:p>
          <a:p>
            <a:pPr marL="164592" lvl="3" indent="-164592" algn="l" defTabSz="685800" rtl="0" eaLnBrk="1" latinLnBrk="0" hangingPunct="1">
              <a:lnSpc>
                <a:spcPct val="130000"/>
              </a:lnSpc>
              <a:spcBef>
                <a:spcPts val="0"/>
              </a:spcBef>
              <a:spcAft>
                <a:spcPts val="450"/>
              </a:spcAft>
              <a:buFont typeface="Arial" panose="020B0604020202020204" pitchFamily="34" charset="0"/>
              <a:buChar char="•"/>
            </a:pPr>
            <a:r>
              <a:rPr lang="en-US"/>
              <a:t>Third level</a:t>
            </a:r>
          </a:p>
          <a:p>
            <a:pPr marL="329184" lvl="4" indent="-164592" algn="l" defTabSz="685800" rtl="0" eaLnBrk="1" latinLnBrk="0" hangingPunct="1">
              <a:lnSpc>
                <a:spcPct val="130000"/>
              </a:lnSpc>
              <a:spcBef>
                <a:spcPts val="0"/>
              </a:spcBef>
              <a:spcAft>
                <a:spcPts val="450"/>
              </a:spcAft>
              <a:buFont typeface="System Font Regular"/>
              <a:buChar char="–"/>
            </a:pPr>
            <a:r>
              <a:rPr lang="en-US"/>
              <a:t>Fourth level</a:t>
            </a:r>
          </a:p>
          <a:p>
            <a:pPr lvl="5"/>
            <a:r>
              <a:rPr lang="en-US"/>
              <a:t>Fifth level</a:t>
            </a:r>
          </a:p>
        </p:txBody>
      </p:sp>
      <p:sp>
        <p:nvSpPr>
          <p:cNvPr id="26" name="Timeline Marker 5">
            <a:extLst>
              <a:ext uri="{FF2B5EF4-FFF2-40B4-BE49-F238E27FC236}">
                <a16:creationId xmlns:a16="http://schemas.microsoft.com/office/drawing/2014/main" id="{C085402B-43AC-C542-B2D5-F3490F888A43}"/>
              </a:ext>
            </a:extLst>
          </p:cNvPr>
          <p:cNvSpPr>
            <a:spLocks noGrp="1"/>
          </p:cNvSpPr>
          <p:nvPr>
            <p:ph type="body" sz="quarter" idx="33"/>
          </p:nvPr>
        </p:nvSpPr>
        <p:spPr>
          <a:xfrm>
            <a:off x="5838444" y="1543051"/>
            <a:ext cx="1645920" cy="876995"/>
          </a:xfrm>
          <a:prstGeom prst="chevron">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25" name="Icon Placeholder 5">
            <a:extLst>
              <a:ext uri="{FF2B5EF4-FFF2-40B4-BE49-F238E27FC236}">
                <a16:creationId xmlns:a16="http://schemas.microsoft.com/office/drawing/2014/main" id="{3AD34911-5E2B-8C47-8C55-76297573A49A}"/>
              </a:ext>
            </a:extLst>
          </p:cNvPr>
          <p:cNvSpPr>
            <a:spLocks noGrp="1"/>
          </p:cNvSpPr>
          <p:nvPr>
            <p:ph type="pic" sz="quarter" idx="32" hasCustomPrompt="1"/>
          </p:nvPr>
        </p:nvSpPr>
        <p:spPr>
          <a:xfrm>
            <a:off x="6417945" y="1734582"/>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0" name="Text Placeholder 6">
            <a:extLst>
              <a:ext uri="{FF2B5EF4-FFF2-40B4-BE49-F238E27FC236}">
                <a16:creationId xmlns:a16="http://schemas.microsoft.com/office/drawing/2014/main" id="{65A63BF3-42D5-6049-A16E-9A4E30DD6AA8}"/>
              </a:ext>
            </a:extLst>
          </p:cNvPr>
          <p:cNvSpPr>
            <a:spLocks noGrp="1"/>
          </p:cNvSpPr>
          <p:nvPr>
            <p:ph type="body" sz="quarter" idx="40"/>
          </p:nvPr>
        </p:nvSpPr>
        <p:spPr>
          <a:xfrm>
            <a:off x="7315200" y="2645569"/>
            <a:ext cx="1213866" cy="1660922"/>
          </a:xfrm>
        </p:spPr>
        <p:txBody>
          <a:bodyPr/>
          <a:lstStyle>
            <a:lvl1pPr>
              <a:spcAft>
                <a:spcPts val="225"/>
              </a:spcAft>
              <a:defRPr sz="900" b="1" i="0">
                <a:latin typeface="FedEx Sans" panose="020B0603020203020204" pitchFamily="34" charset="0"/>
                <a:ea typeface="FedEx Sans" panose="020B0603020203020204" pitchFamily="34" charset="0"/>
                <a:cs typeface="FedEx Sans" panose="020B0603020203020204" pitchFamily="34" charset="0"/>
              </a:defRPr>
            </a:lvl1pPr>
            <a:lvl2pPr>
              <a:spcAft>
                <a:spcPts val="450"/>
              </a:spcAft>
              <a:defRPr sz="900" b="0" i="0">
                <a:latin typeface="FedEx Sans" panose="020B0603020203020204" pitchFamily="34" charset="0"/>
                <a:ea typeface="FedEx Sans" panose="020B0603020203020204" pitchFamily="34" charset="0"/>
                <a:cs typeface="FedEx Sans" panose="020B0603020203020204" pitchFamily="34" charset="0"/>
              </a:defRPr>
            </a:lvl2pPr>
            <a:lvl3pPr>
              <a:defRPr lang="en-US" sz="1200" kern="1200" dirty="0" smtClean="0">
                <a:solidFill>
                  <a:schemeClr val="tx1"/>
                </a:solidFill>
                <a:latin typeface="+mn-lt"/>
                <a:ea typeface="+mn-ea"/>
                <a:cs typeface="+mn-cs"/>
              </a:defRPr>
            </a:lvl3pPr>
            <a:lvl4pPr>
              <a:spcAft>
                <a:spcPts val="450"/>
              </a:spcAft>
              <a:defRPr lang="en-US" sz="900" kern="1200" dirty="0" smtClean="0">
                <a:solidFill>
                  <a:schemeClr val="tx1"/>
                </a:solidFill>
                <a:latin typeface="+mn-lt"/>
                <a:ea typeface="+mn-ea"/>
                <a:cs typeface="+mn-cs"/>
              </a:defRPr>
            </a:lvl4pPr>
            <a:lvl5pPr>
              <a:spcAft>
                <a:spcPts val="450"/>
              </a:spcAft>
              <a:defRPr sz="900"/>
            </a:lvl5pPr>
            <a:lvl6pPr>
              <a:spcAft>
                <a:spcPts val="450"/>
              </a:spcAft>
              <a:defRPr sz="900"/>
            </a:lvl6pPr>
          </a:lstStyle>
          <a:p>
            <a:pPr lvl="0"/>
            <a:r>
              <a:rPr lang="en-US"/>
              <a:t>Click to edit Master text styles</a:t>
            </a:r>
          </a:p>
          <a:p>
            <a:pPr lvl="1"/>
            <a:r>
              <a:rPr lang="en-US"/>
              <a:t>Second level</a:t>
            </a:r>
          </a:p>
          <a:p>
            <a:pPr marL="164592" lvl="3" indent="-164592" algn="l" defTabSz="685800" rtl="0" eaLnBrk="1" latinLnBrk="0" hangingPunct="1">
              <a:lnSpc>
                <a:spcPct val="130000"/>
              </a:lnSpc>
              <a:spcBef>
                <a:spcPts val="0"/>
              </a:spcBef>
              <a:spcAft>
                <a:spcPts val="450"/>
              </a:spcAft>
              <a:buFont typeface="Arial" panose="020B0604020202020204" pitchFamily="34" charset="0"/>
              <a:buChar char="•"/>
            </a:pPr>
            <a:r>
              <a:rPr lang="en-US"/>
              <a:t>Third level</a:t>
            </a:r>
          </a:p>
          <a:p>
            <a:pPr marL="329184" lvl="4" indent="-164592" algn="l" defTabSz="685800" rtl="0" eaLnBrk="1" latinLnBrk="0" hangingPunct="1">
              <a:lnSpc>
                <a:spcPct val="130000"/>
              </a:lnSpc>
              <a:spcBef>
                <a:spcPts val="0"/>
              </a:spcBef>
              <a:spcAft>
                <a:spcPts val="450"/>
              </a:spcAft>
              <a:buFont typeface="System Font Regular"/>
              <a:buChar char="–"/>
            </a:pPr>
            <a:r>
              <a:rPr lang="en-US"/>
              <a:t>Fourth level</a:t>
            </a:r>
          </a:p>
          <a:p>
            <a:pPr lvl="5"/>
            <a:r>
              <a:rPr lang="en-US"/>
              <a:t>Fifth level</a:t>
            </a:r>
          </a:p>
        </p:txBody>
      </p:sp>
      <p:sp>
        <p:nvSpPr>
          <p:cNvPr id="29" name="Timeline Marker 6">
            <a:extLst>
              <a:ext uri="{FF2B5EF4-FFF2-40B4-BE49-F238E27FC236}">
                <a16:creationId xmlns:a16="http://schemas.microsoft.com/office/drawing/2014/main" id="{E9E7172C-ECD9-2447-B6B4-B7EE38681E52}"/>
              </a:ext>
            </a:extLst>
          </p:cNvPr>
          <p:cNvSpPr>
            <a:spLocks noGrp="1"/>
          </p:cNvSpPr>
          <p:nvPr>
            <p:ph type="body" sz="quarter" idx="36"/>
          </p:nvPr>
        </p:nvSpPr>
        <p:spPr>
          <a:xfrm>
            <a:off x="7212330" y="1543051"/>
            <a:ext cx="1645920" cy="876995"/>
          </a:xfrm>
          <a:prstGeom prst="chevron">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28" name="Icon Placeholder 6">
            <a:extLst>
              <a:ext uri="{FF2B5EF4-FFF2-40B4-BE49-F238E27FC236}">
                <a16:creationId xmlns:a16="http://schemas.microsoft.com/office/drawing/2014/main" id="{15783B2A-98F2-D446-A8A3-3ACA854465FD}"/>
              </a:ext>
            </a:extLst>
          </p:cNvPr>
          <p:cNvSpPr>
            <a:spLocks noGrp="1"/>
          </p:cNvSpPr>
          <p:nvPr>
            <p:ph type="pic" sz="quarter" idx="35" hasCustomPrompt="1"/>
          </p:nvPr>
        </p:nvSpPr>
        <p:spPr>
          <a:xfrm>
            <a:off x="7790816" y="1734582"/>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 name="Footer Placeholder 2">
            <a:extLst>
              <a:ext uri="{FF2B5EF4-FFF2-40B4-BE49-F238E27FC236}">
                <a16:creationId xmlns:a16="http://schemas.microsoft.com/office/drawing/2014/main" id="{A435E6F7-CAD1-FB4D-BFC3-FF1448AECD7F}"/>
              </a:ext>
            </a:extLst>
          </p:cNvPr>
          <p:cNvSpPr>
            <a:spLocks noGrp="1"/>
          </p:cNvSpPr>
          <p:nvPr>
            <p:ph type="ftr" sz="quarter" idx="3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4" name="Slide Number Placeholder 3">
            <a:extLst>
              <a:ext uri="{FF2B5EF4-FFF2-40B4-BE49-F238E27FC236}">
                <a16:creationId xmlns:a16="http://schemas.microsoft.com/office/drawing/2014/main" id="{5F4FE575-5AF5-4740-898B-09E6070DC4F1}"/>
              </a:ext>
            </a:extLst>
          </p:cNvPr>
          <p:cNvSpPr>
            <a:spLocks noGrp="1"/>
          </p:cNvSpPr>
          <p:nvPr>
            <p:ph type="sldNum" sz="quarter" idx="38"/>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155700496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Process Chevron w. Icons (gradi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428625" y="428626"/>
            <a:ext cx="6858000" cy="452628"/>
          </a:xfrm>
        </p:spPr>
        <p:txBody>
          <a:bodyPr/>
          <a:lstStyle/>
          <a:p>
            <a:r>
              <a:rPr lang="en-US"/>
              <a:t>Click to edit Master title style</a:t>
            </a:r>
          </a:p>
        </p:txBody>
      </p:sp>
      <p:sp>
        <p:nvSpPr>
          <p:cNvPr id="36" name="Text Placeholder 1">
            <a:extLst>
              <a:ext uri="{FF2B5EF4-FFF2-40B4-BE49-F238E27FC236}">
                <a16:creationId xmlns:a16="http://schemas.microsoft.com/office/drawing/2014/main" id="{40E7459B-CDD0-034C-A57D-7466D7EC0E4B}"/>
              </a:ext>
            </a:extLst>
          </p:cNvPr>
          <p:cNvSpPr>
            <a:spLocks noGrp="1"/>
          </p:cNvSpPr>
          <p:nvPr>
            <p:ph type="body" sz="quarter" idx="39"/>
          </p:nvPr>
        </p:nvSpPr>
        <p:spPr>
          <a:xfrm>
            <a:off x="428625" y="2645569"/>
            <a:ext cx="1213866" cy="1660922"/>
          </a:xfrm>
        </p:spPr>
        <p:txBody>
          <a:bodyPr/>
          <a:lstStyle>
            <a:lvl1pPr algn="ctr">
              <a:spcAft>
                <a:spcPts val="225"/>
              </a:spcAft>
              <a:defRPr sz="9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450"/>
              </a:spcAft>
              <a:defRPr sz="900" b="0" i="0">
                <a:latin typeface="FedEx Sans" panose="020B0603020203020204" pitchFamily="34" charset="0"/>
                <a:ea typeface="FedEx Sans" panose="020B0603020203020204" pitchFamily="34" charset="0"/>
                <a:cs typeface="FedEx Sans" panose="020B0603020203020204" pitchFamily="34" charset="0"/>
              </a:defRPr>
            </a:lvl2pPr>
            <a:lvl3pPr>
              <a:defRPr lang="en-US" sz="1200" kern="1200" dirty="0" smtClean="0">
                <a:solidFill>
                  <a:schemeClr val="tx1"/>
                </a:solidFill>
                <a:latin typeface="+mn-lt"/>
                <a:ea typeface="+mn-ea"/>
                <a:cs typeface="+mn-cs"/>
              </a:defRPr>
            </a:lvl3pPr>
            <a:lvl4pPr algn="ctr">
              <a:spcAft>
                <a:spcPts val="450"/>
              </a:spcAft>
              <a:buNone/>
              <a:defRPr lang="en-US" sz="900" kern="1200" dirty="0" smtClean="0">
                <a:solidFill>
                  <a:schemeClr val="tx1"/>
                </a:solidFill>
                <a:latin typeface="+mn-lt"/>
                <a:ea typeface="+mn-ea"/>
                <a:cs typeface="+mn-cs"/>
              </a:defRPr>
            </a:lvl4pPr>
            <a:lvl5pPr algn="ctr">
              <a:spcAft>
                <a:spcPts val="450"/>
              </a:spcAft>
              <a:defRPr sz="900"/>
            </a:lvl5pPr>
            <a:lvl6pPr algn="ctr">
              <a:spcAft>
                <a:spcPts val="450"/>
              </a:spcAft>
              <a:defRPr sz="900"/>
            </a:lvl6pPr>
          </a:lstStyle>
          <a:p>
            <a:pPr lvl="0"/>
            <a:r>
              <a:rPr lang="en-US"/>
              <a:t>Click to edit Master text styles</a:t>
            </a:r>
          </a:p>
          <a:p>
            <a:pPr lvl="1"/>
            <a:r>
              <a:rPr lang="en-US"/>
              <a:t>Second level</a:t>
            </a:r>
          </a:p>
          <a:p>
            <a:pPr marL="164592" lvl="3" indent="-164592" algn="l" defTabSz="685800" rtl="0" eaLnBrk="1" latinLnBrk="0" hangingPunct="1">
              <a:lnSpc>
                <a:spcPct val="130000"/>
              </a:lnSpc>
              <a:spcBef>
                <a:spcPts val="0"/>
              </a:spcBef>
              <a:spcAft>
                <a:spcPts val="450"/>
              </a:spcAft>
              <a:buFont typeface="Arial" panose="020B0604020202020204" pitchFamily="34" charset="0"/>
              <a:buChar char="•"/>
            </a:pPr>
            <a:endParaRPr lang="en-US"/>
          </a:p>
        </p:txBody>
      </p:sp>
      <p:sp>
        <p:nvSpPr>
          <p:cNvPr id="6" name="Timeline Marker 1">
            <a:extLst>
              <a:ext uri="{FF2B5EF4-FFF2-40B4-BE49-F238E27FC236}">
                <a16:creationId xmlns:a16="http://schemas.microsoft.com/office/drawing/2014/main" id="{B606C694-E3FF-C046-818C-2E3ADC91534A}"/>
              </a:ext>
            </a:extLst>
          </p:cNvPr>
          <p:cNvSpPr>
            <a:spLocks noGrp="1"/>
          </p:cNvSpPr>
          <p:nvPr>
            <p:ph type="body" sz="quarter" idx="21"/>
          </p:nvPr>
        </p:nvSpPr>
        <p:spPr>
          <a:xfrm>
            <a:off x="428625" y="1543051"/>
            <a:ext cx="1560195" cy="876995"/>
          </a:xfrm>
          <a:prstGeom prst="homePlat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13" name="Icon Placeholder 1">
            <a:extLst>
              <a:ext uri="{FF2B5EF4-FFF2-40B4-BE49-F238E27FC236}">
                <a16:creationId xmlns:a16="http://schemas.microsoft.com/office/drawing/2014/main" id="{BEBDBD93-5B7D-C348-A0B0-D59B7451CA8C}"/>
              </a:ext>
            </a:extLst>
          </p:cNvPr>
          <p:cNvSpPr>
            <a:spLocks noGrp="1"/>
          </p:cNvSpPr>
          <p:nvPr>
            <p:ph type="pic" sz="quarter" idx="19" hasCustomPrompt="1"/>
          </p:nvPr>
        </p:nvSpPr>
        <p:spPr>
          <a:xfrm>
            <a:off x="787361" y="1738088"/>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7" name="Text Placeholder 2">
            <a:extLst>
              <a:ext uri="{FF2B5EF4-FFF2-40B4-BE49-F238E27FC236}">
                <a16:creationId xmlns:a16="http://schemas.microsoft.com/office/drawing/2014/main" id="{8BDF3A91-7F6F-A844-892A-4E993FA003A8}"/>
              </a:ext>
            </a:extLst>
          </p:cNvPr>
          <p:cNvSpPr>
            <a:spLocks noGrp="1"/>
          </p:cNvSpPr>
          <p:nvPr>
            <p:ph type="body" sz="quarter" idx="41"/>
          </p:nvPr>
        </p:nvSpPr>
        <p:spPr>
          <a:xfrm>
            <a:off x="1805940" y="2645569"/>
            <a:ext cx="1213866" cy="1660922"/>
          </a:xfrm>
        </p:spPr>
        <p:txBody>
          <a:bodyPr/>
          <a:lstStyle>
            <a:lvl1pPr algn="ctr">
              <a:spcAft>
                <a:spcPts val="225"/>
              </a:spcAft>
              <a:defRPr sz="9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450"/>
              </a:spcAft>
              <a:defRPr sz="900" b="0" i="0">
                <a:latin typeface="FedEx Sans" panose="020B0603020203020204" pitchFamily="34" charset="0"/>
                <a:ea typeface="FedEx Sans" panose="020B0603020203020204" pitchFamily="34" charset="0"/>
                <a:cs typeface="FedEx Sans" panose="020B0603020203020204" pitchFamily="34" charset="0"/>
              </a:defRPr>
            </a:lvl2pPr>
            <a:lvl3pPr>
              <a:defRPr lang="en-US" sz="1200" kern="1200" dirty="0" smtClean="0">
                <a:solidFill>
                  <a:schemeClr val="tx1"/>
                </a:solidFill>
                <a:latin typeface="+mn-lt"/>
                <a:ea typeface="+mn-ea"/>
                <a:cs typeface="+mn-cs"/>
              </a:defRPr>
            </a:lvl3pPr>
            <a:lvl4pPr algn="ctr">
              <a:spcAft>
                <a:spcPts val="450"/>
              </a:spcAft>
              <a:defRPr lang="en-US" sz="900" kern="1200" dirty="0" smtClean="0">
                <a:solidFill>
                  <a:schemeClr val="tx1"/>
                </a:solidFill>
                <a:latin typeface="+mn-lt"/>
                <a:ea typeface="+mn-ea"/>
                <a:cs typeface="+mn-cs"/>
              </a:defRPr>
            </a:lvl4pPr>
            <a:lvl5pPr algn="ctr">
              <a:spcAft>
                <a:spcPts val="450"/>
              </a:spcAft>
              <a:defRPr sz="900"/>
            </a:lvl5pPr>
            <a:lvl6pPr algn="ctr">
              <a:spcAft>
                <a:spcPts val="450"/>
              </a:spcAft>
              <a:defRPr sz="900"/>
            </a:lvl6pPr>
          </a:lstStyle>
          <a:p>
            <a:pPr lvl="0"/>
            <a:r>
              <a:rPr lang="en-US"/>
              <a:t>Click to edit Master text styles</a:t>
            </a:r>
          </a:p>
          <a:p>
            <a:pPr lvl="1"/>
            <a:r>
              <a:rPr lang="en-US"/>
              <a:t>Second level</a:t>
            </a:r>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p:nvPr>
        </p:nvSpPr>
        <p:spPr>
          <a:xfrm>
            <a:off x="1716786" y="1543051"/>
            <a:ext cx="1645920" cy="876995"/>
          </a:xfrm>
          <a:prstGeom prst="chevron">
            <a:avLst/>
          </a:prstGeom>
          <a:solidFill>
            <a:schemeClr val="accent1"/>
          </a:solidFill>
        </p:spPr>
        <p:txBody>
          <a:bodyPr/>
          <a:lstStyle>
            <a:lvl1pPr>
              <a:defRPr sz="100">
                <a:solidFill>
                  <a:schemeClr val="accent1"/>
                </a:solidFill>
              </a:defRPr>
            </a:lvl1pPr>
            <a:lvl2pPr>
              <a:defRPr sz="100"/>
            </a:lvl2pPr>
            <a:lvl3pPr>
              <a:defRPr sz="100"/>
            </a:lvl3pPr>
            <a:lvl4pPr>
              <a:defRPr sz="100"/>
            </a:lvl4pPr>
            <a:lvl5pPr>
              <a:defRPr sz="100"/>
            </a:lvl5pPr>
          </a:lstStyle>
          <a:p>
            <a:pPr lvl="0"/>
            <a:r>
              <a:rPr lang="en-US"/>
              <a:t>Click to edit Master text styles</a:t>
            </a:r>
          </a:p>
        </p:txBody>
      </p:sp>
      <p:sp>
        <p:nvSpPr>
          <p:cNvPr id="16" name="Icon Placeholder 2">
            <a:extLst>
              <a:ext uri="{FF2B5EF4-FFF2-40B4-BE49-F238E27FC236}">
                <a16:creationId xmlns:a16="http://schemas.microsoft.com/office/drawing/2014/main" id="{F2E6A368-E249-A54D-B159-22936BA5F19D}"/>
              </a:ext>
            </a:extLst>
          </p:cNvPr>
          <p:cNvSpPr>
            <a:spLocks noGrp="1"/>
          </p:cNvSpPr>
          <p:nvPr>
            <p:ph type="pic" sz="quarter" idx="23" hasCustomPrompt="1"/>
          </p:nvPr>
        </p:nvSpPr>
        <p:spPr>
          <a:xfrm>
            <a:off x="2296097" y="1738088"/>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8" name="Text Placeholder 3">
            <a:extLst>
              <a:ext uri="{FF2B5EF4-FFF2-40B4-BE49-F238E27FC236}">
                <a16:creationId xmlns:a16="http://schemas.microsoft.com/office/drawing/2014/main" id="{2D433014-31A8-1341-9FCC-EB97DB1151E1}"/>
              </a:ext>
            </a:extLst>
          </p:cNvPr>
          <p:cNvSpPr>
            <a:spLocks noGrp="1"/>
          </p:cNvSpPr>
          <p:nvPr>
            <p:ph type="body" sz="quarter" idx="42"/>
          </p:nvPr>
        </p:nvSpPr>
        <p:spPr>
          <a:xfrm>
            <a:off x="3183255" y="2645569"/>
            <a:ext cx="1213866" cy="1660922"/>
          </a:xfrm>
        </p:spPr>
        <p:txBody>
          <a:bodyPr/>
          <a:lstStyle>
            <a:lvl1pPr algn="ctr">
              <a:spcAft>
                <a:spcPts val="225"/>
              </a:spcAft>
              <a:defRPr sz="9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450"/>
              </a:spcAft>
              <a:defRPr sz="900" b="0" i="0">
                <a:latin typeface="FedEx Sans" panose="020B0603020203020204" pitchFamily="34" charset="0"/>
                <a:ea typeface="FedEx Sans" panose="020B0603020203020204" pitchFamily="34" charset="0"/>
                <a:cs typeface="FedEx Sans" panose="020B0603020203020204" pitchFamily="34" charset="0"/>
              </a:defRPr>
            </a:lvl2pPr>
            <a:lvl3pPr>
              <a:defRPr lang="en-US" sz="1200" kern="1200" dirty="0" smtClean="0">
                <a:solidFill>
                  <a:schemeClr val="tx1"/>
                </a:solidFill>
                <a:latin typeface="+mn-lt"/>
                <a:ea typeface="+mn-ea"/>
                <a:cs typeface="+mn-cs"/>
              </a:defRPr>
            </a:lvl3pPr>
            <a:lvl4pPr algn="ctr">
              <a:spcAft>
                <a:spcPts val="450"/>
              </a:spcAft>
              <a:defRPr lang="en-US" sz="900" kern="1200" dirty="0" smtClean="0">
                <a:solidFill>
                  <a:schemeClr val="tx1"/>
                </a:solidFill>
                <a:latin typeface="+mn-lt"/>
                <a:ea typeface="+mn-ea"/>
                <a:cs typeface="+mn-cs"/>
              </a:defRPr>
            </a:lvl4pPr>
            <a:lvl5pPr algn="ctr">
              <a:spcAft>
                <a:spcPts val="450"/>
              </a:spcAft>
              <a:defRPr sz="900"/>
            </a:lvl5pPr>
            <a:lvl6pPr algn="ctr">
              <a:spcAft>
                <a:spcPts val="450"/>
              </a:spcAft>
              <a:defRPr sz="900"/>
            </a:lvl6pPr>
          </a:lstStyle>
          <a:p>
            <a:pPr lvl="0"/>
            <a:r>
              <a:rPr lang="en-US"/>
              <a:t>Click to edit Master text styles</a:t>
            </a:r>
          </a:p>
          <a:p>
            <a:pPr lvl="1"/>
            <a:r>
              <a:rPr lang="en-US"/>
              <a:t>Second level</a:t>
            </a:r>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p:nvPr>
        </p:nvSpPr>
        <p:spPr>
          <a:xfrm>
            <a:off x="3090672" y="1543051"/>
            <a:ext cx="1645920" cy="876995"/>
          </a:xfrm>
          <a:prstGeom prst="chevron">
            <a:avLst/>
          </a:prstGeom>
          <a:solidFill>
            <a:srgbClr val="671CAA"/>
          </a:solidFill>
        </p:spPr>
        <p:txBody>
          <a:bodyPr/>
          <a:lstStyle>
            <a:lvl1pPr>
              <a:defRPr sz="100">
                <a:solidFill>
                  <a:schemeClr val="accent2"/>
                </a:solidFill>
              </a:defRPr>
            </a:lvl1pPr>
            <a:lvl2pPr>
              <a:defRPr sz="100"/>
            </a:lvl2pPr>
            <a:lvl3pPr>
              <a:defRPr sz="100"/>
            </a:lvl3pPr>
            <a:lvl4pPr>
              <a:defRPr sz="100"/>
            </a:lvl4pPr>
            <a:lvl5pPr>
              <a:defRPr sz="100"/>
            </a:lvl5pPr>
          </a:lstStyle>
          <a:p>
            <a:pPr lvl="0"/>
            <a:r>
              <a:rPr lang="en-US"/>
              <a:t>Click to edit Master text styles</a:t>
            </a:r>
          </a:p>
        </p:txBody>
      </p:sp>
      <p:sp>
        <p:nvSpPr>
          <p:cNvPr id="19" name="Icon Placeholder 3">
            <a:extLst>
              <a:ext uri="{FF2B5EF4-FFF2-40B4-BE49-F238E27FC236}">
                <a16:creationId xmlns:a16="http://schemas.microsoft.com/office/drawing/2014/main" id="{176E0699-763B-7347-8E7D-937F394F39FD}"/>
              </a:ext>
            </a:extLst>
          </p:cNvPr>
          <p:cNvSpPr>
            <a:spLocks noGrp="1"/>
          </p:cNvSpPr>
          <p:nvPr>
            <p:ph type="pic" sz="quarter" idx="26" hasCustomPrompt="1"/>
          </p:nvPr>
        </p:nvSpPr>
        <p:spPr>
          <a:xfrm>
            <a:off x="3669983" y="1738088"/>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9" name="Text Placeholder 4">
            <a:extLst>
              <a:ext uri="{FF2B5EF4-FFF2-40B4-BE49-F238E27FC236}">
                <a16:creationId xmlns:a16="http://schemas.microsoft.com/office/drawing/2014/main" id="{B4C2D90E-D492-3F4A-B68A-C35D932376A7}"/>
              </a:ext>
            </a:extLst>
          </p:cNvPr>
          <p:cNvSpPr>
            <a:spLocks noGrp="1"/>
          </p:cNvSpPr>
          <p:nvPr>
            <p:ph type="body" sz="quarter" idx="43"/>
          </p:nvPr>
        </p:nvSpPr>
        <p:spPr>
          <a:xfrm>
            <a:off x="4560570" y="2645569"/>
            <a:ext cx="1213866" cy="1660922"/>
          </a:xfrm>
        </p:spPr>
        <p:txBody>
          <a:bodyPr/>
          <a:lstStyle>
            <a:lvl1pPr algn="ctr">
              <a:spcAft>
                <a:spcPts val="225"/>
              </a:spcAft>
              <a:defRPr sz="9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450"/>
              </a:spcAft>
              <a:defRPr sz="900" b="0" i="0">
                <a:latin typeface="FedEx Sans" panose="020B0603020203020204" pitchFamily="34" charset="0"/>
                <a:ea typeface="FedEx Sans" panose="020B0603020203020204" pitchFamily="34" charset="0"/>
                <a:cs typeface="FedEx Sans" panose="020B0603020203020204" pitchFamily="34" charset="0"/>
              </a:defRPr>
            </a:lvl2pPr>
            <a:lvl3pPr>
              <a:defRPr lang="en-US" sz="1200" kern="1200" dirty="0" smtClean="0">
                <a:solidFill>
                  <a:schemeClr val="tx1"/>
                </a:solidFill>
                <a:latin typeface="+mn-lt"/>
                <a:ea typeface="+mn-ea"/>
                <a:cs typeface="+mn-cs"/>
              </a:defRPr>
            </a:lvl3pPr>
            <a:lvl4pPr algn="ctr">
              <a:spcAft>
                <a:spcPts val="450"/>
              </a:spcAft>
              <a:buNone/>
              <a:defRPr lang="en-US" sz="900" kern="1200" dirty="0" smtClean="0">
                <a:solidFill>
                  <a:schemeClr val="tx1"/>
                </a:solidFill>
                <a:latin typeface="+mn-lt"/>
                <a:ea typeface="+mn-ea"/>
                <a:cs typeface="+mn-cs"/>
              </a:defRPr>
            </a:lvl4pPr>
            <a:lvl5pPr algn="ctr">
              <a:spcAft>
                <a:spcPts val="450"/>
              </a:spcAft>
              <a:defRPr sz="900"/>
            </a:lvl5pPr>
            <a:lvl6pPr algn="ctr">
              <a:spcAft>
                <a:spcPts val="450"/>
              </a:spcAft>
              <a:defRPr sz="900"/>
            </a:lvl6pPr>
          </a:lstStyle>
          <a:p>
            <a:pPr lvl="0"/>
            <a:r>
              <a:rPr lang="en-US"/>
              <a:t>Click to edit Master text styles</a:t>
            </a:r>
          </a:p>
          <a:p>
            <a:pPr lvl="1"/>
            <a:r>
              <a:rPr lang="en-US"/>
              <a:t>Second level</a:t>
            </a:r>
          </a:p>
          <a:p>
            <a:pPr marL="164592" lvl="3" indent="-164592" algn="l" defTabSz="685800" rtl="0" eaLnBrk="1" latinLnBrk="0" hangingPunct="1">
              <a:lnSpc>
                <a:spcPct val="130000"/>
              </a:lnSpc>
              <a:spcBef>
                <a:spcPts val="0"/>
              </a:spcBef>
              <a:spcAft>
                <a:spcPts val="450"/>
              </a:spcAft>
              <a:buFont typeface="Arial" panose="020B0604020202020204" pitchFamily="34" charset="0"/>
              <a:buChar char="•"/>
            </a:pPr>
            <a:endParaRPr lang="en-US"/>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p:nvPr>
        </p:nvSpPr>
        <p:spPr>
          <a:xfrm>
            <a:off x="4464558" y="1543051"/>
            <a:ext cx="1645920" cy="876995"/>
          </a:xfrm>
          <a:prstGeom prst="chevron">
            <a:avLst/>
          </a:prstGeom>
          <a:solidFill>
            <a:schemeClr val="accent2"/>
          </a:solidFill>
        </p:spPr>
        <p:txBody>
          <a:bodyPr/>
          <a:lstStyle>
            <a:lvl1pPr>
              <a:defRPr sz="100">
                <a:solidFill>
                  <a:schemeClr val="accent3"/>
                </a:solidFill>
              </a:defRPr>
            </a:lvl1pPr>
            <a:lvl2pPr>
              <a:defRPr sz="100"/>
            </a:lvl2pPr>
            <a:lvl3pPr>
              <a:defRPr sz="100"/>
            </a:lvl3pPr>
            <a:lvl4pPr>
              <a:defRPr sz="100"/>
            </a:lvl4pPr>
            <a:lvl5pPr>
              <a:defRPr sz="100"/>
            </a:lvl5pPr>
          </a:lstStyle>
          <a:p>
            <a:pPr lvl="0"/>
            <a:r>
              <a:rPr lang="en-US"/>
              <a:t>Click to edit Master text styles</a:t>
            </a:r>
          </a:p>
        </p:txBody>
      </p:sp>
      <p:sp>
        <p:nvSpPr>
          <p:cNvPr id="22" name="Icon Placeholder 4">
            <a:extLst>
              <a:ext uri="{FF2B5EF4-FFF2-40B4-BE49-F238E27FC236}">
                <a16:creationId xmlns:a16="http://schemas.microsoft.com/office/drawing/2014/main" id="{9E90A145-47CA-FC4B-8427-53F175446A02}"/>
              </a:ext>
            </a:extLst>
          </p:cNvPr>
          <p:cNvSpPr>
            <a:spLocks noGrp="1"/>
          </p:cNvSpPr>
          <p:nvPr>
            <p:ph type="pic" sz="quarter" idx="29" hasCustomPrompt="1"/>
          </p:nvPr>
        </p:nvSpPr>
        <p:spPr>
          <a:xfrm>
            <a:off x="5045204" y="1738088"/>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40" name="Text Placeholder 5">
            <a:extLst>
              <a:ext uri="{FF2B5EF4-FFF2-40B4-BE49-F238E27FC236}">
                <a16:creationId xmlns:a16="http://schemas.microsoft.com/office/drawing/2014/main" id="{FBFB1741-F56C-4A4A-93A6-77771F6563AA}"/>
              </a:ext>
            </a:extLst>
          </p:cNvPr>
          <p:cNvSpPr>
            <a:spLocks noGrp="1"/>
          </p:cNvSpPr>
          <p:nvPr>
            <p:ph type="body" sz="quarter" idx="44"/>
          </p:nvPr>
        </p:nvSpPr>
        <p:spPr>
          <a:xfrm>
            <a:off x="5937885" y="2645569"/>
            <a:ext cx="1213866" cy="1660922"/>
          </a:xfrm>
        </p:spPr>
        <p:txBody>
          <a:bodyPr/>
          <a:lstStyle>
            <a:lvl1pPr algn="ctr">
              <a:spcAft>
                <a:spcPts val="225"/>
              </a:spcAft>
              <a:defRPr sz="9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450"/>
              </a:spcAft>
              <a:defRPr sz="900" b="0" i="0">
                <a:latin typeface="FedEx Sans" panose="020B0603020203020204" pitchFamily="34" charset="0"/>
                <a:ea typeface="FedEx Sans" panose="020B0603020203020204" pitchFamily="34" charset="0"/>
                <a:cs typeface="FedEx Sans" panose="020B0603020203020204" pitchFamily="34" charset="0"/>
              </a:defRPr>
            </a:lvl2pPr>
            <a:lvl3pPr>
              <a:defRPr lang="en-US" sz="1200" kern="1200" dirty="0" smtClean="0">
                <a:solidFill>
                  <a:schemeClr val="tx1"/>
                </a:solidFill>
                <a:latin typeface="+mn-lt"/>
                <a:ea typeface="+mn-ea"/>
                <a:cs typeface="+mn-cs"/>
              </a:defRPr>
            </a:lvl3pPr>
            <a:lvl4pPr algn="ctr">
              <a:spcAft>
                <a:spcPts val="450"/>
              </a:spcAft>
              <a:defRPr lang="en-US" sz="900" kern="1200" dirty="0" smtClean="0">
                <a:solidFill>
                  <a:schemeClr val="tx1"/>
                </a:solidFill>
                <a:latin typeface="+mn-lt"/>
                <a:ea typeface="+mn-ea"/>
                <a:cs typeface="+mn-cs"/>
              </a:defRPr>
            </a:lvl4pPr>
            <a:lvl5pPr algn="ctr">
              <a:spcAft>
                <a:spcPts val="450"/>
              </a:spcAft>
              <a:defRPr sz="900"/>
            </a:lvl5pPr>
            <a:lvl6pPr algn="ctr">
              <a:spcAft>
                <a:spcPts val="450"/>
              </a:spcAft>
              <a:defRPr sz="900"/>
            </a:lvl6pPr>
          </a:lstStyle>
          <a:p>
            <a:pPr lvl="0"/>
            <a:r>
              <a:rPr lang="en-US"/>
              <a:t>Click to edit Master text styles</a:t>
            </a:r>
          </a:p>
          <a:p>
            <a:pPr lvl="1"/>
            <a:r>
              <a:rPr lang="en-US"/>
              <a:t>Second level</a:t>
            </a:r>
          </a:p>
        </p:txBody>
      </p:sp>
      <p:sp>
        <p:nvSpPr>
          <p:cNvPr id="26" name="Timeline Marker 5">
            <a:extLst>
              <a:ext uri="{FF2B5EF4-FFF2-40B4-BE49-F238E27FC236}">
                <a16:creationId xmlns:a16="http://schemas.microsoft.com/office/drawing/2014/main" id="{C085402B-43AC-C542-B2D5-F3490F888A43}"/>
              </a:ext>
            </a:extLst>
          </p:cNvPr>
          <p:cNvSpPr>
            <a:spLocks noGrp="1"/>
          </p:cNvSpPr>
          <p:nvPr>
            <p:ph type="body" sz="quarter" idx="33"/>
          </p:nvPr>
        </p:nvSpPr>
        <p:spPr>
          <a:xfrm>
            <a:off x="5838444" y="1543051"/>
            <a:ext cx="1645920" cy="876995"/>
          </a:xfrm>
          <a:prstGeom prst="chevron">
            <a:avLst/>
          </a:prstGeom>
          <a:solidFill>
            <a:schemeClr val="accent3"/>
          </a:solidFill>
        </p:spPr>
        <p:txBody>
          <a:bodyPr/>
          <a:lstStyle>
            <a:lvl1pPr>
              <a:defRPr sz="100">
                <a:solidFill>
                  <a:srgbClr val="FF914D"/>
                </a:solidFill>
              </a:defRPr>
            </a:lvl1pPr>
            <a:lvl2pPr>
              <a:defRPr sz="100"/>
            </a:lvl2pPr>
            <a:lvl3pPr>
              <a:defRPr sz="100"/>
            </a:lvl3pPr>
            <a:lvl4pPr>
              <a:defRPr sz="100"/>
            </a:lvl4pPr>
            <a:lvl5pPr>
              <a:defRPr sz="100"/>
            </a:lvl5pPr>
          </a:lstStyle>
          <a:p>
            <a:pPr lvl="0"/>
            <a:r>
              <a:rPr lang="en-US"/>
              <a:t>Click to edit Master text styles</a:t>
            </a:r>
          </a:p>
        </p:txBody>
      </p:sp>
      <p:sp>
        <p:nvSpPr>
          <p:cNvPr id="25" name="Icon Placeholder 5">
            <a:extLst>
              <a:ext uri="{FF2B5EF4-FFF2-40B4-BE49-F238E27FC236}">
                <a16:creationId xmlns:a16="http://schemas.microsoft.com/office/drawing/2014/main" id="{3AD34911-5E2B-8C47-8C55-76297573A49A}"/>
              </a:ext>
            </a:extLst>
          </p:cNvPr>
          <p:cNvSpPr>
            <a:spLocks noGrp="1"/>
          </p:cNvSpPr>
          <p:nvPr>
            <p:ph type="pic" sz="quarter" idx="32" hasCustomPrompt="1"/>
          </p:nvPr>
        </p:nvSpPr>
        <p:spPr>
          <a:xfrm>
            <a:off x="6417945" y="1738088"/>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41" name="Text Placeholder 6">
            <a:extLst>
              <a:ext uri="{FF2B5EF4-FFF2-40B4-BE49-F238E27FC236}">
                <a16:creationId xmlns:a16="http://schemas.microsoft.com/office/drawing/2014/main" id="{D3A80DE9-D164-3448-B06E-972EFC10E02F}"/>
              </a:ext>
            </a:extLst>
          </p:cNvPr>
          <p:cNvSpPr>
            <a:spLocks noGrp="1"/>
          </p:cNvSpPr>
          <p:nvPr>
            <p:ph type="body" sz="quarter" idx="40"/>
          </p:nvPr>
        </p:nvSpPr>
        <p:spPr>
          <a:xfrm>
            <a:off x="7315200" y="2645569"/>
            <a:ext cx="1213866" cy="1660922"/>
          </a:xfrm>
        </p:spPr>
        <p:txBody>
          <a:bodyPr/>
          <a:lstStyle>
            <a:lvl1pPr algn="ctr">
              <a:spcAft>
                <a:spcPts val="225"/>
              </a:spcAft>
              <a:defRPr sz="9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450"/>
              </a:spcAft>
              <a:defRPr sz="900" b="0" i="0">
                <a:latin typeface="FedEx Sans" panose="020B0603020203020204" pitchFamily="34" charset="0"/>
                <a:ea typeface="FedEx Sans" panose="020B0603020203020204" pitchFamily="34" charset="0"/>
                <a:cs typeface="FedEx Sans" panose="020B0603020203020204" pitchFamily="34" charset="0"/>
              </a:defRPr>
            </a:lvl2pPr>
            <a:lvl3pPr>
              <a:defRPr lang="en-US" sz="1200" kern="1200" dirty="0" smtClean="0">
                <a:solidFill>
                  <a:schemeClr val="tx1"/>
                </a:solidFill>
                <a:latin typeface="+mn-lt"/>
                <a:ea typeface="+mn-ea"/>
                <a:cs typeface="+mn-cs"/>
              </a:defRPr>
            </a:lvl3pPr>
            <a:lvl4pPr algn="ctr">
              <a:spcAft>
                <a:spcPts val="450"/>
              </a:spcAft>
              <a:defRPr lang="en-US" sz="900" kern="1200" dirty="0" smtClean="0">
                <a:solidFill>
                  <a:schemeClr val="tx1"/>
                </a:solidFill>
                <a:latin typeface="+mn-lt"/>
                <a:ea typeface="+mn-ea"/>
                <a:cs typeface="+mn-cs"/>
              </a:defRPr>
            </a:lvl4pPr>
            <a:lvl5pPr algn="ctr">
              <a:spcAft>
                <a:spcPts val="450"/>
              </a:spcAft>
              <a:defRPr sz="900"/>
            </a:lvl5pPr>
            <a:lvl6pPr algn="ctr">
              <a:spcAft>
                <a:spcPts val="450"/>
              </a:spcAft>
              <a:defRPr sz="900"/>
            </a:lvl6pPr>
          </a:lstStyle>
          <a:p>
            <a:pPr lvl="0"/>
            <a:r>
              <a:rPr lang="en-US"/>
              <a:t>Click to edit Master text styles</a:t>
            </a:r>
          </a:p>
          <a:p>
            <a:pPr lvl="1"/>
            <a:r>
              <a:rPr lang="en-US"/>
              <a:t>Second level</a:t>
            </a:r>
          </a:p>
        </p:txBody>
      </p:sp>
      <p:sp>
        <p:nvSpPr>
          <p:cNvPr id="29" name="Timeline Marker 6">
            <a:extLst>
              <a:ext uri="{FF2B5EF4-FFF2-40B4-BE49-F238E27FC236}">
                <a16:creationId xmlns:a16="http://schemas.microsoft.com/office/drawing/2014/main" id="{E9E7172C-ECD9-2447-B6B4-B7EE38681E52}"/>
              </a:ext>
            </a:extLst>
          </p:cNvPr>
          <p:cNvSpPr>
            <a:spLocks noGrp="1"/>
          </p:cNvSpPr>
          <p:nvPr>
            <p:ph type="body" sz="quarter" idx="36"/>
          </p:nvPr>
        </p:nvSpPr>
        <p:spPr>
          <a:xfrm>
            <a:off x="7212330" y="1543051"/>
            <a:ext cx="1645920" cy="876995"/>
          </a:xfrm>
          <a:prstGeom prst="chevron">
            <a:avLst/>
          </a:prstGeom>
          <a:solidFill>
            <a:schemeClr val="bg2"/>
          </a:solidFill>
        </p:spPr>
        <p:txBody>
          <a:bodyPr/>
          <a:lstStyle>
            <a:lvl1pPr>
              <a:defRPr sz="100">
                <a:solidFill>
                  <a:schemeClr val="bg2"/>
                </a:solidFill>
              </a:defRPr>
            </a:lvl1pPr>
            <a:lvl2pPr>
              <a:defRPr sz="100"/>
            </a:lvl2pPr>
            <a:lvl3pPr>
              <a:defRPr sz="100"/>
            </a:lvl3pPr>
            <a:lvl4pPr>
              <a:defRPr sz="100"/>
            </a:lvl4pPr>
            <a:lvl5pPr>
              <a:defRPr sz="100"/>
            </a:lvl5pPr>
          </a:lstStyle>
          <a:p>
            <a:pPr lvl="0"/>
            <a:r>
              <a:rPr lang="en-US"/>
              <a:t>Click to edit Master text styles</a:t>
            </a:r>
          </a:p>
        </p:txBody>
      </p:sp>
      <p:sp>
        <p:nvSpPr>
          <p:cNvPr id="28" name="Icon Placeholder 6">
            <a:extLst>
              <a:ext uri="{FF2B5EF4-FFF2-40B4-BE49-F238E27FC236}">
                <a16:creationId xmlns:a16="http://schemas.microsoft.com/office/drawing/2014/main" id="{15783B2A-98F2-D446-A8A3-3ACA854465FD}"/>
              </a:ext>
            </a:extLst>
          </p:cNvPr>
          <p:cNvSpPr>
            <a:spLocks noGrp="1"/>
          </p:cNvSpPr>
          <p:nvPr>
            <p:ph type="pic" sz="quarter" idx="35" hasCustomPrompt="1"/>
          </p:nvPr>
        </p:nvSpPr>
        <p:spPr>
          <a:xfrm>
            <a:off x="7790687" y="1738088"/>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 name="Footer Placeholder ">
            <a:extLst>
              <a:ext uri="{FF2B5EF4-FFF2-40B4-BE49-F238E27FC236}">
                <a16:creationId xmlns:a16="http://schemas.microsoft.com/office/drawing/2014/main" id="{50BF4A6A-3B04-8847-9A85-65E261B031C3}"/>
              </a:ext>
            </a:extLst>
          </p:cNvPr>
          <p:cNvSpPr>
            <a:spLocks noGrp="1"/>
          </p:cNvSpPr>
          <p:nvPr>
            <p:ph type="ftr" sz="quarter" idx="3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4" name="Slide Number Placeholder">
            <a:extLst>
              <a:ext uri="{FF2B5EF4-FFF2-40B4-BE49-F238E27FC236}">
                <a16:creationId xmlns:a16="http://schemas.microsoft.com/office/drawing/2014/main" id="{3DF6E8F8-21E9-B745-BFAC-6957E9129387}"/>
              </a:ext>
            </a:extLst>
          </p:cNvPr>
          <p:cNvSpPr>
            <a:spLocks noGrp="1"/>
          </p:cNvSpPr>
          <p:nvPr>
            <p:ph type="sldNum" sz="quarter" idx="38"/>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2716539800"/>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Process Circle w. Icons (gradient)">
    <p:spTree>
      <p:nvGrpSpPr>
        <p:cNvPr id="1" name=""/>
        <p:cNvGrpSpPr/>
        <p:nvPr/>
      </p:nvGrpSpPr>
      <p:grpSpPr>
        <a:xfrm>
          <a:off x="0" y="0"/>
          <a:ext cx="0" cy="0"/>
          <a:chOff x="0" y="0"/>
          <a:chExt cx="0" cy="0"/>
        </a:xfrm>
      </p:grpSpPr>
      <p:sp>
        <p:nvSpPr>
          <p:cNvPr id="30" name="Timeline">
            <a:extLst>
              <a:ext uri="{FF2B5EF4-FFF2-40B4-BE49-F238E27FC236}">
                <a16:creationId xmlns:a16="http://schemas.microsoft.com/office/drawing/2014/main" id="{2F54635E-D719-C14F-ADCD-119EB0B2AD62}"/>
              </a:ext>
            </a:extLst>
          </p:cNvPr>
          <p:cNvSpPr>
            <a:spLocks noGrp="1"/>
          </p:cNvSpPr>
          <p:nvPr>
            <p:ph type="body" sz="quarter" idx="20"/>
          </p:nvPr>
        </p:nvSpPr>
        <p:spPr>
          <a:xfrm>
            <a:off x="731520" y="1827902"/>
            <a:ext cx="7680960" cy="68580"/>
          </a:xfrm>
          <a:gradFill>
            <a:gsLst>
              <a:gs pos="100000">
                <a:srgbClr val="FF6600"/>
              </a:gs>
              <a:gs pos="33000">
                <a:schemeClr val="accent1"/>
              </a:gs>
              <a:gs pos="0">
                <a:schemeClr val="tx2"/>
              </a:gs>
            </a:gsLst>
            <a:lin ang="0" scaled="0"/>
          </a:gra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128713" y="428626"/>
            <a:ext cx="6886575" cy="452628"/>
          </a:xfrm>
        </p:spPr>
        <p:txBody>
          <a:bodyPr/>
          <a:lstStyle>
            <a:lvl1pPr algn="ctr">
              <a:defRPr/>
            </a:lvl1pPr>
          </a:lstStyle>
          <a:p>
            <a:r>
              <a:rPr lang="en-US"/>
              <a:t>Click to edit Master title style</a:t>
            </a:r>
          </a:p>
        </p:txBody>
      </p:sp>
      <p:sp>
        <p:nvSpPr>
          <p:cNvPr id="31" name="Text Placeholder 1">
            <a:extLst>
              <a:ext uri="{FF2B5EF4-FFF2-40B4-BE49-F238E27FC236}">
                <a16:creationId xmlns:a16="http://schemas.microsoft.com/office/drawing/2014/main" id="{CAF59E09-8D1D-9846-AD50-FA46BC8DA21F}"/>
              </a:ext>
            </a:extLst>
          </p:cNvPr>
          <p:cNvSpPr>
            <a:spLocks noGrp="1"/>
          </p:cNvSpPr>
          <p:nvPr>
            <p:ph type="body" sz="quarter" idx="15"/>
          </p:nvPr>
        </p:nvSpPr>
        <p:spPr>
          <a:xfrm>
            <a:off x="437769" y="2333570"/>
            <a:ext cx="1198403" cy="2184273"/>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450"/>
              </a:spcAf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164592" indent="-164592" algn="ctr">
              <a:spcAft>
                <a:spcPts val="450"/>
              </a:spcAft>
              <a:buFont typeface="Arial" panose="020B0604020202020204" pitchFamily="34" charset="0"/>
              <a:buChar cha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128588" lvl="2" indent="-128588" algn="ctr" defTabSz="685800" rtl="0" eaLnBrk="1" latinLnBrk="0" hangingPunct="1">
              <a:lnSpc>
                <a:spcPct val="130000"/>
              </a:lnSpc>
              <a:spcBef>
                <a:spcPts val="0"/>
              </a:spcBef>
              <a:spcAft>
                <a:spcPts val="225"/>
              </a:spcAft>
            </a:pPr>
            <a:r>
              <a:rPr lang="en-US"/>
              <a:t>Third level</a:t>
            </a:r>
          </a:p>
        </p:txBody>
      </p:sp>
      <p:sp>
        <p:nvSpPr>
          <p:cNvPr id="6" name="Timeline Marker 1">
            <a:extLst>
              <a:ext uri="{FF2B5EF4-FFF2-40B4-BE49-F238E27FC236}">
                <a16:creationId xmlns:a16="http://schemas.microsoft.com/office/drawing/2014/main" id="{B606C694-E3FF-C046-818C-2E3ADC91534A}"/>
              </a:ext>
            </a:extLst>
          </p:cNvPr>
          <p:cNvSpPr>
            <a:spLocks noGrp="1" noChangeAspect="1"/>
          </p:cNvSpPr>
          <p:nvPr>
            <p:ph type="body" sz="quarter" idx="21"/>
          </p:nvPr>
        </p:nvSpPr>
        <p:spPr>
          <a:xfrm>
            <a:off x="661508" y="1452761"/>
            <a:ext cx="754380" cy="754380"/>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13" name="Icon Placeholder 1">
            <a:extLst>
              <a:ext uri="{FF2B5EF4-FFF2-40B4-BE49-F238E27FC236}">
                <a16:creationId xmlns:a16="http://schemas.microsoft.com/office/drawing/2014/main" id="{BEBDBD93-5B7D-C348-A0B0-D59B7451CA8C}"/>
              </a:ext>
            </a:extLst>
          </p:cNvPr>
          <p:cNvSpPr>
            <a:spLocks noGrp="1"/>
          </p:cNvSpPr>
          <p:nvPr>
            <p:ph type="pic" sz="quarter" idx="19" hasCustomPrompt="1"/>
          </p:nvPr>
        </p:nvSpPr>
        <p:spPr>
          <a:xfrm>
            <a:off x="795239" y="1584443"/>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2" name="Text Placeholder 2">
            <a:extLst>
              <a:ext uri="{FF2B5EF4-FFF2-40B4-BE49-F238E27FC236}">
                <a16:creationId xmlns:a16="http://schemas.microsoft.com/office/drawing/2014/main" id="{DA84BCB2-7E7D-0044-BCD1-946C9C2C25AC}"/>
              </a:ext>
            </a:extLst>
          </p:cNvPr>
          <p:cNvSpPr>
            <a:spLocks noGrp="1"/>
          </p:cNvSpPr>
          <p:nvPr>
            <p:ph type="body" sz="quarter" idx="50"/>
          </p:nvPr>
        </p:nvSpPr>
        <p:spPr>
          <a:xfrm>
            <a:off x="1847785" y="2333570"/>
            <a:ext cx="1198403" cy="2184273"/>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450"/>
              </a:spcAft>
              <a:buClrTx/>
              <a:buSzTx/>
              <a:buFont typeface="Arial" panose="020B0604020202020204" pitchFamily="34" charset="0"/>
              <a:buNone/>
              <a:tabLs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128588" marR="0" lvl="2" indent="-128588" algn="ctr" defTabSz="685800" rtl="0" eaLnBrk="1" fontAlgn="auto" latinLnBrk="0" hangingPunct="1">
              <a:lnSpc>
                <a:spcPct val="130000"/>
              </a:lnSpc>
              <a:spcBef>
                <a:spcPts val="0"/>
              </a:spcBef>
              <a:spcAft>
                <a:spcPts val="225"/>
              </a:spcAft>
              <a:buClrTx/>
              <a:buSzTx/>
              <a:buFont typeface="Arial" panose="020B0604020202020204" pitchFamily="34" charset="0"/>
              <a:buChar char="•"/>
              <a:tabLst/>
              <a:defRPr/>
            </a:pPr>
            <a:r>
              <a:rPr lang="en-US"/>
              <a:t>Third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endParaRPr lang="en-US"/>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p:nvPr>
        </p:nvSpPr>
        <p:spPr>
          <a:xfrm>
            <a:off x="2067113" y="1452761"/>
            <a:ext cx="754380" cy="754380"/>
          </a:xfrm>
          <a:prstGeom prst="ellipse">
            <a:avLst/>
          </a:prstGeom>
          <a:solidFill>
            <a:schemeClr val="accent1"/>
          </a:solidFill>
        </p:spPr>
        <p:txBody>
          <a:bodyPr/>
          <a:lstStyle>
            <a:lvl1pPr>
              <a:defRPr sz="100">
                <a:solidFill>
                  <a:schemeClr val="accent1"/>
                </a:solidFill>
              </a:defRPr>
            </a:lvl1pPr>
            <a:lvl2pPr>
              <a:defRPr sz="100"/>
            </a:lvl2pPr>
            <a:lvl3pPr>
              <a:defRPr sz="100"/>
            </a:lvl3pPr>
            <a:lvl4pPr>
              <a:defRPr sz="100"/>
            </a:lvl4pPr>
            <a:lvl5pPr>
              <a:defRPr sz="100"/>
            </a:lvl5pPr>
          </a:lstStyle>
          <a:p>
            <a:pPr lvl="0"/>
            <a:r>
              <a:rPr lang="en-US"/>
              <a:t>Click to edit Master text styles</a:t>
            </a:r>
          </a:p>
        </p:txBody>
      </p:sp>
      <p:sp>
        <p:nvSpPr>
          <p:cNvPr id="16" name="Icon Placeholder 2">
            <a:extLst>
              <a:ext uri="{FF2B5EF4-FFF2-40B4-BE49-F238E27FC236}">
                <a16:creationId xmlns:a16="http://schemas.microsoft.com/office/drawing/2014/main" id="{F2E6A368-E249-A54D-B159-22936BA5F19D}"/>
              </a:ext>
            </a:extLst>
          </p:cNvPr>
          <p:cNvSpPr>
            <a:spLocks noGrp="1"/>
          </p:cNvSpPr>
          <p:nvPr>
            <p:ph type="pic" sz="quarter" idx="23" hasCustomPrompt="1"/>
          </p:nvPr>
        </p:nvSpPr>
        <p:spPr>
          <a:xfrm>
            <a:off x="2200844" y="1584443"/>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3" name="Text Placeholder 3">
            <a:extLst>
              <a:ext uri="{FF2B5EF4-FFF2-40B4-BE49-F238E27FC236}">
                <a16:creationId xmlns:a16="http://schemas.microsoft.com/office/drawing/2014/main" id="{AFAD196C-5A38-CE4F-A82B-A16A245E1AF2}"/>
              </a:ext>
            </a:extLst>
          </p:cNvPr>
          <p:cNvSpPr>
            <a:spLocks noGrp="1"/>
          </p:cNvSpPr>
          <p:nvPr>
            <p:ph type="body" sz="quarter" idx="51"/>
          </p:nvPr>
        </p:nvSpPr>
        <p:spPr>
          <a:xfrm>
            <a:off x="3257800" y="2333570"/>
            <a:ext cx="1198403" cy="2184273"/>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450"/>
              </a:spcAft>
              <a:buClrTx/>
              <a:buSzTx/>
              <a:buFont typeface="Arial" panose="020B0604020202020204" pitchFamily="34" charset="0"/>
              <a:buNone/>
              <a:tabLs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128588" marR="0" lvl="2" indent="-128588" algn="ctr" defTabSz="685800" rtl="0" eaLnBrk="1" fontAlgn="auto" latinLnBrk="0" hangingPunct="1">
              <a:lnSpc>
                <a:spcPct val="130000"/>
              </a:lnSpc>
              <a:spcBef>
                <a:spcPts val="0"/>
              </a:spcBef>
              <a:spcAft>
                <a:spcPts val="225"/>
              </a:spcAft>
              <a:buClrTx/>
              <a:buSzTx/>
              <a:buFont typeface="Arial" panose="020B0604020202020204" pitchFamily="34" charset="0"/>
              <a:buChar char="•"/>
              <a:tabLst/>
              <a:defRPr/>
            </a:pPr>
            <a:r>
              <a:rPr lang="en-US"/>
              <a:t>Third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endParaRPr lang="en-US"/>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p:nvPr>
        </p:nvSpPr>
        <p:spPr>
          <a:xfrm>
            <a:off x="3472718" y="1452761"/>
            <a:ext cx="754380" cy="754380"/>
          </a:xfrm>
          <a:prstGeom prst="ellipse">
            <a:avLst/>
          </a:prstGeom>
          <a:solidFill>
            <a:srgbClr val="671CAA"/>
          </a:solidFill>
        </p:spPr>
        <p:txBody>
          <a:bodyPr/>
          <a:lstStyle>
            <a:lvl1pPr>
              <a:defRPr sz="100">
                <a:solidFill>
                  <a:schemeClr val="accent2"/>
                </a:solidFill>
              </a:defRPr>
            </a:lvl1pPr>
            <a:lvl2pPr>
              <a:defRPr sz="100"/>
            </a:lvl2pPr>
            <a:lvl3pPr>
              <a:defRPr sz="100"/>
            </a:lvl3pPr>
            <a:lvl4pPr>
              <a:defRPr sz="100"/>
            </a:lvl4pPr>
            <a:lvl5pPr>
              <a:defRPr sz="100"/>
            </a:lvl5pPr>
          </a:lstStyle>
          <a:p>
            <a:pPr lvl="0"/>
            <a:r>
              <a:rPr lang="en-US"/>
              <a:t>Click to edit Master text styles</a:t>
            </a:r>
          </a:p>
        </p:txBody>
      </p:sp>
      <p:sp>
        <p:nvSpPr>
          <p:cNvPr id="19" name="Icon Placeholder 3">
            <a:extLst>
              <a:ext uri="{FF2B5EF4-FFF2-40B4-BE49-F238E27FC236}">
                <a16:creationId xmlns:a16="http://schemas.microsoft.com/office/drawing/2014/main" id="{176E0699-763B-7347-8E7D-937F394F39FD}"/>
              </a:ext>
            </a:extLst>
          </p:cNvPr>
          <p:cNvSpPr>
            <a:spLocks noGrp="1"/>
          </p:cNvSpPr>
          <p:nvPr>
            <p:ph type="pic" sz="quarter" idx="26" hasCustomPrompt="1"/>
          </p:nvPr>
        </p:nvSpPr>
        <p:spPr>
          <a:xfrm>
            <a:off x="3606449" y="1584443"/>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7" name="Text Placeholder 4">
            <a:extLst>
              <a:ext uri="{FF2B5EF4-FFF2-40B4-BE49-F238E27FC236}">
                <a16:creationId xmlns:a16="http://schemas.microsoft.com/office/drawing/2014/main" id="{FB4A5DE2-2230-9A40-B128-0FB2BD3DFCBE}"/>
              </a:ext>
            </a:extLst>
          </p:cNvPr>
          <p:cNvSpPr>
            <a:spLocks noGrp="1"/>
          </p:cNvSpPr>
          <p:nvPr>
            <p:ph type="body" sz="quarter" idx="57"/>
          </p:nvPr>
        </p:nvSpPr>
        <p:spPr>
          <a:xfrm>
            <a:off x="4656311" y="2333570"/>
            <a:ext cx="1198403" cy="2184273"/>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450"/>
              </a:spcAft>
              <a:buClrTx/>
              <a:buSzTx/>
              <a:buFont typeface="Arial" panose="020B0604020202020204" pitchFamily="34" charset="0"/>
              <a:buNone/>
              <a:tabLs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128588" marR="0" lvl="2" indent="-128588" algn="ctr" defTabSz="685800" rtl="0" eaLnBrk="1" fontAlgn="auto" latinLnBrk="0" hangingPunct="1">
              <a:lnSpc>
                <a:spcPct val="130000"/>
              </a:lnSpc>
              <a:spcBef>
                <a:spcPts val="0"/>
              </a:spcBef>
              <a:spcAft>
                <a:spcPts val="225"/>
              </a:spcAft>
              <a:buClrTx/>
              <a:buSzTx/>
              <a:buFont typeface="Arial" panose="020B0604020202020204" pitchFamily="34" charset="0"/>
              <a:buChar char="•"/>
              <a:tabLst/>
              <a:defRPr/>
            </a:pPr>
            <a:r>
              <a:rPr lang="en-US"/>
              <a:t>Third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endParaRPr lang="en-US"/>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p:nvPr>
        </p:nvSpPr>
        <p:spPr>
          <a:xfrm>
            <a:off x="4878323" y="1452761"/>
            <a:ext cx="754380" cy="754380"/>
          </a:xfrm>
          <a:prstGeom prst="ellipse">
            <a:avLst/>
          </a:prstGeom>
          <a:solidFill>
            <a:schemeClr val="accent2"/>
          </a:solidFill>
        </p:spPr>
        <p:txBody>
          <a:bodyPr/>
          <a:lstStyle>
            <a:lvl1pPr>
              <a:defRPr sz="100">
                <a:solidFill>
                  <a:schemeClr val="accent3"/>
                </a:solidFill>
              </a:defRPr>
            </a:lvl1pPr>
            <a:lvl2pPr>
              <a:defRPr sz="100"/>
            </a:lvl2pPr>
            <a:lvl3pPr>
              <a:defRPr sz="100"/>
            </a:lvl3pPr>
            <a:lvl4pPr>
              <a:defRPr sz="100"/>
            </a:lvl4pPr>
            <a:lvl5pPr>
              <a:defRPr sz="100"/>
            </a:lvl5pPr>
          </a:lstStyle>
          <a:p>
            <a:pPr lvl="0"/>
            <a:r>
              <a:rPr lang="en-US"/>
              <a:t>Click to edit Master text styles</a:t>
            </a:r>
          </a:p>
        </p:txBody>
      </p:sp>
      <p:sp>
        <p:nvSpPr>
          <p:cNvPr id="22" name="Icon Placeholder 4">
            <a:extLst>
              <a:ext uri="{FF2B5EF4-FFF2-40B4-BE49-F238E27FC236}">
                <a16:creationId xmlns:a16="http://schemas.microsoft.com/office/drawing/2014/main" id="{9E90A145-47CA-FC4B-8427-53F175446A02}"/>
              </a:ext>
            </a:extLst>
          </p:cNvPr>
          <p:cNvSpPr>
            <a:spLocks noGrp="1"/>
          </p:cNvSpPr>
          <p:nvPr>
            <p:ph type="pic" sz="quarter" idx="29" hasCustomPrompt="1"/>
          </p:nvPr>
        </p:nvSpPr>
        <p:spPr>
          <a:xfrm>
            <a:off x="5012054" y="1584443"/>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5" name="Text Placeholder 5">
            <a:extLst>
              <a:ext uri="{FF2B5EF4-FFF2-40B4-BE49-F238E27FC236}">
                <a16:creationId xmlns:a16="http://schemas.microsoft.com/office/drawing/2014/main" id="{5EA71C17-B44F-A241-92F5-D05E070CC1EC}"/>
              </a:ext>
            </a:extLst>
          </p:cNvPr>
          <p:cNvSpPr>
            <a:spLocks noGrp="1"/>
          </p:cNvSpPr>
          <p:nvPr>
            <p:ph type="body" sz="quarter" idx="53"/>
          </p:nvPr>
        </p:nvSpPr>
        <p:spPr>
          <a:xfrm>
            <a:off x="6091797" y="2333570"/>
            <a:ext cx="1198403" cy="2184273"/>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450"/>
              </a:spcAft>
              <a:buClrTx/>
              <a:buSzTx/>
              <a:buFont typeface="Arial" panose="020B0604020202020204" pitchFamily="34" charset="0"/>
              <a:buNone/>
              <a:tabLs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900"/>
            </a:lvl4pPr>
            <a:lvl5pPr algn="ctr">
              <a:defRPr sz="900"/>
            </a:lvl5pPr>
            <a:lvl6pPr>
              <a:defRPr sz="900"/>
            </a:lvl6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128588" marR="0" lvl="2" indent="-128588" algn="ctr" defTabSz="685800" rtl="0" eaLnBrk="1" fontAlgn="auto" latinLnBrk="0" hangingPunct="1">
              <a:lnSpc>
                <a:spcPct val="130000"/>
              </a:lnSpc>
              <a:spcBef>
                <a:spcPts val="0"/>
              </a:spcBef>
              <a:spcAft>
                <a:spcPts val="225"/>
              </a:spcAft>
              <a:buClrTx/>
              <a:buSzTx/>
              <a:buFont typeface="Arial" panose="020B0604020202020204" pitchFamily="34" charset="0"/>
              <a:buChar char="•"/>
              <a:tabLst/>
              <a:defRPr/>
            </a:pPr>
            <a:r>
              <a:rPr lang="en-US"/>
              <a:t>Third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endParaRPr lang="en-US"/>
          </a:p>
        </p:txBody>
      </p:sp>
      <p:sp>
        <p:nvSpPr>
          <p:cNvPr id="26" name="Timeline Marker 5">
            <a:extLst>
              <a:ext uri="{FF2B5EF4-FFF2-40B4-BE49-F238E27FC236}">
                <a16:creationId xmlns:a16="http://schemas.microsoft.com/office/drawing/2014/main" id="{C085402B-43AC-C542-B2D5-F3490F888A43}"/>
              </a:ext>
            </a:extLst>
          </p:cNvPr>
          <p:cNvSpPr>
            <a:spLocks noGrp="1"/>
          </p:cNvSpPr>
          <p:nvPr>
            <p:ph type="body" sz="quarter" idx="33"/>
          </p:nvPr>
        </p:nvSpPr>
        <p:spPr>
          <a:xfrm>
            <a:off x="6283928" y="1452761"/>
            <a:ext cx="754380" cy="754380"/>
          </a:xfrm>
          <a:prstGeom prst="ellipse">
            <a:avLst/>
          </a:prstGeom>
          <a:solidFill>
            <a:schemeClr val="accent3"/>
          </a:solidFill>
        </p:spPr>
        <p:txBody>
          <a:bodyPr/>
          <a:lstStyle>
            <a:lvl1pPr>
              <a:defRPr sz="100">
                <a:solidFill>
                  <a:srgbClr val="FF914D"/>
                </a:solidFill>
              </a:defRPr>
            </a:lvl1pPr>
            <a:lvl2pPr>
              <a:defRPr sz="100"/>
            </a:lvl2pPr>
            <a:lvl3pPr>
              <a:defRPr sz="100"/>
            </a:lvl3pPr>
            <a:lvl4pPr>
              <a:defRPr sz="100"/>
            </a:lvl4pPr>
            <a:lvl5pPr>
              <a:defRPr sz="100"/>
            </a:lvl5pPr>
          </a:lstStyle>
          <a:p>
            <a:pPr lvl="0"/>
            <a:r>
              <a:rPr lang="en-US"/>
              <a:t>Click to edit Master text styles</a:t>
            </a:r>
          </a:p>
        </p:txBody>
      </p:sp>
      <p:sp>
        <p:nvSpPr>
          <p:cNvPr id="25" name="Icon Placeholder 5">
            <a:extLst>
              <a:ext uri="{FF2B5EF4-FFF2-40B4-BE49-F238E27FC236}">
                <a16:creationId xmlns:a16="http://schemas.microsoft.com/office/drawing/2014/main" id="{3AD34911-5E2B-8C47-8C55-76297573A49A}"/>
              </a:ext>
            </a:extLst>
          </p:cNvPr>
          <p:cNvSpPr>
            <a:spLocks noGrp="1"/>
          </p:cNvSpPr>
          <p:nvPr>
            <p:ph type="pic" sz="quarter" idx="32" hasCustomPrompt="1"/>
          </p:nvPr>
        </p:nvSpPr>
        <p:spPr>
          <a:xfrm>
            <a:off x="6417659" y="1584443"/>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6" name="Text Placeholder 6">
            <a:extLst>
              <a:ext uri="{FF2B5EF4-FFF2-40B4-BE49-F238E27FC236}">
                <a16:creationId xmlns:a16="http://schemas.microsoft.com/office/drawing/2014/main" id="{0964D57D-B4EE-CE4B-88D9-5EB7EA89BF5B}"/>
              </a:ext>
            </a:extLst>
          </p:cNvPr>
          <p:cNvSpPr>
            <a:spLocks noGrp="1"/>
          </p:cNvSpPr>
          <p:nvPr>
            <p:ph type="body" sz="quarter" idx="54"/>
          </p:nvPr>
        </p:nvSpPr>
        <p:spPr>
          <a:xfrm>
            <a:off x="7501811" y="2333570"/>
            <a:ext cx="1198403" cy="2184273"/>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450"/>
              </a:spcAft>
              <a:buClrTx/>
              <a:buSzTx/>
              <a:buFont typeface="Arial" panose="020B0604020202020204" pitchFamily="34" charset="0"/>
              <a:buNone/>
              <a:tabLs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900"/>
            </a:lvl4pPr>
            <a:lvl5pPr algn="ctr">
              <a:defRPr sz="900"/>
            </a:lvl5pPr>
            <a:lvl6pPr>
              <a:defRPr sz="900"/>
            </a:lvl6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128588" marR="0" lvl="2" indent="-128588" algn="ctr" defTabSz="685800" rtl="0" eaLnBrk="1" fontAlgn="auto" latinLnBrk="0" hangingPunct="1">
              <a:lnSpc>
                <a:spcPct val="130000"/>
              </a:lnSpc>
              <a:spcBef>
                <a:spcPts val="0"/>
              </a:spcBef>
              <a:spcAft>
                <a:spcPts val="225"/>
              </a:spcAft>
              <a:buClrTx/>
              <a:buSzTx/>
              <a:buFont typeface="Arial" panose="020B0604020202020204" pitchFamily="34" charset="0"/>
              <a:buChar char="•"/>
              <a:tabLst/>
              <a:defRPr/>
            </a:pPr>
            <a:r>
              <a:rPr lang="en-US"/>
              <a:t>Third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endParaRPr lang="en-US"/>
          </a:p>
        </p:txBody>
      </p:sp>
      <p:sp>
        <p:nvSpPr>
          <p:cNvPr id="29" name="Timeline Marker 6">
            <a:extLst>
              <a:ext uri="{FF2B5EF4-FFF2-40B4-BE49-F238E27FC236}">
                <a16:creationId xmlns:a16="http://schemas.microsoft.com/office/drawing/2014/main" id="{E9E7172C-ECD9-2447-B6B4-B7EE38681E52}"/>
              </a:ext>
            </a:extLst>
          </p:cNvPr>
          <p:cNvSpPr>
            <a:spLocks noGrp="1"/>
          </p:cNvSpPr>
          <p:nvPr>
            <p:ph type="body" sz="quarter" idx="36"/>
          </p:nvPr>
        </p:nvSpPr>
        <p:spPr>
          <a:xfrm>
            <a:off x="7689533" y="1452761"/>
            <a:ext cx="754380" cy="754380"/>
          </a:xfrm>
          <a:prstGeom prst="ellipse">
            <a:avLst/>
          </a:prstGeom>
          <a:solidFill>
            <a:schemeClr val="bg2"/>
          </a:solidFill>
        </p:spPr>
        <p:txBody>
          <a:bodyPr/>
          <a:lstStyle>
            <a:lvl1pPr>
              <a:defRPr sz="100">
                <a:solidFill>
                  <a:schemeClr val="bg2"/>
                </a:solidFill>
              </a:defRPr>
            </a:lvl1pPr>
            <a:lvl2pPr>
              <a:defRPr sz="100"/>
            </a:lvl2pPr>
            <a:lvl3pPr>
              <a:defRPr sz="100"/>
            </a:lvl3pPr>
            <a:lvl4pPr>
              <a:defRPr sz="100"/>
            </a:lvl4pPr>
            <a:lvl5pPr>
              <a:defRPr sz="100"/>
            </a:lvl5pPr>
          </a:lstStyle>
          <a:p>
            <a:pPr lvl="0"/>
            <a:r>
              <a:rPr lang="en-US"/>
              <a:t>Click to edit Master text styles</a:t>
            </a:r>
          </a:p>
        </p:txBody>
      </p:sp>
      <p:sp>
        <p:nvSpPr>
          <p:cNvPr id="28" name="Icon Placeholder 6">
            <a:extLst>
              <a:ext uri="{FF2B5EF4-FFF2-40B4-BE49-F238E27FC236}">
                <a16:creationId xmlns:a16="http://schemas.microsoft.com/office/drawing/2014/main" id="{15783B2A-98F2-D446-A8A3-3ACA854465FD}"/>
              </a:ext>
            </a:extLst>
          </p:cNvPr>
          <p:cNvSpPr>
            <a:spLocks noGrp="1"/>
          </p:cNvSpPr>
          <p:nvPr>
            <p:ph type="pic" sz="quarter" idx="35" hasCustomPrompt="1"/>
          </p:nvPr>
        </p:nvSpPr>
        <p:spPr>
          <a:xfrm>
            <a:off x="7823264" y="1584443"/>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 name="Footer Placeholder 2">
            <a:extLst>
              <a:ext uri="{FF2B5EF4-FFF2-40B4-BE49-F238E27FC236}">
                <a16:creationId xmlns:a16="http://schemas.microsoft.com/office/drawing/2014/main" id="{EDF1E046-D4AD-4A44-8F3F-0DC755DE9336}"/>
              </a:ext>
            </a:extLst>
          </p:cNvPr>
          <p:cNvSpPr>
            <a:spLocks noGrp="1"/>
          </p:cNvSpPr>
          <p:nvPr>
            <p:ph type="ftr" sz="quarter" idx="55"/>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4" name="Slide Number Placeholder 3">
            <a:extLst>
              <a:ext uri="{FF2B5EF4-FFF2-40B4-BE49-F238E27FC236}">
                <a16:creationId xmlns:a16="http://schemas.microsoft.com/office/drawing/2014/main" id="{9F681C50-A031-0941-A219-384621FB4697}"/>
              </a:ext>
            </a:extLst>
          </p:cNvPr>
          <p:cNvSpPr>
            <a:spLocks noGrp="1"/>
          </p:cNvSpPr>
          <p:nvPr>
            <p:ph type="sldNum" sz="quarter" idx="56"/>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704392251"/>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meline Teardrop w. Icons (gradient)">
    <p:spTree>
      <p:nvGrpSpPr>
        <p:cNvPr id="1" name=""/>
        <p:cNvGrpSpPr/>
        <p:nvPr/>
      </p:nvGrpSpPr>
      <p:grpSpPr>
        <a:xfrm>
          <a:off x="0" y="0"/>
          <a:ext cx="0" cy="0"/>
          <a:chOff x="0" y="0"/>
          <a:chExt cx="0" cy="0"/>
        </a:xfrm>
      </p:grpSpPr>
      <p:sp>
        <p:nvSpPr>
          <p:cNvPr id="30" name="Timeline">
            <a:extLst>
              <a:ext uri="{FF2B5EF4-FFF2-40B4-BE49-F238E27FC236}">
                <a16:creationId xmlns:a16="http://schemas.microsoft.com/office/drawing/2014/main" id="{2F54635E-D719-C14F-ADCD-119EB0B2AD62}"/>
              </a:ext>
            </a:extLst>
          </p:cNvPr>
          <p:cNvSpPr>
            <a:spLocks noGrp="1"/>
          </p:cNvSpPr>
          <p:nvPr>
            <p:ph type="body" sz="quarter" idx="20"/>
          </p:nvPr>
        </p:nvSpPr>
        <p:spPr>
          <a:xfrm>
            <a:off x="1053715" y="2601473"/>
            <a:ext cx="7027883" cy="68580"/>
          </a:xfrm>
          <a:gradFill>
            <a:gsLst>
              <a:gs pos="100000">
                <a:srgbClr val="FF6600"/>
              </a:gs>
              <a:gs pos="33000">
                <a:schemeClr val="accent1"/>
              </a:gs>
              <a:gs pos="0">
                <a:schemeClr val="tx2"/>
              </a:gs>
            </a:gsLst>
            <a:lin ang="0" scaled="0"/>
          </a:gra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128713" y="428626"/>
            <a:ext cx="6886575" cy="452628"/>
          </a:xfrm>
        </p:spPr>
        <p:txBody>
          <a:bodyPr/>
          <a:lstStyle>
            <a:lvl1pPr algn="ctr">
              <a:defRPr/>
            </a:lvl1pPr>
          </a:lstStyle>
          <a:p>
            <a:r>
              <a:rPr lang="en-US"/>
              <a:t>Click to edit Master title style</a:t>
            </a:r>
          </a:p>
        </p:txBody>
      </p:sp>
      <p:sp>
        <p:nvSpPr>
          <p:cNvPr id="27" name="Text Placeholder 1">
            <a:extLst>
              <a:ext uri="{FF2B5EF4-FFF2-40B4-BE49-F238E27FC236}">
                <a16:creationId xmlns:a16="http://schemas.microsoft.com/office/drawing/2014/main" id="{AE2FC7FA-D1F1-4741-8E37-3C84D537C34B}"/>
              </a:ext>
            </a:extLst>
          </p:cNvPr>
          <p:cNvSpPr>
            <a:spLocks noGrp="1"/>
          </p:cNvSpPr>
          <p:nvPr>
            <p:ph type="body" sz="quarter" idx="44"/>
          </p:nvPr>
        </p:nvSpPr>
        <p:spPr>
          <a:xfrm>
            <a:off x="459937" y="2919271"/>
            <a:ext cx="1200150" cy="610362"/>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225"/>
              </a:spcAf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05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6" name="Timeline Marker 1">
            <a:extLst>
              <a:ext uri="{FF2B5EF4-FFF2-40B4-BE49-F238E27FC236}">
                <a16:creationId xmlns:a16="http://schemas.microsoft.com/office/drawing/2014/main" id="{B606C694-E3FF-C046-818C-2E3ADC91534A}"/>
              </a:ext>
            </a:extLst>
          </p:cNvPr>
          <p:cNvSpPr>
            <a:spLocks noGrp="1"/>
          </p:cNvSpPr>
          <p:nvPr>
            <p:ph type="body" sz="quarter" idx="21"/>
          </p:nvPr>
        </p:nvSpPr>
        <p:spPr>
          <a:xfrm rot="8100000">
            <a:off x="652277" y="1587287"/>
            <a:ext cx="822960" cy="822960"/>
          </a:xfrm>
          <a:prstGeom prst="teardrop">
            <a:avLst/>
          </a:prstGeom>
          <a:solidFill>
            <a:schemeClr val="bg1"/>
          </a:solidFill>
          <a:ln w="76200">
            <a:solidFill>
              <a:schemeClr val="tx2"/>
            </a:solidFill>
          </a:ln>
        </p:spPr>
        <p:txBody>
          <a:bodyPr/>
          <a:lstStyle>
            <a:lvl1pPr algn="ctr">
              <a:defRPr sz="100">
                <a:solidFill>
                  <a:schemeClr val="bg1"/>
                </a:solidFill>
              </a:defRPr>
            </a:lvl1pPr>
            <a:lvl2pPr>
              <a:defRPr sz="100"/>
            </a:lvl2pPr>
            <a:lvl3pPr>
              <a:defRPr sz="100"/>
            </a:lvl3pPr>
            <a:lvl4pPr>
              <a:defRPr sz="100"/>
            </a:lvl4pPr>
            <a:lvl5pPr>
              <a:defRPr sz="100"/>
            </a:lvl5pPr>
          </a:lstStyle>
          <a:p>
            <a:pPr lvl="0"/>
            <a:r>
              <a:rPr lang="en-US"/>
              <a:t>Click to edit Master text styles</a:t>
            </a:r>
          </a:p>
        </p:txBody>
      </p:sp>
      <p:sp>
        <p:nvSpPr>
          <p:cNvPr id="33" name="Circle 1">
            <a:extLst>
              <a:ext uri="{FF2B5EF4-FFF2-40B4-BE49-F238E27FC236}">
                <a16:creationId xmlns:a16="http://schemas.microsoft.com/office/drawing/2014/main" id="{8638E0E6-86FA-1141-86CC-F9273817CEC4}"/>
              </a:ext>
            </a:extLst>
          </p:cNvPr>
          <p:cNvSpPr>
            <a:spLocks noGrp="1"/>
          </p:cNvSpPr>
          <p:nvPr>
            <p:ph type="body" sz="quarter" idx="39"/>
          </p:nvPr>
        </p:nvSpPr>
        <p:spPr>
          <a:xfrm>
            <a:off x="992605" y="2544485"/>
            <a:ext cx="137160" cy="137160"/>
          </a:xfrm>
          <a:prstGeom prst="ellipse">
            <a:avLst/>
          </a:prstGeom>
          <a:solidFill>
            <a:schemeClr val="bg1"/>
          </a:solidFill>
          <a:ln w="15875">
            <a:solidFill>
              <a:schemeClr val="tx2"/>
            </a:solidFill>
          </a:ln>
        </p:spPr>
        <p:txBody>
          <a:bodyPr/>
          <a:lstStyle>
            <a:lvl1pPr>
              <a:defRPr sz="100">
                <a:solidFill>
                  <a:schemeClr val="bg1"/>
                </a:solidFill>
              </a:defRPr>
            </a:lvl1pPr>
            <a:lvl2pPr>
              <a:defRPr sz="100"/>
            </a:lvl2pPr>
            <a:lvl3pPr>
              <a:defRPr sz="100"/>
            </a:lvl3pPr>
            <a:lvl4pPr>
              <a:defRPr sz="100"/>
            </a:lvl4pPr>
            <a:lvl5pPr>
              <a:defRPr sz="100"/>
            </a:lvl5pPr>
          </a:lstStyle>
          <a:p>
            <a:pPr lvl="0"/>
            <a:r>
              <a:rPr lang="en-US"/>
              <a:t>Click to edit Master text styles</a:t>
            </a:r>
          </a:p>
        </p:txBody>
      </p:sp>
      <p:sp>
        <p:nvSpPr>
          <p:cNvPr id="13" name="Icon Placeholder 1">
            <a:extLst>
              <a:ext uri="{FF2B5EF4-FFF2-40B4-BE49-F238E27FC236}">
                <a16:creationId xmlns:a16="http://schemas.microsoft.com/office/drawing/2014/main" id="{BEBDBD93-5B7D-C348-A0B0-D59B7451CA8C}"/>
              </a:ext>
            </a:extLst>
          </p:cNvPr>
          <p:cNvSpPr>
            <a:spLocks noGrp="1"/>
          </p:cNvSpPr>
          <p:nvPr>
            <p:ph type="pic" sz="quarter" idx="19" hasCustomPrompt="1"/>
          </p:nvPr>
        </p:nvSpPr>
        <p:spPr>
          <a:xfrm>
            <a:off x="817726" y="1754694"/>
            <a:ext cx="486918" cy="486918"/>
          </a:xfrm>
        </p:spPr>
        <p:txBody>
          <a:bodyPr tIns="0" anchor="ctr" anchorCtr="0"/>
          <a:lstStyle>
            <a:lvl1pPr algn="ctr">
              <a:defRPr sz="6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8" name="Text Placeholder 2">
            <a:extLst>
              <a:ext uri="{FF2B5EF4-FFF2-40B4-BE49-F238E27FC236}">
                <a16:creationId xmlns:a16="http://schemas.microsoft.com/office/drawing/2014/main" id="{75088D65-A9D2-8D44-94D8-BBA8A080441A}"/>
              </a:ext>
            </a:extLst>
          </p:cNvPr>
          <p:cNvSpPr>
            <a:spLocks noGrp="1"/>
          </p:cNvSpPr>
          <p:nvPr>
            <p:ph type="body" sz="quarter" idx="50"/>
          </p:nvPr>
        </p:nvSpPr>
        <p:spPr>
          <a:xfrm>
            <a:off x="2205445" y="1730268"/>
            <a:ext cx="1200150" cy="610363"/>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05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p:nvPr>
        </p:nvSpPr>
        <p:spPr>
          <a:xfrm rot="18900000">
            <a:off x="2391374" y="2865494"/>
            <a:ext cx="822960" cy="822960"/>
          </a:xfrm>
          <a:prstGeom prst="teardrop">
            <a:avLst/>
          </a:prstGeom>
          <a:solidFill>
            <a:schemeClr val="bg1"/>
          </a:solidFill>
          <a:ln w="79375">
            <a:solidFill>
              <a:schemeClr val="accent1"/>
            </a:solidFill>
          </a:ln>
        </p:spPr>
        <p:txBody>
          <a:bodyPr/>
          <a:lstStyle>
            <a:lvl1pPr algn="ctr">
              <a:defRPr sz="100">
                <a:solidFill>
                  <a:schemeClr val="bg1"/>
                </a:solidFill>
              </a:defRPr>
            </a:lvl1pPr>
            <a:lvl2pPr>
              <a:defRPr sz="100"/>
            </a:lvl2pPr>
            <a:lvl3pPr>
              <a:defRPr sz="100"/>
            </a:lvl3pPr>
            <a:lvl4pPr>
              <a:defRPr sz="100"/>
            </a:lvl4pPr>
            <a:lvl5pPr>
              <a:defRPr sz="100"/>
            </a:lvl5pPr>
          </a:lstStyle>
          <a:p>
            <a:pPr lvl="0"/>
            <a:r>
              <a:rPr lang="en-US"/>
              <a:t>Click to edit Master text styles</a:t>
            </a:r>
          </a:p>
        </p:txBody>
      </p:sp>
      <p:sp>
        <p:nvSpPr>
          <p:cNvPr id="34" name="Circle 2">
            <a:extLst>
              <a:ext uri="{FF2B5EF4-FFF2-40B4-BE49-F238E27FC236}">
                <a16:creationId xmlns:a16="http://schemas.microsoft.com/office/drawing/2014/main" id="{E02C382C-FDE6-864B-B550-55F6AEBEF9AA}"/>
              </a:ext>
            </a:extLst>
          </p:cNvPr>
          <p:cNvSpPr>
            <a:spLocks noGrp="1"/>
          </p:cNvSpPr>
          <p:nvPr>
            <p:ph type="body" sz="quarter" idx="40"/>
          </p:nvPr>
        </p:nvSpPr>
        <p:spPr>
          <a:xfrm>
            <a:off x="2733614" y="2568831"/>
            <a:ext cx="137160" cy="137160"/>
          </a:xfrm>
          <a:prstGeom prst="ellipse">
            <a:avLst/>
          </a:prstGeom>
          <a:solidFill>
            <a:schemeClr val="bg1"/>
          </a:solidFill>
          <a:ln w="15875">
            <a:solidFill>
              <a:schemeClr val="accent1"/>
            </a:solidFill>
          </a:ln>
        </p:spPr>
        <p:txBody>
          <a:bodyPr/>
          <a:lstStyle>
            <a:lvl1pPr>
              <a:defRPr sz="100">
                <a:solidFill>
                  <a:schemeClr val="bg1"/>
                </a:solidFill>
              </a:defRPr>
            </a:lvl1pPr>
            <a:lvl2pPr>
              <a:defRPr sz="100"/>
            </a:lvl2pPr>
            <a:lvl3pPr>
              <a:defRPr sz="100"/>
            </a:lvl3pPr>
            <a:lvl4pPr>
              <a:defRPr sz="100"/>
            </a:lvl4pPr>
            <a:lvl5pPr>
              <a:defRPr sz="100"/>
            </a:lvl5pPr>
          </a:lstStyle>
          <a:p>
            <a:pPr lvl="0"/>
            <a:r>
              <a:rPr lang="en-US"/>
              <a:t>Click to edit Master text styles</a:t>
            </a:r>
          </a:p>
        </p:txBody>
      </p:sp>
      <p:sp>
        <p:nvSpPr>
          <p:cNvPr id="16" name="Icon Placeholder 2">
            <a:extLst>
              <a:ext uri="{FF2B5EF4-FFF2-40B4-BE49-F238E27FC236}">
                <a16:creationId xmlns:a16="http://schemas.microsoft.com/office/drawing/2014/main" id="{F2E6A368-E249-A54D-B159-22936BA5F19D}"/>
              </a:ext>
            </a:extLst>
          </p:cNvPr>
          <p:cNvSpPr>
            <a:spLocks noGrp="1"/>
          </p:cNvSpPr>
          <p:nvPr>
            <p:ph type="pic" sz="quarter" idx="23" hasCustomPrompt="1"/>
          </p:nvPr>
        </p:nvSpPr>
        <p:spPr>
          <a:xfrm>
            <a:off x="2559395" y="3020955"/>
            <a:ext cx="486918" cy="486918"/>
          </a:xfrm>
        </p:spPr>
        <p:txBody>
          <a:bodyPr tIns="0" anchor="ctr" anchorCtr="0"/>
          <a:lstStyle>
            <a:lvl1pPr algn="ctr">
              <a:defRPr sz="6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9" name="Text Placeholder 3">
            <a:extLst>
              <a:ext uri="{FF2B5EF4-FFF2-40B4-BE49-F238E27FC236}">
                <a16:creationId xmlns:a16="http://schemas.microsoft.com/office/drawing/2014/main" id="{01F72C53-F7B9-3447-A88E-BA8A922440C8}"/>
              </a:ext>
            </a:extLst>
          </p:cNvPr>
          <p:cNvSpPr>
            <a:spLocks noGrp="1"/>
          </p:cNvSpPr>
          <p:nvPr>
            <p:ph type="body" sz="quarter" idx="51"/>
          </p:nvPr>
        </p:nvSpPr>
        <p:spPr>
          <a:xfrm>
            <a:off x="3935552" y="2915058"/>
            <a:ext cx="1200150" cy="610363"/>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05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p:nvPr>
        </p:nvSpPr>
        <p:spPr>
          <a:xfrm rot="8100000">
            <a:off x="4124147" y="1583872"/>
            <a:ext cx="822960" cy="822960"/>
          </a:xfrm>
          <a:prstGeom prst="teardrop">
            <a:avLst/>
          </a:prstGeom>
          <a:solidFill>
            <a:schemeClr val="bg1"/>
          </a:solidFill>
          <a:ln w="76200">
            <a:solidFill>
              <a:schemeClr val="accent2"/>
            </a:solidFill>
          </a:ln>
        </p:spPr>
        <p:txBody>
          <a:bodyPr/>
          <a:lstStyle>
            <a:lvl1pPr algn="ctr">
              <a:defRPr sz="100">
                <a:solidFill>
                  <a:schemeClr val="bg1"/>
                </a:solidFill>
              </a:defRPr>
            </a:lvl1pPr>
            <a:lvl2pPr>
              <a:defRPr sz="100"/>
            </a:lvl2pPr>
            <a:lvl3pPr>
              <a:defRPr sz="100"/>
            </a:lvl3pPr>
            <a:lvl4pPr>
              <a:defRPr sz="100"/>
            </a:lvl4pPr>
            <a:lvl5pPr>
              <a:defRPr sz="100"/>
            </a:lvl5pPr>
          </a:lstStyle>
          <a:p>
            <a:pPr lvl="0"/>
            <a:r>
              <a:rPr lang="en-US"/>
              <a:t>Click to edit Master text styles</a:t>
            </a:r>
          </a:p>
        </p:txBody>
      </p:sp>
      <p:sp>
        <p:nvSpPr>
          <p:cNvPr id="35" name="Circle 3">
            <a:extLst>
              <a:ext uri="{FF2B5EF4-FFF2-40B4-BE49-F238E27FC236}">
                <a16:creationId xmlns:a16="http://schemas.microsoft.com/office/drawing/2014/main" id="{BE793FE5-FF70-3540-BEA1-3C3D27FC3CCD}"/>
              </a:ext>
            </a:extLst>
          </p:cNvPr>
          <p:cNvSpPr>
            <a:spLocks noGrp="1"/>
          </p:cNvSpPr>
          <p:nvPr>
            <p:ph type="body" sz="quarter" idx="41"/>
          </p:nvPr>
        </p:nvSpPr>
        <p:spPr>
          <a:xfrm>
            <a:off x="4467708" y="2568947"/>
            <a:ext cx="137160" cy="137160"/>
          </a:xfrm>
          <a:prstGeom prst="ellipse">
            <a:avLst/>
          </a:prstGeom>
          <a:solidFill>
            <a:schemeClr val="bg1"/>
          </a:solidFill>
          <a:ln w="15875">
            <a:solidFill>
              <a:schemeClr val="accent2"/>
            </a:solidFill>
          </a:ln>
        </p:spPr>
        <p:txBody>
          <a:bodyPr/>
          <a:lstStyle>
            <a:lvl1pPr>
              <a:defRPr sz="100">
                <a:solidFill>
                  <a:schemeClr val="bg1"/>
                </a:solidFill>
              </a:defRPr>
            </a:lvl1pPr>
            <a:lvl2pPr>
              <a:defRPr sz="100"/>
            </a:lvl2pPr>
            <a:lvl3pPr>
              <a:defRPr sz="100"/>
            </a:lvl3pPr>
            <a:lvl4pPr>
              <a:defRPr sz="100"/>
            </a:lvl4pPr>
            <a:lvl5pPr>
              <a:defRPr sz="100"/>
            </a:lvl5pPr>
          </a:lstStyle>
          <a:p>
            <a:pPr lvl="0"/>
            <a:r>
              <a:rPr lang="en-US"/>
              <a:t>Click to edit Master text styles</a:t>
            </a:r>
          </a:p>
        </p:txBody>
      </p:sp>
      <p:sp>
        <p:nvSpPr>
          <p:cNvPr id="19" name="Icon Placeholder 3">
            <a:extLst>
              <a:ext uri="{FF2B5EF4-FFF2-40B4-BE49-F238E27FC236}">
                <a16:creationId xmlns:a16="http://schemas.microsoft.com/office/drawing/2014/main" id="{176E0699-763B-7347-8E7D-937F394F39FD}"/>
              </a:ext>
            </a:extLst>
          </p:cNvPr>
          <p:cNvSpPr>
            <a:spLocks noGrp="1"/>
          </p:cNvSpPr>
          <p:nvPr>
            <p:ph type="pic" sz="quarter" idx="26" hasCustomPrompt="1"/>
          </p:nvPr>
        </p:nvSpPr>
        <p:spPr>
          <a:xfrm>
            <a:off x="4292168" y="1751216"/>
            <a:ext cx="486918" cy="486918"/>
          </a:xfrm>
        </p:spPr>
        <p:txBody>
          <a:bodyPr tIns="0" anchor="ctr" anchorCtr="0"/>
          <a:lstStyle>
            <a:lvl1pPr algn="ctr">
              <a:defRPr sz="6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40" name="Text Placeholder 4">
            <a:extLst>
              <a:ext uri="{FF2B5EF4-FFF2-40B4-BE49-F238E27FC236}">
                <a16:creationId xmlns:a16="http://schemas.microsoft.com/office/drawing/2014/main" id="{B75A9A59-702F-9440-924B-EB0854CDD258}"/>
              </a:ext>
            </a:extLst>
          </p:cNvPr>
          <p:cNvSpPr>
            <a:spLocks noGrp="1"/>
          </p:cNvSpPr>
          <p:nvPr>
            <p:ph type="body" sz="quarter" idx="52"/>
          </p:nvPr>
        </p:nvSpPr>
        <p:spPr>
          <a:xfrm>
            <a:off x="5698593" y="1730268"/>
            <a:ext cx="1214135" cy="610363"/>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05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p:nvPr>
        </p:nvSpPr>
        <p:spPr>
          <a:xfrm rot="18900000">
            <a:off x="5897003" y="2852934"/>
            <a:ext cx="822960" cy="822960"/>
          </a:xfrm>
          <a:prstGeom prst="teardrop">
            <a:avLst/>
          </a:prstGeom>
          <a:solidFill>
            <a:schemeClr val="bg1"/>
          </a:solidFill>
          <a:ln w="76200">
            <a:solidFill>
              <a:schemeClr val="accent3"/>
            </a:solidFill>
          </a:ln>
        </p:spPr>
        <p:txBody>
          <a:bodyPr/>
          <a:lstStyle>
            <a:lvl1pPr algn="ctr">
              <a:defRPr sz="100">
                <a:solidFill>
                  <a:schemeClr val="bg1"/>
                </a:solidFill>
              </a:defRPr>
            </a:lvl1pPr>
            <a:lvl2pPr>
              <a:defRPr sz="100"/>
            </a:lvl2pPr>
            <a:lvl3pPr>
              <a:defRPr sz="100"/>
            </a:lvl3pPr>
            <a:lvl4pPr>
              <a:defRPr sz="100"/>
            </a:lvl4pPr>
            <a:lvl5pPr>
              <a:defRPr sz="100"/>
            </a:lvl5pPr>
          </a:lstStyle>
          <a:p>
            <a:pPr lvl="0"/>
            <a:r>
              <a:rPr lang="en-US"/>
              <a:t>Click to edit Master text styles</a:t>
            </a:r>
          </a:p>
        </p:txBody>
      </p:sp>
      <p:sp>
        <p:nvSpPr>
          <p:cNvPr id="22" name="Icon Placeholder 4">
            <a:extLst>
              <a:ext uri="{FF2B5EF4-FFF2-40B4-BE49-F238E27FC236}">
                <a16:creationId xmlns:a16="http://schemas.microsoft.com/office/drawing/2014/main" id="{9E90A145-47CA-FC4B-8427-53F175446A02}"/>
              </a:ext>
            </a:extLst>
          </p:cNvPr>
          <p:cNvSpPr>
            <a:spLocks noGrp="1"/>
          </p:cNvSpPr>
          <p:nvPr>
            <p:ph type="pic" sz="quarter" idx="29" hasCustomPrompt="1"/>
          </p:nvPr>
        </p:nvSpPr>
        <p:spPr>
          <a:xfrm>
            <a:off x="6065024" y="3032595"/>
            <a:ext cx="486918" cy="486918"/>
          </a:xfrm>
        </p:spPr>
        <p:txBody>
          <a:bodyPr tIns="0" anchor="ctr" anchorCtr="0"/>
          <a:lstStyle>
            <a:lvl1pPr algn="ctr">
              <a:defRPr sz="6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6" name="Circle 4">
            <a:extLst>
              <a:ext uri="{FF2B5EF4-FFF2-40B4-BE49-F238E27FC236}">
                <a16:creationId xmlns:a16="http://schemas.microsoft.com/office/drawing/2014/main" id="{780096C9-7C0A-3A4E-ADFE-F9036227F8CD}"/>
              </a:ext>
            </a:extLst>
          </p:cNvPr>
          <p:cNvSpPr>
            <a:spLocks noGrp="1"/>
          </p:cNvSpPr>
          <p:nvPr>
            <p:ph type="body" sz="quarter" idx="42"/>
          </p:nvPr>
        </p:nvSpPr>
        <p:spPr>
          <a:xfrm>
            <a:off x="6237080" y="2565429"/>
            <a:ext cx="137160" cy="137160"/>
          </a:xfrm>
          <a:prstGeom prst="ellipse">
            <a:avLst/>
          </a:prstGeom>
          <a:solidFill>
            <a:schemeClr val="bg1"/>
          </a:solidFill>
          <a:ln w="15875">
            <a:solidFill>
              <a:schemeClr val="accent3"/>
            </a:solidFill>
          </a:ln>
        </p:spPr>
        <p:txBody>
          <a:bodyPr/>
          <a:lstStyle>
            <a:lvl1pPr>
              <a:defRPr sz="100">
                <a:solidFill>
                  <a:schemeClr val="bg1"/>
                </a:solidFill>
              </a:defRPr>
            </a:lvl1pPr>
            <a:lvl2pPr>
              <a:defRPr sz="100"/>
            </a:lvl2pPr>
            <a:lvl3pPr>
              <a:defRPr sz="100"/>
            </a:lvl3pPr>
            <a:lvl4pPr>
              <a:defRPr sz="100"/>
            </a:lvl4pPr>
            <a:lvl5pPr>
              <a:defRPr sz="100"/>
            </a:lvl5pPr>
          </a:lstStyle>
          <a:p>
            <a:pPr lvl="0"/>
            <a:r>
              <a:rPr lang="en-US"/>
              <a:t>Click to edit Master text styles</a:t>
            </a:r>
          </a:p>
        </p:txBody>
      </p:sp>
      <p:sp>
        <p:nvSpPr>
          <p:cNvPr id="41" name="Text Placeholder 5">
            <a:extLst>
              <a:ext uri="{FF2B5EF4-FFF2-40B4-BE49-F238E27FC236}">
                <a16:creationId xmlns:a16="http://schemas.microsoft.com/office/drawing/2014/main" id="{42707C9A-2665-FB42-BE29-4BE69ADED24B}"/>
              </a:ext>
            </a:extLst>
          </p:cNvPr>
          <p:cNvSpPr>
            <a:spLocks noGrp="1"/>
          </p:cNvSpPr>
          <p:nvPr>
            <p:ph type="body" sz="quarter" idx="53"/>
          </p:nvPr>
        </p:nvSpPr>
        <p:spPr>
          <a:xfrm>
            <a:off x="7474054" y="2915058"/>
            <a:ext cx="1200150" cy="610363"/>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900"/>
            </a:lvl4pPr>
            <a:lvl5pPr algn="ctr">
              <a:defRPr sz="900"/>
            </a:lvl5pPr>
            <a:lvl6pPr>
              <a:defRPr sz="900"/>
            </a:lvl6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9" name="Timeline Marker 5">
            <a:extLst>
              <a:ext uri="{FF2B5EF4-FFF2-40B4-BE49-F238E27FC236}">
                <a16:creationId xmlns:a16="http://schemas.microsoft.com/office/drawing/2014/main" id="{E9E7172C-ECD9-2447-B6B4-B7EE38681E52}"/>
              </a:ext>
            </a:extLst>
          </p:cNvPr>
          <p:cNvSpPr>
            <a:spLocks noGrp="1"/>
          </p:cNvSpPr>
          <p:nvPr>
            <p:ph type="body" sz="quarter" idx="36"/>
          </p:nvPr>
        </p:nvSpPr>
        <p:spPr>
          <a:xfrm rot="8100000">
            <a:off x="7664214" y="1583195"/>
            <a:ext cx="822960" cy="822960"/>
          </a:xfrm>
          <a:prstGeom prst="teardrop">
            <a:avLst/>
          </a:prstGeom>
          <a:solidFill>
            <a:schemeClr val="bg1"/>
          </a:solidFill>
          <a:ln w="76200">
            <a:solidFill>
              <a:schemeClr val="bg2"/>
            </a:solidFill>
          </a:ln>
        </p:spPr>
        <p:txBody>
          <a:bodyPr/>
          <a:lstStyle>
            <a:lvl1pPr algn="ctr">
              <a:defRPr sz="100">
                <a:solidFill>
                  <a:schemeClr val="bg1"/>
                </a:solidFill>
              </a:defRPr>
            </a:lvl1pPr>
            <a:lvl2pPr>
              <a:defRPr sz="100"/>
            </a:lvl2pPr>
            <a:lvl3pPr>
              <a:defRPr sz="100"/>
            </a:lvl3pPr>
            <a:lvl4pPr>
              <a:defRPr sz="100"/>
            </a:lvl4pPr>
            <a:lvl5pPr>
              <a:defRPr sz="100"/>
            </a:lvl5pPr>
          </a:lstStyle>
          <a:p>
            <a:pPr lvl="0"/>
            <a:r>
              <a:rPr lang="en-US"/>
              <a:t>Click to edit Master text styles</a:t>
            </a:r>
          </a:p>
        </p:txBody>
      </p:sp>
      <p:sp>
        <p:nvSpPr>
          <p:cNvPr id="28" name="Icon Placeholder 5">
            <a:extLst>
              <a:ext uri="{FF2B5EF4-FFF2-40B4-BE49-F238E27FC236}">
                <a16:creationId xmlns:a16="http://schemas.microsoft.com/office/drawing/2014/main" id="{15783B2A-98F2-D446-A8A3-3ACA854465FD}"/>
              </a:ext>
            </a:extLst>
          </p:cNvPr>
          <p:cNvSpPr>
            <a:spLocks noGrp="1"/>
          </p:cNvSpPr>
          <p:nvPr>
            <p:ph type="pic" sz="quarter" idx="35" hasCustomPrompt="1"/>
          </p:nvPr>
        </p:nvSpPr>
        <p:spPr>
          <a:xfrm>
            <a:off x="7832235" y="1751216"/>
            <a:ext cx="486918" cy="486918"/>
          </a:xfrm>
        </p:spPr>
        <p:txBody>
          <a:bodyPr tIns="0" anchor="ctr" anchorCtr="0"/>
          <a:lstStyle>
            <a:lvl1pPr algn="ctr">
              <a:defRPr sz="6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7" name="Circle 5">
            <a:extLst>
              <a:ext uri="{FF2B5EF4-FFF2-40B4-BE49-F238E27FC236}">
                <a16:creationId xmlns:a16="http://schemas.microsoft.com/office/drawing/2014/main" id="{486C832E-5DFD-004F-B7F3-953071183EF7}"/>
              </a:ext>
            </a:extLst>
          </p:cNvPr>
          <p:cNvSpPr>
            <a:spLocks noGrp="1"/>
          </p:cNvSpPr>
          <p:nvPr>
            <p:ph type="body" sz="quarter" idx="43"/>
          </p:nvPr>
        </p:nvSpPr>
        <p:spPr>
          <a:xfrm>
            <a:off x="8005549" y="2571824"/>
            <a:ext cx="137160" cy="137160"/>
          </a:xfrm>
          <a:prstGeom prst="ellipse">
            <a:avLst/>
          </a:prstGeom>
          <a:solidFill>
            <a:schemeClr val="bg1"/>
          </a:solidFill>
          <a:ln w="15875">
            <a:solidFill>
              <a:schemeClr val="bg2"/>
            </a:solidFill>
          </a:ln>
        </p:spPr>
        <p:txBody>
          <a:bodyPr/>
          <a:lstStyle>
            <a:lvl1pPr>
              <a:defRPr sz="100">
                <a:solidFill>
                  <a:schemeClr val="bg1"/>
                </a:solidFill>
              </a:defRPr>
            </a:lvl1pPr>
            <a:lvl2pPr>
              <a:defRPr sz="100"/>
            </a:lvl2pPr>
            <a:lvl3pPr>
              <a:defRPr sz="100"/>
            </a:lvl3pPr>
            <a:lvl4pPr>
              <a:defRPr sz="100"/>
            </a:lvl4pPr>
            <a:lvl5pPr>
              <a:defRPr sz="100"/>
            </a:lvl5pPr>
          </a:lstStyle>
          <a:p>
            <a:pPr lvl="0"/>
            <a:r>
              <a:rPr lang="en-US"/>
              <a:t>Click to edit Master text styles</a:t>
            </a:r>
          </a:p>
        </p:txBody>
      </p:sp>
      <p:sp>
        <p:nvSpPr>
          <p:cNvPr id="3" name="Footer Placeholder 2">
            <a:extLst>
              <a:ext uri="{FF2B5EF4-FFF2-40B4-BE49-F238E27FC236}">
                <a16:creationId xmlns:a16="http://schemas.microsoft.com/office/drawing/2014/main" id="{C003DB47-B72A-7E41-A997-AE9DCEB90F00}"/>
              </a:ext>
            </a:extLst>
          </p:cNvPr>
          <p:cNvSpPr>
            <a:spLocks noGrp="1"/>
          </p:cNvSpPr>
          <p:nvPr>
            <p:ph type="ftr" sz="quarter" idx="5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4" name="Slide Number Placeholder 3">
            <a:extLst>
              <a:ext uri="{FF2B5EF4-FFF2-40B4-BE49-F238E27FC236}">
                <a16:creationId xmlns:a16="http://schemas.microsoft.com/office/drawing/2014/main" id="{E3B39A1C-AC1A-4D41-9CF6-F9DB9FB7ADC9}"/>
              </a:ext>
            </a:extLst>
          </p:cNvPr>
          <p:cNvSpPr>
            <a:spLocks noGrp="1"/>
          </p:cNvSpPr>
          <p:nvPr>
            <p:ph type="sldNum" sz="quarter" idx="55"/>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98118091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meline Square w. Icons (gradient)">
    <p:spTree>
      <p:nvGrpSpPr>
        <p:cNvPr id="1" name=""/>
        <p:cNvGrpSpPr/>
        <p:nvPr/>
      </p:nvGrpSpPr>
      <p:grpSpPr>
        <a:xfrm>
          <a:off x="0" y="0"/>
          <a:ext cx="0" cy="0"/>
          <a:chOff x="0" y="0"/>
          <a:chExt cx="0" cy="0"/>
        </a:xfrm>
      </p:grpSpPr>
      <p:sp>
        <p:nvSpPr>
          <p:cNvPr id="41" name="Timeline">
            <a:extLst>
              <a:ext uri="{FF2B5EF4-FFF2-40B4-BE49-F238E27FC236}">
                <a16:creationId xmlns:a16="http://schemas.microsoft.com/office/drawing/2014/main" id="{D6883DDE-B047-2649-BC26-43A9B7D46328}"/>
              </a:ext>
            </a:extLst>
          </p:cNvPr>
          <p:cNvSpPr>
            <a:spLocks noGrp="1"/>
          </p:cNvSpPr>
          <p:nvPr>
            <p:ph type="body" sz="quarter" idx="20"/>
          </p:nvPr>
        </p:nvSpPr>
        <p:spPr>
          <a:xfrm>
            <a:off x="792511" y="2846444"/>
            <a:ext cx="7586663" cy="68580"/>
          </a:xfrm>
          <a:gradFill>
            <a:gsLst>
              <a:gs pos="100000">
                <a:srgbClr val="FF6600"/>
              </a:gs>
              <a:gs pos="33000">
                <a:schemeClr val="accent1"/>
              </a:gs>
              <a:gs pos="0">
                <a:schemeClr val="tx2"/>
              </a:gs>
            </a:gsLst>
            <a:lin ang="0" scaled="0"/>
          </a:gra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778669" y="428626"/>
            <a:ext cx="7586663" cy="452628"/>
          </a:xfrm>
        </p:spPr>
        <p:txBody>
          <a:bodyPr/>
          <a:lstStyle>
            <a:lvl1pPr algn="ctr">
              <a:defRPr/>
            </a:lvl1pPr>
          </a:lstStyle>
          <a:p>
            <a:r>
              <a:rPr lang="en-US"/>
              <a:t>Click to edit Master title style</a:t>
            </a:r>
          </a:p>
        </p:txBody>
      </p:sp>
      <p:sp>
        <p:nvSpPr>
          <p:cNvPr id="52" name="Text Placeholder 1">
            <a:extLst>
              <a:ext uri="{FF2B5EF4-FFF2-40B4-BE49-F238E27FC236}">
                <a16:creationId xmlns:a16="http://schemas.microsoft.com/office/drawing/2014/main" id="{0C241793-5B06-494B-ADBD-DE4F694C2F67}"/>
              </a:ext>
            </a:extLst>
          </p:cNvPr>
          <p:cNvSpPr>
            <a:spLocks noGrp="1"/>
          </p:cNvSpPr>
          <p:nvPr>
            <p:ph type="body" sz="quarter" idx="15"/>
          </p:nvPr>
        </p:nvSpPr>
        <p:spPr>
          <a:xfrm>
            <a:off x="515747" y="3581892"/>
            <a:ext cx="1200150" cy="610362"/>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225"/>
              </a:spcAf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05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42" name="Timeline Marker 1">
            <a:extLst>
              <a:ext uri="{FF2B5EF4-FFF2-40B4-BE49-F238E27FC236}">
                <a16:creationId xmlns:a16="http://schemas.microsoft.com/office/drawing/2014/main" id="{C8867E88-B2C7-D14C-8879-A7C91383C54D}"/>
              </a:ext>
            </a:extLst>
          </p:cNvPr>
          <p:cNvSpPr>
            <a:spLocks noGrp="1" noChangeAspect="1"/>
          </p:cNvSpPr>
          <p:nvPr>
            <p:ph type="body" sz="quarter" idx="21"/>
          </p:nvPr>
        </p:nvSpPr>
        <p:spPr>
          <a:xfrm>
            <a:off x="740365" y="2509052"/>
            <a:ext cx="754380" cy="754380"/>
          </a:xfrm>
          <a:prstGeom prst="rect">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57" name="Arrow 1">
            <a:extLst>
              <a:ext uri="{FF2B5EF4-FFF2-40B4-BE49-F238E27FC236}">
                <a16:creationId xmlns:a16="http://schemas.microsoft.com/office/drawing/2014/main" id="{D2F602D1-1822-7448-BD5F-39D98BF94201}"/>
              </a:ext>
            </a:extLst>
          </p:cNvPr>
          <p:cNvSpPr>
            <a:spLocks noGrp="1"/>
          </p:cNvSpPr>
          <p:nvPr>
            <p:ph type="body" sz="quarter" idx="39"/>
          </p:nvPr>
        </p:nvSpPr>
        <p:spPr>
          <a:xfrm>
            <a:off x="1004853" y="3334571"/>
            <a:ext cx="205740" cy="137160"/>
          </a:xfrm>
          <a:prstGeom prst="triangl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47" name="Icon Placeholder 1">
            <a:extLst>
              <a:ext uri="{FF2B5EF4-FFF2-40B4-BE49-F238E27FC236}">
                <a16:creationId xmlns:a16="http://schemas.microsoft.com/office/drawing/2014/main" id="{08B86808-AD29-5849-B336-6672D528F507}"/>
              </a:ext>
            </a:extLst>
          </p:cNvPr>
          <p:cNvSpPr>
            <a:spLocks noGrp="1"/>
          </p:cNvSpPr>
          <p:nvPr>
            <p:ph type="pic" sz="quarter" idx="19" hasCustomPrompt="1"/>
          </p:nvPr>
        </p:nvSpPr>
        <p:spPr>
          <a:xfrm>
            <a:off x="864264" y="2645522"/>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8" name="Text Placeholder 2">
            <a:extLst>
              <a:ext uri="{FF2B5EF4-FFF2-40B4-BE49-F238E27FC236}">
                <a16:creationId xmlns:a16="http://schemas.microsoft.com/office/drawing/2014/main" id="{811123B4-4A2F-2D43-A191-64DEC36B75FC}"/>
              </a:ext>
            </a:extLst>
          </p:cNvPr>
          <p:cNvSpPr>
            <a:spLocks noGrp="1"/>
          </p:cNvSpPr>
          <p:nvPr>
            <p:ph type="body" sz="quarter" idx="50"/>
          </p:nvPr>
        </p:nvSpPr>
        <p:spPr>
          <a:xfrm>
            <a:off x="2256540" y="1575916"/>
            <a:ext cx="1200150" cy="610363"/>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05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43" name="Timeline Marker 2">
            <a:extLst>
              <a:ext uri="{FF2B5EF4-FFF2-40B4-BE49-F238E27FC236}">
                <a16:creationId xmlns:a16="http://schemas.microsoft.com/office/drawing/2014/main" id="{F49DDBE2-FAA3-CD48-9E9D-D44E8103A6DB}"/>
              </a:ext>
            </a:extLst>
          </p:cNvPr>
          <p:cNvSpPr>
            <a:spLocks noGrp="1" noChangeAspect="1"/>
          </p:cNvSpPr>
          <p:nvPr>
            <p:ph type="body" sz="quarter" idx="24"/>
          </p:nvPr>
        </p:nvSpPr>
        <p:spPr>
          <a:xfrm>
            <a:off x="2479425" y="2509052"/>
            <a:ext cx="754380" cy="754380"/>
          </a:xfrm>
          <a:prstGeom prst="rect">
            <a:avLst/>
          </a:prstGeom>
          <a:solidFill>
            <a:schemeClr val="accent1"/>
          </a:solidFill>
        </p:spPr>
        <p:txBody>
          <a:bodyPr/>
          <a:lstStyle>
            <a:lvl1pPr>
              <a:defRPr sz="100">
                <a:solidFill>
                  <a:schemeClr val="accent1"/>
                </a:solidFill>
              </a:defRPr>
            </a:lvl1pPr>
            <a:lvl2pPr>
              <a:defRPr sz="100"/>
            </a:lvl2pPr>
            <a:lvl3pPr>
              <a:defRPr sz="100"/>
            </a:lvl3pPr>
            <a:lvl4pPr>
              <a:defRPr sz="100"/>
            </a:lvl4pPr>
            <a:lvl5pPr>
              <a:defRPr sz="100"/>
            </a:lvl5pPr>
          </a:lstStyle>
          <a:p>
            <a:pPr lvl="0"/>
            <a:r>
              <a:rPr lang="en-US"/>
              <a:t>Click to edit Master text styles</a:t>
            </a:r>
          </a:p>
        </p:txBody>
      </p:sp>
      <p:sp>
        <p:nvSpPr>
          <p:cNvPr id="58" name="Arrow 2">
            <a:extLst>
              <a:ext uri="{FF2B5EF4-FFF2-40B4-BE49-F238E27FC236}">
                <a16:creationId xmlns:a16="http://schemas.microsoft.com/office/drawing/2014/main" id="{30DA75D8-B681-6747-AC17-2F35457DECB3}"/>
              </a:ext>
            </a:extLst>
          </p:cNvPr>
          <p:cNvSpPr>
            <a:spLocks noGrp="1"/>
          </p:cNvSpPr>
          <p:nvPr>
            <p:ph type="body" sz="quarter" idx="40"/>
          </p:nvPr>
        </p:nvSpPr>
        <p:spPr>
          <a:xfrm rot="10800000">
            <a:off x="2739379" y="2309760"/>
            <a:ext cx="205740" cy="137160"/>
          </a:xfrm>
          <a:prstGeom prst="triangle">
            <a:avLst/>
          </a:prstGeom>
          <a:solidFill>
            <a:schemeClr val="accent1"/>
          </a:solidFill>
        </p:spPr>
        <p:txBody>
          <a:bodyPr/>
          <a:lstStyle>
            <a:lvl1pPr>
              <a:defRPr sz="100">
                <a:solidFill>
                  <a:schemeClr val="accent1"/>
                </a:solidFill>
              </a:defRPr>
            </a:lvl1pPr>
            <a:lvl2pPr>
              <a:defRPr sz="100"/>
            </a:lvl2pPr>
            <a:lvl3pPr>
              <a:defRPr sz="100"/>
            </a:lvl3pPr>
            <a:lvl4pPr>
              <a:defRPr sz="100"/>
            </a:lvl4pPr>
            <a:lvl5pPr>
              <a:defRPr sz="100"/>
            </a:lvl5pPr>
          </a:lstStyle>
          <a:p>
            <a:pPr lvl="0"/>
            <a:r>
              <a:rPr lang="en-US"/>
              <a:t>Click to edit Master text styles</a:t>
            </a:r>
          </a:p>
        </p:txBody>
      </p:sp>
      <p:sp>
        <p:nvSpPr>
          <p:cNvPr id="48" name="Icon Placeholder 2">
            <a:extLst>
              <a:ext uri="{FF2B5EF4-FFF2-40B4-BE49-F238E27FC236}">
                <a16:creationId xmlns:a16="http://schemas.microsoft.com/office/drawing/2014/main" id="{27527A07-C788-734B-AF35-0049CFEF46EF}"/>
              </a:ext>
            </a:extLst>
          </p:cNvPr>
          <p:cNvSpPr>
            <a:spLocks noGrp="1"/>
          </p:cNvSpPr>
          <p:nvPr>
            <p:ph type="pic" sz="quarter" idx="23" hasCustomPrompt="1"/>
          </p:nvPr>
        </p:nvSpPr>
        <p:spPr>
          <a:xfrm>
            <a:off x="2598789" y="2645522"/>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9" name="Text Placeholder 3">
            <a:extLst>
              <a:ext uri="{FF2B5EF4-FFF2-40B4-BE49-F238E27FC236}">
                <a16:creationId xmlns:a16="http://schemas.microsoft.com/office/drawing/2014/main" id="{08B6C210-6556-B141-B1EA-2257A8D17D6F}"/>
              </a:ext>
            </a:extLst>
          </p:cNvPr>
          <p:cNvSpPr>
            <a:spLocks noGrp="1"/>
          </p:cNvSpPr>
          <p:nvPr>
            <p:ph type="body" sz="quarter" idx="51"/>
          </p:nvPr>
        </p:nvSpPr>
        <p:spPr>
          <a:xfrm>
            <a:off x="3972700" y="3581891"/>
            <a:ext cx="1200150" cy="610363"/>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05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46" name="Timeline Marker 3">
            <a:extLst>
              <a:ext uri="{FF2B5EF4-FFF2-40B4-BE49-F238E27FC236}">
                <a16:creationId xmlns:a16="http://schemas.microsoft.com/office/drawing/2014/main" id="{6F8B0622-B5E3-A649-ACFD-291A05BB45E5}"/>
              </a:ext>
            </a:extLst>
          </p:cNvPr>
          <p:cNvSpPr>
            <a:spLocks noGrp="1" noChangeAspect="1"/>
          </p:cNvSpPr>
          <p:nvPr>
            <p:ph type="body" sz="quarter" idx="37"/>
          </p:nvPr>
        </p:nvSpPr>
        <p:spPr>
          <a:xfrm>
            <a:off x="4218485" y="2509052"/>
            <a:ext cx="754380" cy="754380"/>
          </a:xfrm>
          <a:prstGeom prst="rect">
            <a:avLst/>
          </a:prstGeom>
          <a:solidFill>
            <a:schemeClr val="accent2"/>
          </a:solidFill>
        </p:spPr>
        <p:txBody>
          <a:bodyPr/>
          <a:lstStyle>
            <a:lvl1pPr>
              <a:defRPr sz="100">
                <a:solidFill>
                  <a:schemeClr val="accent2"/>
                </a:solidFill>
              </a:defRPr>
            </a:lvl1pPr>
            <a:lvl2pPr>
              <a:defRPr sz="100"/>
            </a:lvl2pPr>
            <a:lvl3pPr>
              <a:defRPr sz="100"/>
            </a:lvl3pPr>
            <a:lvl4pPr>
              <a:defRPr sz="100"/>
            </a:lvl4pPr>
            <a:lvl5pPr>
              <a:defRPr sz="100"/>
            </a:lvl5pPr>
          </a:lstStyle>
          <a:p>
            <a:pPr lvl="0"/>
            <a:r>
              <a:rPr lang="en-US"/>
              <a:t>Click to edit Master text styles</a:t>
            </a:r>
          </a:p>
        </p:txBody>
      </p:sp>
      <p:sp>
        <p:nvSpPr>
          <p:cNvPr id="59" name="Arrow 3">
            <a:extLst>
              <a:ext uri="{FF2B5EF4-FFF2-40B4-BE49-F238E27FC236}">
                <a16:creationId xmlns:a16="http://schemas.microsoft.com/office/drawing/2014/main" id="{BA861E52-8439-7F48-9199-FA08FB71B00E}"/>
              </a:ext>
            </a:extLst>
          </p:cNvPr>
          <p:cNvSpPr>
            <a:spLocks noGrp="1"/>
          </p:cNvSpPr>
          <p:nvPr>
            <p:ph type="body" sz="quarter" idx="41"/>
          </p:nvPr>
        </p:nvSpPr>
        <p:spPr>
          <a:xfrm>
            <a:off x="4482971" y="3334571"/>
            <a:ext cx="205740" cy="137160"/>
          </a:xfrm>
          <a:prstGeom prst="triangle">
            <a:avLst/>
          </a:prstGeom>
          <a:solidFill>
            <a:schemeClr val="accent2"/>
          </a:solidFill>
        </p:spPr>
        <p:txBody>
          <a:bodyPr/>
          <a:lstStyle>
            <a:lvl1pPr>
              <a:defRPr sz="100">
                <a:solidFill>
                  <a:schemeClr val="accent2"/>
                </a:solidFill>
              </a:defRPr>
            </a:lvl1pPr>
            <a:lvl2pPr>
              <a:defRPr sz="100"/>
            </a:lvl2pPr>
            <a:lvl3pPr>
              <a:defRPr sz="100"/>
            </a:lvl3pPr>
            <a:lvl4pPr>
              <a:defRPr sz="100"/>
            </a:lvl4pPr>
            <a:lvl5pPr>
              <a:defRPr sz="100"/>
            </a:lvl5pPr>
          </a:lstStyle>
          <a:p>
            <a:pPr lvl="0"/>
            <a:endParaRPr lang="en-US"/>
          </a:p>
        </p:txBody>
      </p:sp>
      <p:sp>
        <p:nvSpPr>
          <p:cNvPr id="49" name="Icon Placeholder 3">
            <a:extLst>
              <a:ext uri="{FF2B5EF4-FFF2-40B4-BE49-F238E27FC236}">
                <a16:creationId xmlns:a16="http://schemas.microsoft.com/office/drawing/2014/main" id="{7B9275F3-1847-D24C-BB93-BA305C8D59C8}"/>
              </a:ext>
            </a:extLst>
          </p:cNvPr>
          <p:cNvSpPr>
            <a:spLocks noGrp="1"/>
          </p:cNvSpPr>
          <p:nvPr>
            <p:ph type="pic" sz="quarter" idx="26" hasCustomPrompt="1"/>
          </p:nvPr>
        </p:nvSpPr>
        <p:spPr>
          <a:xfrm>
            <a:off x="4352216" y="2645522"/>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0" name="Text Placeholder 4">
            <a:extLst>
              <a:ext uri="{FF2B5EF4-FFF2-40B4-BE49-F238E27FC236}">
                <a16:creationId xmlns:a16="http://schemas.microsoft.com/office/drawing/2014/main" id="{4C38B391-BAF2-674B-BB55-6E1378287AD4}"/>
              </a:ext>
            </a:extLst>
          </p:cNvPr>
          <p:cNvSpPr>
            <a:spLocks noGrp="1"/>
          </p:cNvSpPr>
          <p:nvPr>
            <p:ph type="body" sz="quarter" idx="52"/>
          </p:nvPr>
        </p:nvSpPr>
        <p:spPr>
          <a:xfrm>
            <a:off x="5727668" y="1583073"/>
            <a:ext cx="1214135" cy="610363"/>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05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44" name="Timeline Marker 4">
            <a:extLst>
              <a:ext uri="{FF2B5EF4-FFF2-40B4-BE49-F238E27FC236}">
                <a16:creationId xmlns:a16="http://schemas.microsoft.com/office/drawing/2014/main" id="{76924B2B-B12A-F44A-B392-8AC96ACC4305}"/>
              </a:ext>
            </a:extLst>
          </p:cNvPr>
          <p:cNvSpPr>
            <a:spLocks noGrp="1" noChangeAspect="1"/>
          </p:cNvSpPr>
          <p:nvPr>
            <p:ph type="body" sz="quarter" idx="27"/>
          </p:nvPr>
        </p:nvSpPr>
        <p:spPr>
          <a:xfrm>
            <a:off x="5957546" y="2509052"/>
            <a:ext cx="754380" cy="754380"/>
          </a:xfrm>
          <a:prstGeom prst="rect">
            <a:avLst/>
          </a:prstGeom>
          <a:solidFill>
            <a:schemeClr val="accent3"/>
          </a:solidFill>
        </p:spPr>
        <p:txBody>
          <a:bodyPr/>
          <a:lstStyle>
            <a:lvl1pPr>
              <a:defRPr sz="100">
                <a:solidFill>
                  <a:schemeClr val="accent3"/>
                </a:solidFill>
              </a:defRPr>
            </a:lvl1pPr>
            <a:lvl2pPr>
              <a:defRPr sz="100"/>
            </a:lvl2pPr>
            <a:lvl3pPr>
              <a:defRPr sz="100"/>
            </a:lvl3pPr>
            <a:lvl4pPr>
              <a:defRPr sz="100"/>
            </a:lvl4pPr>
            <a:lvl5pPr>
              <a:defRPr sz="100"/>
            </a:lvl5pPr>
          </a:lstStyle>
          <a:p>
            <a:pPr lvl="0"/>
            <a:r>
              <a:rPr lang="en-US"/>
              <a:t>Click to edit Master text styles</a:t>
            </a:r>
          </a:p>
        </p:txBody>
      </p:sp>
      <p:sp>
        <p:nvSpPr>
          <p:cNvPr id="60" name="Arrow 4">
            <a:extLst>
              <a:ext uri="{FF2B5EF4-FFF2-40B4-BE49-F238E27FC236}">
                <a16:creationId xmlns:a16="http://schemas.microsoft.com/office/drawing/2014/main" id="{F4F2B76B-9EEA-9A4D-94B8-344A85A13310}"/>
              </a:ext>
            </a:extLst>
          </p:cNvPr>
          <p:cNvSpPr>
            <a:spLocks noGrp="1"/>
          </p:cNvSpPr>
          <p:nvPr>
            <p:ph type="body" sz="quarter" idx="42"/>
          </p:nvPr>
        </p:nvSpPr>
        <p:spPr>
          <a:xfrm rot="10800000">
            <a:off x="6231865" y="2309761"/>
            <a:ext cx="205740" cy="137160"/>
          </a:xfrm>
          <a:prstGeom prst="triangle">
            <a:avLst/>
          </a:prstGeom>
          <a:solidFill>
            <a:schemeClr val="accent3"/>
          </a:solidFill>
        </p:spPr>
        <p:txBody>
          <a:bodyPr/>
          <a:lstStyle>
            <a:lvl1pPr>
              <a:defRPr sz="100">
                <a:solidFill>
                  <a:schemeClr val="accent3"/>
                </a:solidFill>
              </a:defRPr>
            </a:lvl1pPr>
            <a:lvl2pPr>
              <a:defRPr sz="100"/>
            </a:lvl2pPr>
            <a:lvl3pPr>
              <a:defRPr sz="100"/>
            </a:lvl3pPr>
            <a:lvl4pPr>
              <a:defRPr sz="100"/>
            </a:lvl4pPr>
            <a:lvl5pPr>
              <a:defRPr sz="100"/>
            </a:lvl5pPr>
          </a:lstStyle>
          <a:p>
            <a:pPr lvl="0"/>
            <a:r>
              <a:rPr lang="en-US"/>
              <a:t>Click to edit Master text styles</a:t>
            </a:r>
          </a:p>
        </p:txBody>
      </p:sp>
      <p:sp>
        <p:nvSpPr>
          <p:cNvPr id="50" name="Icon Placeholder 4">
            <a:extLst>
              <a:ext uri="{FF2B5EF4-FFF2-40B4-BE49-F238E27FC236}">
                <a16:creationId xmlns:a16="http://schemas.microsoft.com/office/drawing/2014/main" id="{627B9514-9A4F-5840-98D2-18A349CE5F6B}"/>
              </a:ext>
            </a:extLst>
          </p:cNvPr>
          <p:cNvSpPr>
            <a:spLocks noGrp="1"/>
          </p:cNvSpPr>
          <p:nvPr>
            <p:ph type="pic" sz="quarter" idx="29" hasCustomPrompt="1"/>
          </p:nvPr>
        </p:nvSpPr>
        <p:spPr>
          <a:xfrm>
            <a:off x="6091276" y="2645522"/>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1" name="Text Placeholder 5">
            <a:extLst>
              <a:ext uri="{FF2B5EF4-FFF2-40B4-BE49-F238E27FC236}">
                <a16:creationId xmlns:a16="http://schemas.microsoft.com/office/drawing/2014/main" id="{E01893B7-564A-1740-B7FF-CB965215A902}"/>
              </a:ext>
            </a:extLst>
          </p:cNvPr>
          <p:cNvSpPr>
            <a:spLocks noGrp="1"/>
          </p:cNvSpPr>
          <p:nvPr>
            <p:ph type="body" sz="quarter" idx="53"/>
          </p:nvPr>
        </p:nvSpPr>
        <p:spPr>
          <a:xfrm>
            <a:off x="7418360" y="3581891"/>
            <a:ext cx="1200150" cy="610363"/>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900"/>
            </a:lvl3pPr>
            <a:lvl4pPr algn="ctr">
              <a:buNone/>
              <a:defRPr sz="900"/>
            </a:lvl4pPr>
            <a:lvl5pPr algn="ctr">
              <a:defRPr sz="900"/>
            </a:lvl5pPr>
            <a:lvl6pPr>
              <a:defRPr sz="900"/>
            </a:lvl6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45" name="Timeline Marker 5">
            <a:extLst>
              <a:ext uri="{FF2B5EF4-FFF2-40B4-BE49-F238E27FC236}">
                <a16:creationId xmlns:a16="http://schemas.microsoft.com/office/drawing/2014/main" id="{E93FAFA0-F327-0840-AD63-991C82E20A58}"/>
              </a:ext>
            </a:extLst>
          </p:cNvPr>
          <p:cNvSpPr>
            <a:spLocks noGrp="1" noChangeAspect="1"/>
          </p:cNvSpPr>
          <p:nvPr>
            <p:ph type="body" sz="quarter" idx="36"/>
          </p:nvPr>
        </p:nvSpPr>
        <p:spPr>
          <a:xfrm>
            <a:off x="7696604" y="2509052"/>
            <a:ext cx="754380" cy="754380"/>
          </a:xfrm>
          <a:prstGeom prst="rect">
            <a:avLst/>
          </a:prstGeom>
          <a:solidFill>
            <a:schemeClr val="bg2"/>
          </a:solidFill>
        </p:spPr>
        <p:txBody>
          <a:bodyPr/>
          <a:lstStyle>
            <a:lvl1pPr>
              <a:defRPr sz="100">
                <a:solidFill>
                  <a:schemeClr val="bg2"/>
                </a:solidFill>
              </a:defRPr>
            </a:lvl1pPr>
            <a:lvl2pPr>
              <a:defRPr sz="100"/>
            </a:lvl2pPr>
            <a:lvl3pPr>
              <a:defRPr sz="100"/>
            </a:lvl3pPr>
            <a:lvl4pPr>
              <a:defRPr sz="100"/>
            </a:lvl4pPr>
            <a:lvl5pPr>
              <a:defRPr sz="100"/>
            </a:lvl5pPr>
          </a:lstStyle>
          <a:p>
            <a:pPr lvl="0"/>
            <a:r>
              <a:rPr lang="en-US"/>
              <a:t>Click to edit Master text styles</a:t>
            </a:r>
          </a:p>
        </p:txBody>
      </p:sp>
      <p:sp>
        <p:nvSpPr>
          <p:cNvPr id="61" name="Arrow 5">
            <a:extLst>
              <a:ext uri="{FF2B5EF4-FFF2-40B4-BE49-F238E27FC236}">
                <a16:creationId xmlns:a16="http://schemas.microsoft.com/office/drawing/2014/main" id="{3448FA5D-6A98-0744-9CF7-490D29D1AF12}"/>
              </a:ext>
            </a:extLst>
          </p:cNvPr>
          <p:cNvSpPr>
            <a:spLocks noGrp="1"/>
          </p:cNvSpPr>
          <p:nvPr>
            <p:ph type="body" sz="quarter" idx="43"/>
          </p:nvPr>
        </p:nvSpPr>
        <p:spPr>
          <a:xfrm>
            <a:off x="7956442" y="3334571"/>
            <a:ext cx="205740" cy="137160"/>
          </a:xfrm>
          <a:prstGeom prst="triangle">
            <a:avLst/>
          </a:prstGeom>
          <a:solidFill>
            <a:schemeClr val="bg2"/>
          </a:solidFill>
        </p:spPr>
        <p:txBody>
          <a:bodyPr/>
          <a:lstStyle>
            <a:lvl1pPr>
              <a:defRPr sz="100">
                <a:solidFill>
                  <a:schemeClr val="bg2"/>
                </a:solidFill>
              </a:defRPr>
            </a:lvl1pPr>
            <a:lvl2pPr>
              <a:defRPr sz="100"/>
            </a:lvl2pPr>
            <a:lvl3pPr>
              <a:defRPr sz="100"/>
            </a:lvl3pPr>
            <a:lvl4pPr>
              <a:defRPr sz="100"/>
            </a:lvl4pPr>
            <a:lvl5pPr>
              <a:defRPr sz="100"/>
            </a:lvl5pPr>
          </a:lstStyle>
          <a:p>
            <a:pPr lvl="0"/>
            <a:r>
              <a:rPr lang="en-US"/>
              <a:t>Click to edit Master text styles</a:t>
            </a:r>
          </a:p>
        </p:txBody>
      </p:sp>
      <p:sp>
        <p:nvSpPr>
          <p:cNvPr id="51" name="Icon Placeholder 5">
            <a:extLst>
              <a:ext uri="{FF2B5EF4-FFF2-40B4-BE49-F238E27FC236}">
                <a16:creationId xmlns:a16="http://schemas.microsoft.com/office/drawing/2014/main" id="{873EBD17-5441-5A49-A012-8F8AB1D9D587}"/>
              </a:ext>
            </a:extLst>
          </p:cNvPr>
          <p:cNvSpPr>
            <a:spLocks noGrp="1"/>
          </p:cNvSpPr>
          <p:nvPr>
            <p:ph type="pic" sz="quarter" idx="32" hasCustomPrompt="1"/>
          </p:nvPr>
        </p:nvSpPr>
        <p:spPr>
          <a:xfrm>
            <a:off x="7830335" y="2645522"/>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 name="Footer Placeholder 2">
            <a:extLst>
              <a:ext uri="{FF2B5EF4-FFF2-40B4-BE49-F238E27FC236}">
                <a16:creationId xmlns:a16="http://schemas.microsoft.com/office/drawing/2014/main" id="{663B7939-06F8-3543-BC55-0FF661A8F874}"/>
              </a:ext>
            </a:extLst>
          </p:cNvPr>
          <p:cNvSpPr>
            <a:spLocks noGrp="1"/>
          </p:cNvSpPr>
          <p:nvPr>
            <p:ph type="ftr" sz="quarter" idx="5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4" name="Slide Number Placeholder 3">
            <a:extLst>
              <a:ext uri="{FF2B5EF4-FFF2-40B4-BE49-F238E27FC236}">
                <a16:creationId xmlns:a16="http://schemas.microsoft.com/office/drawing/2014/main" id="{0F3A3516-D224-9E4A-A082-9AD493124DC6}"/>
              </a:ext>
            </a:extLst>
          </p:cNvPr>
          <p:cNvSpPr>
            <a:spLocks noGrp="1"/>
          </p:cNvSpPr>
          <p:nvPr>
            <p:ph type="sldNum" sz="quarter" idx="55"/>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1282045279"/>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meline / Process w. Icons (gradient)">
    <p:spTree>
      <p:nvGrpSpPr>
        <p:cNvPr id="1" name=""/>
        <p:cNvGrpSpPr/>
        <p:nvPr/>
      </p:nvGrpSpPr>
      <p:grpSpPr>
        <a:xfrm>
          <a:off x="0" y="0"/>
          <a:ext cx="0" cy="0"/>
          <a:chOff x="0" y="0"/>
          <a:chExt cx="0" cy="0"/>
        </a:xfrm>
      </p:grpSpPr>
      <p:sp>
        <p:nvSpPr>
          <p:cNvPr id="41" name="Timeline">
            <a:extLst>
              <a:ext uri="{FF2B5EF4-FFF2-40B4-BE49-F238E27FC236}">
                <a16:creationId xmlns:a16="http://schemas.microsoft.com/office/drawing/2014/main" id="{C66763AC-3503-2A4F-A26D-C0538B7EB6B9}"/>
              </a:ext>
            </a:extLst>
          </p:cNvPr>
          <p:cNvSpPr>
            <a:spLocks noGrp="1"/>
          </p:cNvSpPr>
          <p:nvPr>
            <p:ph type="body" sz="quarter" idx="20"/>
          </p:nvPr>
        </p:nvSpPr>
        <p:spPr>
          <a:xfrm>
            <a:off x="437769" y="2171522"/>
            <a:ext cx="8277606" cy="68580"/>
          </a:xfrm>
          <a:gradFill>
            <a:gsLst>
              <a:gs pos="100000">
                <a:srgbClr val="FF6600"/>
              </a:gs>
              <a:gs pos="33000">
                <a:schemeClr val="accent1"/>
              </a:gs>
              <a:gs pos="0">
                <a:schemeClr val="tx2"/>
              </a:gs>
            </a:gsLst>
            <a:lin ang="0" scaled="0"/>
          </a:gra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a:t>
            </a:r>
          </a:p>
        </p:txBody>
      </p:sp>
      <p:sp>
        <p:nvSpPr>
          <p:cNvPr id="40" name="Arrow 1">
            <a:extLst>
              <a:ext uri="{FF2B5EF4-FFF2-40B4-BE49-F238E27FC236}">
                <a16:creationId xmlns:a16="http://schemas.microsoft.com/office/drawing/2014/main" id="{1A068110-BC41-E943-8776-A0CD3229CF1B}"/>
              </a:ext>
            </a:extLst>
          </p:cNvPr>
          <p:cNvSpPr>
            <a:spLocks noGrp="1"/>
          </p:cNvSpPr>
          <p:nvPr>
            <p:ph type="body" sz="quarter" idx="42"/>
          </p:nvPr>
        </p:nvSpPr>
        <p:spPr>
          <a:xfrm rot="5400000">
            <a:off x="1711793" y="2136359"/>
            <a:ext cx="205740" cy="137160"/>
          </a:xfrm>
          <a:prstGeom prst="triangle">
            <a:avLst/>
          </a:prstGeom>
          <a:solidFill>
            <a:schemeClr val="accent5"/>
          </a:solidFill>
          <a:ln>
            <a:noFill/>
          </a:ln>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a:t>Click to edit Master text styles</a:t>
            </a:r>
          </a:p>
        </p:txBody>
      </p:sp>
      <p:sp>
        <p:nvSpPr>
          <p:cNvPr id="42" name="Arrow 2">
            <a:extLst>
              <a:ext uri="{FF2B5EF4-FFF2-40B4-BE49-F238E27FC236}">
                <a16:creationId xmlns:a16="http://schemas.microsoft.com/office/drawing/2014/main" id="{DF76CB25-B68E-1D49-AA49-02E768553E13}"/>
              </a:ext>
            </a:extLst>
          </p:cNvPr>
          <p:cNvSpPr>
            <a:spLocks noGrp="1"/>
          </p:cNvSpPr>
          <p:nvPr>
            <p:ph type="body" sz="quarter" idx="43"/>
          </p:nvPr>
        </p:nvSpPr>
        <p:spPr>
          <a:xfrm rot="5400000">
            <a:off x="3145112" y="2136359"/>
            <a:ext cx="205740" cy="137160"/>
          </a:xfrm>
          <a:prstGeom prst="triangle">
            <a:avLst/>
          </a:prstGeom>
          <a:solidFill>
            <a:schemeClr val="accent5"/>
          </a:solidFill>
          <a:ln>
            <a:noFill/>
          </a:ln>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a:t>Click to edit Master text styles</a:t>
            </a:r>
          </a:p>
        </p:txBody>
      </p:sp>
      <p:sp>
        <p:nvSpPr>
          <p:cNvPr id="43" name="Arrow 3">
            <a:extLst>
              <a:ext uri="{FF2B5EF4-FFF2-40B4-BE49-F238E27FC236}">
                <a16:creationId xmlns:a16="http://schemas.microsoft.com/office/drawing/2014/main" id="{3BE6A1BC-6C85-1845-8854-1663F442268F}"/>
              </a:ext>
            </a:extLst>
          </p:cNvPr>
          <p:cNvSpPr>
            <a:spLocks noGrp="1"/>
          </p:cNvSpPr>
          <p:nvPr>
            <p:ph type="body" sz="quarter" idx="44"/>
          </p:nvPr>
        </p:nvSpPr>
        <p:spPr>
          <a:xfrm rot="5400000">
            <a:off x="4530631" y="2136359"/>
            <a:ext cx="205740" cy="137160"/>
          </a:xfrm>
          <a:prstGeom prst="triangle">
            <a:avLst/>
          </a:prstGeom>
          <a:solidFill>
            <a:schemeClr val="accent5"/>
          </a:solidFill>
          <a:ln>
            <a:noFill/>
          </a:ln>
        </p:spPr>
        <p:txBody>
          <a:bodyPr/>
          <a:lstStyle>
            <a:lvl1pPr>
              <a:defRPr sz="100">
                <a:solidFill>
                  <a:schemeClr val="accent6"/>
                </a:solidFill>
              </a:defRPr>
            </a:lvl1pPr>
            <a:lvl2pPr>
              <a:defRPr sz="100"/>
            </a:lvl2pPr>
            <a:lvl3pPr>
              <a:defRPr sz="100"/>
            </a:lvl3pPr>
            <a:lvl4pPr>
              <a:defRPr sz="100"/>
            </a:lvl4pPr>
            <a:lvl5pPr>
              <a:defRPr sz="100"/>
            </a:lvl5pPr>
          </a:lstStyle>
          <a:p>
            <a:pPr lvl="0"/>
            <a:r>
              <a:rPr lang="en-US"/>
              <a:t>Click to edit Master text styles</a:t>
            </a:r>
          </a:p>
        </p:txBody>
      </p:sp>
      <p:sp>
        <p:nvSpPr>
          <p:cNvPr id="44" name="Arrow 4">
            <a:extLst>
              <a:ext uri="{FF2B5EF4-FFF2-40B4-BE49-F238E27FC236}">
                <a16:creationId xmlns:a16="http://schemas.microsoft.com/office/drawing/2014/main" id="{90D0BF14-38F3-5A41-8900-18E74B0D12B2}"/>
              </a:ext>
            </a:extLst>
          </p:cNvPr>
          <p:cNvSpPr>
            <a:spLocks noGrp="1"/>
          </p:cNvSpPr>
          <p:nvPr>
            <p:ph type="body" sz="quarter" idx="45"/>
          </p:nvPr>
        </p:nvSpPr>
        <p:spPr>
          <a:xfrm rot="5400000">
            <a:off x="5881985" y="2136359"/>
            <a:ext cx="205740" cy="137160"/>
          </a:xfrm>
          <a:prstGeom prst="triangle">
            <a:avLst/>
          </a:prstGeom>
          <a:solidFill>
            <a:schemeClr val="accent5"/>
          </a:solidFill>
          <a:ln>
            <a:noFill/>
          </a:ln>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a:t>Click to edit Master text styles</a:t>
            </a:r>
          </a:p>
        </p:txBody>
      </p:sp>
      <p:sp>
        <p:nvSpPr>
          <p:cNvPr id="60" name="Arrow 5">
            <a:extLst>
              <a:ext uri="{FF2B5EF4-FFF2-40B4-BE49-F238E27FC236}">
                <a16:creationId xmlns:a16="http://schemas.microsoft.com/office/drawing/2014/main" id="{86F35011-9855-8845-88AA-184491BC8021}"/>
              </a:ext>
            </a:extLst>
          </p:cNvPr>
          <p:cNvSpPr>
            <a:spLocks noGrp="1"/>
          </p:cNvSpPr>
          <p:nvPr>
            <p:ph type="body" sz="quarter" idx="60"/>
          </p:nvPr>
        </p:nvSpPr>
        <p:spPr>
          <a:xfrm rot="5400000">
            <a:off x="7340262" y="2136359"/>
            <a:ext cx="205740" cy="137160"/>
          </a:xfrm>
          <a:prstGeom prst="triangle">
            <a:avLst/>
          </a:prstGeom>
          <a:solidFill>
            <a:schemeClr val="accent5"/>
          </a:solidFill>
          <a:ln>
            <a:noFill/>
          </a:ln>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a:t>Click to edit Master text styles</a:t>
            </a:r>
          </a:p>
        </p:txBody>
      </p:sp>
      <p:sp>
        <p:nvSpPr>
          <p:cNvPr id="45" name="Divider 1">
            <a:extLst>
              <a:ext uri="{FF2B5EF4-FFF2-40B4-BE49-F238E27FC236}">
                <a16:creationId xmlns:a16="http://schemas.microsoft.com/office/drawing/2014/main" id="{EEB55B07-AC43-AE47-917F-FC08D0897D27}"/>
              </a:ext>
            </a:extLst>
          </p:cNvPr>
          <p:cNvSpPr>
            <a:spLocks noGrp="1"/>
          </p:cNvSpPr>
          <p:nvPr>
            <p:ph type="body" sz="quarter" idx="46"/>
          </p:nvPr>
        </p:nvSpPr>
        <p:spPr>
          <a:xfrm rot="5400000">
            <a:off x="696487" y="3442667"/>
            <a:ext cx="2125980" cy="6858"/>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a:t>
            </a:r>
          </a:p>
        </p:txBody>
      </p:sp>
      <p:sp>
        <p:nvSpPr>
          <p:cNvPr id="46" name="Divider 2">
            <a:extLst>
              <a:ext uri="{FF2B5EF4-FFF2-40B4-BE49-F238E27FC236}">
                <a16:creationId xmlns:a16="http://schemas.microsoft.com/office/drawing/2014/main" id="{6B3442C1-0111-4847-B119-83B23D28E781}"/>
              </a:ext>
            </a:extLst>
          </p:cNvPr>
          <p:cNvSpPr>
            <a:spLocks noGrp="1"/>
          </p:cNvSpPr>
          <p:nvPr>
            <p:ph type="body" sz="quarter" idx="47"/>
          </p:nvPr>
        </p:nvSpPr>
        <p:spPr>
          <a:xfrm rot="5400000">
            <a:off x="2134642" y="3442667"/>
            <a:ext cx="2125980" cy="6858"/>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a:t>
            </a:r>
          </a:p>
        </p:txBody>
      </p:sp>
      <p:sp>
        <p:nvSpPr>
          <p:cNvPr id="61" name="Divider 3">
            <a:extLst>
              <a:ext uri="{FF2B5EF4-FFF2-40B4-BE49-F238E27FC236}">
                <a16:creationId xmlns:a16="http://schemas.microsoft.com/office/drawing/2014/main" id="{09911A14-B988-DB43-B1EF-ADEE2B34EAA0}"/>
              </a:ext>
            </a:extLst>
          </p:cNvPr>
          <p:cNvSpPr>
            <a:spLocks noGrp="1"/>
          </p:cNvSpPr>
          <p:nvPr>
            <p:ph type="body" sz="quarter" idx="61"/>
          </p:nvPr>
        </p:nvSpPr>
        <p:spPr>
          <a:xfrm rot="5400000">
            <a:off x="3509010" y="3436823"/>
            <a:ext cx="2125980" cy="6858"/>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a:t>
            </a:r>
          </a:p>
        </p:txBody>
      </p:sp>
      <p:sp>
        <p:nvSpPr>
          <p:cNvPr id="47" name="Divider 4">
            <a:extLst>
              <a:ext uri="{FF2B5EF4-FFF2-40B4-BE49-F238E27FC236}">
                <a16:creationId xmlns:a16="http://schemas.microsoft.com/office/drawing/2014/main" id="{997E746D-D8E6-B042-80A0-CAAA5CCBDC3C}"/>
              </a:ext>
            </a:extLst>
          </p:cNvPr>
          <p:cNvSpPr>
            <a:spLocks noGrp="1"/>
          </p:cNvSpPr>
          <p:nvPr>
            <p:ph type="body" sz="quarter" idx="48"/>
          </p:nvPr>
        </p:nvSpPr>
        <p:spPr>
          <a:xfrm rot="5400000">
            <a:off x="4884218" y="3442668"/>
            <a:ext cx="2125980" cy="6858"/>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a:t>
            </a:r>
          </a:p>
        </p:txBody>
      </p:sp>
      <p:sp>
        <p:nvSpPr>
          <p:cNvPr id="48" name="Divider 5">
            <a:extLst>
              <a:ext uri="{FF2B5EF4-FFF2-40B4-BE49-F238E27FC236}">
                <a16:creationId xmlns:a16="http://schemas.microsoft.com/office/drawing/2014/main" id="{A9522719-9514-F542-B588-CEF83248F1D8}"/>
              </a:ext>
            </a:extLst>
          </p:cNvPr>
          <p:cNvSpPr>
            <a:spLocks noGrp="1"/>
          </p:cNvSpPr>
          <p:nvPr>
            <p:ph type="body" sz="quarter" idx="49"/>
          </p:nvPr>
        </p:nvSpPr>
        <p:spPr>
          <a:xfrm rot="5400000">
            <a:off x="6322373" y="3447921"/>
            <a:ext cx="2125980" cy="6858"/>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778669" y="428626"/>
            <a:ext cx="7586663" cy="452628"/>
          </a:xfrm>
        </p:spPr>
        <p:txBody>
          <a:bodyPr/>
          <a:lstStyle>
            <a:lvl1pPr algn="ctr">
              <a:defRPr/>
            </a:lvl1pPr>
          </a:lstStyle>
          <a:p>
            <a:r>
              <a:rPr lang="en-US"/>
              <a:t>Click to edit Master title style</a:t>
            </a:r>
          </a:p>
        </p:txBody>
      </p:sp>
      <p:sp>
        <p:nvSpPr>
          <p:cNvPr id="29" name="Year Placeholder 1">
            <a:extLst>
              <a:ext uri="{FF2B5EF4-FFF2-40B4-BE49-F238E27FC236}">
                <a16:creationId xmlns:a16="http://schemas.microsoft.com/office/drawing/2014/main" id="{26E48DE2-49CE-C84C-8BBB-AA28DBA08F15}"/>
              </a:ext>
            </a:extLst>
          </p:cNvPr>
          <p:cNvSpPr>
            <a:spLocks noGrp="1"/>
          </p:cNvSpPr>
          <p:nvPr>
            <p:ph type="body" sz="quarter" idx="37" hasCustomPrompt="1"/>
          </p:nvPr>
        </p:nvSpPr>
        <p:spPr>
          <a:xfrm>
            <a:off x="439516" y="1926703"/>
            <a:ext cx="1200149" cy="152033"/>
          </a:xfrm>
        </p:spPr>
        <p:txBody>
          <a:bodyPr anchor="ctr" anchorCtr="0"/>
          <a:lstStyle>
            <a:lvl1pPr algn="ctr">
              <a:spcAft>
                <a:spcPts val="0"/>
              </a:spcAft>
              <a:defRPr sz="900" b="1"/>
            </a:lvl1pPr>
            <a:lvl2pPr algn="ctr">
              <a:defRPr sz="1050" b="0"/>
            </a:lvl2pPr>
            <a:lvl3pPr algn="ctr">
              <a:defRPr sz="1050"/>
            </a:lvl3pPr>
            <a:lvl4pPr algn="ctr">
              <a:buNone/>
              <a:defRPr sz="1050"/>
            </a:lvl4pPr>
            <a:lvl5pPr algn="ctr">
              <a:defRPr sz="1050"/>
            </a:lvl5pPr>
          </a:lstStyle>
          <a:p>
            <a:pPr lvl="0"/>
            <a:r>
              <a:rPr lang="en-US"/>
              <a:t>YEAR</a:t>
            </a:r>
          </a:p>
        </p:txBody>
      </p:sp>
      <p:sp>
        <p:nvSpPr>
          <p:cNvPr id="34" name="Text Placeholder 1">
            <a:extLst>
              <a:ext uri="{FF2B5EF4-FFF2-40B4-BE49-F238E27FC236}">
                <a16:creationId xmlns:a16="http://schemas.microsoft.com/office/drawing/2014/main" id="{4EB0F6DC-94DD-5A48-84C5-73CD66A19D77}"/>
              </a:ext>
            </a:extLst>
          </p:cNvPr>
          <p:cNvSpPr>
            <a:spLocks noGrp="1"/>
          </p:cNvSpPr>
          <p:nvPr>
            <p:ph type="body" sz="quarter" idx="15"/>
          </p:nvPr>
        </p:nvSpPr>
        <p:spPr>
          <a:xfrm>
            <a:off x="437769" y="2333569"/>
            <a:ext cx="1198403" cy="2181281"/>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450"/>
              </a:spcAf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164592" indent="-164592" algn="ctr">
              <a:spcAft>
                <a:spcPts val="450"/>
              </a:spcAft>
              <a:buFont typeface="Arial" panose="020B0604020202020204" pitchFamily="34" charset="0"/>
              <a:buChar char="•"/>
              <a:defRPr sz="900"/>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128588" lvl="2" indent="-128588" algn="ctr" defTabSz="685800" rtl="0" eaLnBrk="1" latinLnBrk="0" hangingPunct="1">
              <a:lnSpc>
                <a:spcPct val="130000"/>
              </a:lnSpc>
              <a:spcBef>
                <a:spcPts val="0"/>
              </a:spcBef>
              <a:spcAft>
                <a:spcPts val="225"/>
              </a:spcAft>
            </a:pPr>
            <a:r>
              <a:rPr lang="en-US"/>
              <a:t>Third level</a:t>
            </a:r>
          </a:p>
        </p:txBody>
      </p:sp>
      <p:sp>
        <p:nvSpPr>
          <p:cNvPr id="35" name="Icon Placeholder 1">
            <a:extLst>
              <a:ext uri="{FF2B5EF4-FFF2-40B4-BE49-F238E27FC236}">
                <a16:creationId xmlns:a16="http://schemas.microsoft.com/office/drawing/2014/main" id="{5C463759-2179-0C4A-B50E-455BA44DB900}"/>
              </a:ext>
            </a:extLst>
          </p:cNvPr>
          <p:cNvSpPr>
            <a:spLocks noGrp="1"/>
          </p:cNvSpPr>
          <p:nvPr>
            <p:ph type="pic" sz="quarter" idx="19" hasCustomPrompt="1"/>
          </p:nvPr>
        </p:nvSpPr>
        <p:spPr>
          <a:xfrm>
            <a:off x="854961" y="1326636"/>
            <a:ext cx="486918" cy="486918"/>
          </a:xfrm>
        </p:spPr>
        <p:txBody>
          <a:bodyPr tIns="0" anchor="ctr" anchorCtr="0"/>
          <a:lstStyle>
            <a:lvl1pPr algn="ctr">
              <a:defRPr sz="6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0" name="Year Placeholder 2">
            <a:extLst>
              <a:ext uri="{FF2B5EF4-FFF2-40B4-BE49-F238E27FC236}">
                <a16:creationId xmlns:a16="http://schemas.microsoft.com/office/drawing/2014/main" id="{96523DEC-7012-DB46-A22E-89A80187E74F}"/>
              </a:ext>
            </a:extLst>
          </p:cNvPr>
          <p:cNvSpPr>
            <a:spLocks noGrp="1"/>
          </p:cNvSpPr>
          <p:nvPr>
            <p:ph type="body" sz="quarter" idx="38" hasCustomPrompt="1"/>
          </p:nvPr>
        </p:nvSpPr>
        <p:spPr>
          <a:xfrm>
            <a:off x="1877672" y="1926703"/>
            <a:ext cx="1200150" cy="152033"/>
          </a:xfrm>
        </p:spPr>
        <p:txBody>
          <a:bodyPr anchor="ctr" anchorCtr="0"/>
          <a:lstStyle>
            <a:lvl1pPr algn="ctr">
              <a:spcAft>
                <a:spcPts val="0"/>
              </a:spcAft>
              <a:defRPr sz="900" b="1"/>
            </a:lvl1pPr>
            <a:lvl2pPr algn="ctr">
              <a:defRPr sz="1050" b="0"/>
            </a:lvl2pPr>
            <a:lvl3pPr algn="ctr">
              <a:defRPr sz="1050"/>
            </a:lvl3pPr>
            <a:lvl4pPr algn="ctr">
              <a:buNone/>
              <a:defRPr sz="1050"/>
            </a:lvl4pPr>
            <a:lvl5pPr algn="ctr">
              <a:defRPr sz="1050"/>
            </a:lvl5pPr>
          </a:lstStyle>
          <a:p>
            <a:pPr lvl="0"/>
            <a:r>
              <a:rPr lang="en-US"/>
              <a:t>YEAR</a:t>
            </a:r>
          </a:p>
        </p:txBody>
      </p:sp>
      <p:sp>
        <p:nvSpPr>
          <p:cNvPr id="49" name="Text Placeholder 2">
            <a:extLst>
              <a:ext uri="{FF2B5EF4-FFF2-40B4-BE49-F238E27FC236}">
                <a16:creationId xmlns:a16="http://schemas.microsoft.com/office/drawing/2014/main" id="{62203D67-F025-DF4A-8A66-5046D43EF15B}"/>
              </a:ext>
            </a:extLst>
          </p:cNvPr>
          <p:cNvSpPr>
            <a:spLocks noGrp="1"/>
          </p:cNvSpPr>
          <p:nvPr>
            <p:ph type="body" sz="quarter" idx="50"/>
          </p:nvPr>
        </p:nvSpPr>
        <p:spPr>
          <a:xfrm>
            <a:off x="1875924" y="2333569"/>
            <a:ext cx="1198403" cy="2181281"/>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450"/>
              </a:spcAft>
              <a:buClrTx/>
              <a:buSzTx/>
              <a:buFont typeface="Arial" panose="020B0604020202020204" pitchFamily="34" charset="0"/>
              <a:buNone/>
              <a:tabLs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128588" marR="0" lvl="2" indent="-128588" algn="ctr" defTabSz="685800" rtl="0" eaLnBrk="1" fontAlgn="auto" latinLnBrk="0" hangingPunct="1">
              <a:lnSpc>
                <a:spcPct val="130000"/>
              </a:lnSpc>
              <a:spcBef>
                <a:spcPts val="0"/>
              </a:spcBef>
              <a:spcAft>
                <a:spcPts val="225"/>
              </a:spcAft>
              <a:buClrTx/>
              <a:buSzTx/>
              <a:buFont typeface="Arial" panose="020B0604020202020204" pitchFamily="34" charset="0"/>
              <a:buChar char="•"/>
              <a:tabLst/>
              <a:defRPr/>
            </a:pPr>
            <a:r>
              <a:rPr lang="en-US"/>
              <a:t>Third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endParaRPr lang="en-US"/>
          </a:p>
        </p:txBody>
      </p:sp>
      <p:sp>
        <p:nvSpPr>
          <p:cNvPr id="36" name="Icon Placeholder 2">
            <a:extLst>
              <a:ext uri="{FF2B5EF4-FFF2-40B4-BE49-F238E27FC236}">
                <a16:creationId xmlns:a16="http://schemas.microsoft.com/office/drawing/2014/main" id="{209F7593-7BDB-604C-98AA-61C82DF41B69}"/>
              </a:ext>
            </a:extLst>
          </p:cNvPr>
          <p:cNvSpPr>
            <a:spLocks noGrp="1"/>
          </p:cNvSpPr>
          <p:nvPr>
            <p:ph type="pic" sz="quarter" idx="23" hasCustomPrompt="1"/>
          </p:nvPr>
        </p:nvSpPr>
        <p:spPr>
          <a:xfrm>
            <a:off x="2231666" y="1326636"/>
            <a:ext cx="486918" cy="486918"/>
          </a:xfrm>
        </p:spPr>
        <p:txBody>
          <a:bodyPr tIns="0" anchor="ctr" anchorCtr="0"/>
          <a:lstStyle>
            <a:lvl1pPr algn="ctr">
              <a:defRPr sz="6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1" name="Year Placeholder 3">
            <a:extLst>
              <a:ext uri="{FF2B5EF4-FFF2-40B4-BE49-F238E27FC236}">
                <a16:creationId xmlns:a16="http://schemas.microsoft.com/office/drawing/2014/main" id="{0507E135-19BB-514D-8AB7-5E1C5C2DD494}"/>
              </a:ext>
            </a:extLst>
          </p:cNvPr>
          <p:cNvSpPr>
            <a:spLocks noGrp="1"/>
          </p:cNvSpPr>
          <p:nvPr>
            <p:ph type="body" sz="quarter" idx="39" hasCustomPrompt="1"/>
          </p:nvPr>
        </p:nvSpPr>
        <p:spPr>
          <a:xfrm>
            <a:off x="3315827" y="1926703"/>
            <a:ext cx="1200150" cy="152033"/>
          </a:xfrm>
        </p:spPr>
        <p:txBody>
          <a:bodyPr anchor="ctr" anchorCtr="0"/>
          <a:lstStyle>
            <a:lvl1pPr algn="ctr">
              <a:spcAft>
                <a:spcPts val="0"/>
              </a:spcAft>
              <a:defRPr sz="900" b="1"/>
            </a:lvl1pPr>
            <a:lvl2pPr algn="ctr">
              <a:defRPr sz="1050" b="0"/>
            </a:lvl2pPr>
            <a:lvl3pPr algn="ctr">
              <a:defRPr sz="1050"/>
            </a:lvl3pPr>
            <a:lvl4pPr algn="ctr">
              <a:buNone/>
              <a:defRPr sz="1050"/>
            </a:lvl4pPr>
            <a:lvl5pPr algn="ctr">
              <a:defRPr sz="1050"/>
            </a:lvl5pPr>
          </a:lstStyle>
          <a:p>
            <a:pPr lvl="0"/>
            <a:r>
              <a:rPr lang="en-US"/>
              <a:t>YEAR</a:t>
            </a:r>
          </a:p>
        </p:txBody>
      </p:sp>
      <p:sp>
        <p:nvSpPr>
          <p:cNvPr id="55" name="Text Placeholder 3">
            <a:extLst>
              <a:ext uri="{FF2B5EF4-FFF2-40B4-BE49-F238E27FC236}">
                <a16:creationId xmlns:a16="http://schemas.microsoft.com/office/drawing/2014/main" id="{5CE5C0F5-D323-B142-A7C1-F413FCFD9F1F}"/>
              </a:ext>
            </a:extLst>
          </p:cNvPr>
          <p:cNvSpPr>
            <a:spLocks noGrp="1"/>
          </p:cNvSpPr>
          <p:nvPr>
            <p:ph type="body" sz="quarter" idx="51"/>
          </p:nvPr>
        </p:nvSpPr>
        <p:spPr>
          <a:xfrm>
            <a:off x="3314079" y="2333569"/>
            <a:ext cx="1198403" cy="2181281"/>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450"/>
              </a:spcAft>
              <a:buClrTx/>
              <a:buSzTx/>
              <a:buFont typeface="Arial" panose="020B0604020202020204" pitchFamily="34" charset="0"/>
              <a:buNone/>
              <a:tabLs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128588" marR="0" lvl="2" indent="-128588" algn="ctr" defTabSz="685800" rtl="0" eaLnBrk="1" fontAlgn="auto" latinLnBrk="0" hangingPunct="1">
              <a:lnSpc>
                <a:spcPct val="130000"/>
              </a:lnSpc>
              <a:spcBef>
                <a:spcPts val="0"/>
              </a:spcBef>
              <a:spcAft>
                <a:spcPts val="225"/>
              </a:spcAft>
              <a:buClrTx/>
              <a:buSzTx/>
              <a:buFont typeface="Arial" panose="020B0604020202020204" pitchFamily="34" charset="0"/>
              <a:buChar char="•"/>
              <a:tabLst/>
              <a:defRPr/>
            </a:pPr>
            <a:r>
              <a:rPr lang="en-US"/>
              <a:t>Third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endParaRPr lang="en-US"/>
          </a:p>
        </p:txBody>
      </p:sp>
      <p:sp>
        <p:nvSpPr>
          <p:cNvPr id="37" name="Icon Placeholder 3">
            <a:extLst>
              <a:ext uri="{FF2B5EF4-FFF2-40B4-BE49-F238E27FC236}">
                <a16:creationId xmlns:a16="http://schemas.microsoft.com/office/drawing/2014/main" id="{28305E44-DE9B-BC4D-9356-DA2209617486}"/>
              </a:ext>
            </a:extLst>
          </p:cNvPr>
          <p:cNvSpPr>
            <a:spLocks noGrp="1"/>
          </p:cNvSpPr>
          <p:nvPr>
            <p:ph type="pic" sz="quarter" idx="26" hasCustomPrompt="1"/>
          </p:nvPr>
        </p:nvSpPr>
        <p:spPr>
          <a:xfrm>
            <a:off x="3665457" y="1326636"/>
            <a:ext cx="486918" cy="486918"/>
          </a:xfrm>
        </p:spPr>
        <p:txBody>
          <a:bodyPr tIns="0" anchor="ctr" anchorCtr="0"/>
          <a:lstStyle>
            <a:lvl1pPr algn="ctr">
              <a:defRPr sz="6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2" name="Year Placeholder 4">
            <a:extLst>
              <a:ext uri="{FF2B5EF4-FFF2-40B4-BE49-F238E27FC236}">
                <a16:creationId xmlns:a16="http://schemas.microsoft.com/office/drawing/2014/main" id="{EB331736-C003-074B-97A0-84376A918178}"/>
              </a:ext>
            </a:extLst>
          </p:cNvPr>
          <p:cNvSpPr>
            <a:spLocks noGrp="1"/>
          </p:cNvSpPr>
          <p:nvPr>
            <p:ph type="body" sz="quarter" idx="40" hasCustomPrompt="1"/>
          </p:nvPr>
        </p:nvSpPr>
        <p:spPr>
          <a:xfrm>
            <a:off x="4627247" y="1926703"/>
            <a:ext cx="1200150" cy="152033"/>
          </a:xfrm>
        </p:spPr>
        <p:txBody>
          <a:bodyPr anchor="ctr" anchorCtr="0"/>
          <a:lstStyle>
            <a:lvl1pPr algn="ctr">
              <a:spcAft>
                <a:spcPts val="0"/>
              </a:spcAft>
              <a:defRPr sz="900" b="1"/>
            </a:lvl1pPr>
            <a:lvl2pPr algn="ctr">
              <a:defRPr sz="1050" b="0"/>
            </a:lvl2pPr>
            <a:lvl3pPr algn="ctr">
              <a:defRPr sz="1050"/>
            </a:lvl3pPr>
            <a:lvl4pPr algn="ctr">
              <a:buNone/>
              <a:defRPr sz="1050"/>
            </a:lvl4pPr>
            <a:lvl5pPr algn="ctr">
              <a:defRPr sz="1050"/>
            </a:lvl5pPr>
          </a:lstStyle>
          <a:p>
            <a:pPr lvl="0"/>
            <a:r>
              <a:rPr lang="en-US"/>
              <a:t>YEAR</a:t>
            </a:r>
          </a:p>
        </p:txBody>
      </p:sp>
      <p:sp>
        <p:nvSpPr>
          <p:cNvPr id="56" name="Text Placeholder 4">
            <a:extLst>
              <a:ext uri="{FF2B5EF4-FFF2-40B4-BE49-F238E27FC236}">
                <a16:creationId xmlns:a16="http://schemas.microsoft.com/office/drawing/2014/main" id="{3170142F-1368-BF46-B94E-FBB5FD2EB3E9}"/>
              </a:ext>
            </a:extLst>
          </p:cNvPr>
          <p:cNvSpPr>
            <a:spLocks noGrp="1"/>
          </p:cNvSpPr>
          <p:nvPr>
            <p:ph type="body" sz="quarter" idx="57"/>
          </p:nvPr>
        </p:nvSpPr>
        <p:spPr>
          <a:xfrm>
            <a:off x="4625500" y="2333569"/>
            <a:ext cx="1198403" cy="2181281"/>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450"/>
              </a:spcAft>
              <a:buClrTx/>
              <a:buSzTx/>
              <a:buFont typeface="Arial" panose="020B0604020202020204" pitchFamily="34" charset="0"/>
              <a:buNone/>
              <a:tabLs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050"/>
            </a:lvl4pPr>
            <a:lvl5pPr algn="ctr">
              <a:defRPr sz="10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128588" marR="0" lvl="2" indent="-128588" algn="ctr" defTabSz="685800" rtl="0" eaLnBrk="1" fontAlgn="auto" latinLnBrk="0" hangingPunct="1">
              <a:lnSpc>
                <a:spcPct val="130000"/>
              </a:lnSpc>
              <a:spcBef>
                <a:spcPts val="0"/>
              </a:spcBef>
              <a:spcAft>
                <a:spcPts val="225"/>
              </a:spcAft>
              <a:buClrTx/>
              <a:buSzTx/>
              <a:buFont typeface="Arial" panose="020B0604020202020204" pitchFamily="34" charset="0"/>
              <a:buChar char="•"/>
              <a:tabLst/>
              <a:defRPr/>
            </a:pPr>
            <a:r>
              <a:rPr lang="en-US"/>
              <a:t>Third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endParaRPr lang="en-US"/>
          </a:p>
        </p:txBody>
      </p:sp>
      <p:sp>
        <p:nvSpPr>
          <p:cNvPr id="38" name="Icon Placeholder 4">
            <a:extLst>
              <a:ext uri="{FF2B5EF4-FFF2-40B4-BE49-F238E27FC236}">
                <a16:creationId xmlns:a16="http://schemas.microsoft.com/office/drawing/2014/main" id="{554FD15F-30AA-F44D-A575-5CFE05C76846}"/>
              </a:ext>
            </a:extLst>
          </p:cNvPr>
          <p:cNvSpPr>
            <a:spLocks noGrp="1"/>
          </p:cNvSpPr>
          <p:nvPr>
            <p:ph type="pic" sz="quarter" idx="29" hasCustomPrompt="1"/>
          </p:nvPr>
        </p:nvSpPr>
        <p:spPr>
          <a:xfrm>
            <a:off x="4981242" y="1326636"/>
            <a:ext cx="486918" cy="486918"/>
          </a:xfrm>
        </p:spPr>
        <p:txBody>
          <a:bodyPr tIns="0" anchor="ctr" anchorCtr="0"/>
          <a:lstStyle>
            <a:lvl1pPr algn="ctr">
              <a:defRPr sz="6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3" name="Year Placeholder 5">
            <a:extLst>
              <a:ext uri="{FF2B5EF4-FFF2-40B4-BE49-F238E27FC236}">
                <a16:creationId xmlns:a16="http://schemas.microsoft.com/office/drawing/2014/main" id="{2725C57D-A0AD-C84C-9A71-CF47C929DBB8}"/>
              </a:ext>
            </a:extLst>
          </p:cNvPr>
          <p:cNvSpPr>
            <a:spLocks noGrp="1"/>
          </p:cNvSpPr>
          <p:nvPr>
            <p:ph type="body" sz="quarter" idx="41" hasCustomPrompt="1"/>
          </p:nvPr>
        </p:nvSpPr>
        <p:spPr>
          <a:xfrm>
            <a:off x="6065402" y="1926703"/>
            <a:ext cx="1200150" cy="152033"/>
          </a:xfrm>
        </p:spPr>
        <p:txBody>
          <a:bodyPr anchor="ctr" anchorCtr="0"/>
          <a:lstStyle>
            <a:lvl1pPr algn="ctr">
              <a:spcAft>
                <a:spcPts val="0"/>
              </a:spcAft>
              <a:defRPr sz="900" b="1"/>
            </a:lvl1pPr>
            <a:lvl2pPr algn="ctr">
              <a:defRPr sz="1050" b="0"/>
            </a:lvl2pPr>
            <a:lvl3pPr algn="ctr">
              <a:defRPr sz="1050"/>
            </a:lvl3pPr>
            <a:lvl4pPr algn="ctr">
              <a:buNone/>
              <a:defRPr sz="1050"/>
            </a:lvl4pPr>
            <a:lvl5pPr algn="ctr">
              <a:defRPr sz="1050"/>
            </a:lvl5pPr>
          </a:lstStyle>
          <a:p>
            <a:pPr lvl="0"/>
            <a:r>
              <a:rPr lang="en-US"/>
              <a:t>YEAR</a:t>
            </a:r>
          </a:p>
        </p:txBody>
      </p:sp>
      <p:sp>
        <p:nvSpPr>
          <p:cNvPr id="57" name="Text Placeholder 5">
            <a:extLst>
              <a:ext uri="{FF2B5EF4-FFF2-40B4-BE49-F238E27FC236}">
                <a16:creationId xmlns:a16="http://schemas.microsoft.com/office/drawing/2014/main" id="{829BDC88-5ED3-5447-B680-93A94C7D457A}"/>
              </a:ext>
            </a:extLst>
          </p:cNvPr>
          <p:cNvSpPr>
            <a:spLocks noGrp="1"/>
          </p:cNvSpPr>
          <p:nvPr>
            <p:ph type="body" sz="quarter" idx="53"/>
          </p:nvPr>
        </p:nvSpPr>
        <p:spPr>
          <a:xfrm>
            <a:off x="6063655" y="2333569"/>
            <a:ext cx="1200150" cy="2181281"/>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450"/>
              </a:spcAft>
              <a:buClrTx/>
              <a:buSzTx/>
              <a:buFont typeface="Arial" panose="020B0604020202020204" pitchFamily="34" charset="0"/>
              <a:buNone/>
              <a:tabLs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900"/>
            </a:lvl4pPr>
            <a:lvl5pPr algn="ctr">
              <a:defRPr sz="900"/>
            </a:lvl5pPr>
            <a:lvl6pPr>
              <a:defRPr sz="900"/>
            </a:lvl6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128588" marR="0" lvl="2" indent="-128588" algn="ctr" defTabSz="685800" rtl="0" eaLnBrk="1" fontAlgn="auto" latinLnBrk="0" hangingPunct="1">
              <a:lnSpc>
                <a:spcPct val="130000"/>
              </a:lnSpc>
              <a:spcBef>
                <a:spcPts val="0"/>
              </a:spcBef>
              <a:spcAft>
                <a:spcPts val="225"/>
              </a:spcAft>
              <a:buClrTx/>
              <a:buSzTx/>
              <a:buFont typeface="Arial" panose="020B0604020202020204" pitchFamily="34" charset="0"/>
              <a:buChar char="•"/>
              <a:tabLst/>
              <a:defRPr/>
            </a:pPr>
            <a:r>
              <a:rPr lang="en-US"/>
              <a:t>Third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endParaRPr lang="en-US"/>
          </a:p>
        </p:txBody>
      </p:sp>
      <p:sp>
        <p:nvSpPr>
          <p:cNvPr id="39" name="Icon Placeholder 5">
            <a:extLst>
              <a:ext uri="{FF2B5EF4-FFF2-40B4-BE49-F238E27FC236}">
                <a16:creationId xmlns:a16="http://schemas.microsoft.com/office/drawing/2014/main" id="{D71B2BA0-8FC3-F44E-974E-8DEE84ACB041}"/>
              </a:ext>
            </a:extLst>
          </p:cNvPr>
          <p:cNvSpPr>
            <a:spLocks noGrp="1"/>
          </p:cNvSpPr>
          <p:nvPr>
            <p:ph type="pic" sz="quarter" idx="32" hasCustomPrompt="1"/>
          </p:nvPr>
        </p:nvSpPr>
        <p:spPr>
          <a:xfrm>
            <a:off x="6425416" y="1326636"/>
            <a:ext cx="486918" cy="486918"/>
          </a:xfrm>
        </p:spPr>
        <p:txBody>
          <a:bodyPr tIns="0" anchor="ctr" anchorCtr="0"/>
          <a:lstStyle>
            <a:lvl1pPr algn="ctr">
              <a:defRPr sz="6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59" name="Year Placeholder 6">
            <a:extLst>
              <a:ext uri="{FF2B5EF4-FFF2-40B4-BE49-F238E27FC236}">
                <a16:creationId xmlns:a16="http://schemas.microsoft.com/office/drawing/2014/main" id="{30ECA1D4-5E90-2147-A530-9CE4F07380B0}"/>
              </a:ext>
            </a:extLst>
          </p:cNvPr>
          <p:cNvSpPr>
            <a:spLocks noGrp="1"/>
          </p:cNvSpPr>
          <p:nvPr>
            <p:ph type="body" sz="quarter" idx="59" hasCustomPrompt="1"/>
          </p:nvPr>
        </p:nvSpPr>
        <p:spPr>
          <a:xfrm>
            <a:off x="7501811" y="1929398"/>
            <a:ext cx="1200150" cy="152033"/>
          </a:xfrm>
        </p:spPr>
        <p:txBody>
          <a:bodyPr anchor="ctr" anchorCtr="0"/>
          <a:lstStyle>
            <a:lvl1pPr algn="ctr">
              <a:spcAft>
                <a:spcPts val="0"/>
              </a:spcAft>
              <a:defRPr sz="900" b="1"/>
            </a:lvl1pPr>
            <a:lvl2pPr algn="ctr">
              <a:defRPr sz="1050" b="0"/>
            </a:lvl2pPr>
            <a:lvl3pPr algn="ctr">
              <a:defRPr sz="1050"/>
            </a:lvl3pPr>
            <a:lvl4pPr algn="ctr">
              <a:buNone/>
              <a:defRPr sz="1050"/>
            </a:lvl4pPr>
            <a:lvl5pPr algn="ctr">
              <a:defRPr sz="1050"/>
            </a:lvl5pPr>
          </a:lstStyle>
          <a:p>
            <a:pPr lvl="0"/>
            <a:r>
              <a:rPr lang="en-US"/>
              <a:t>YEAR</a:t>
            </a:r>
          </a:p>
        </p:txBody>
      </p:sp>
      <p:sp>
        <p:nvSpPr>
          <p:cNvPr id="58" name="Text Placeholder 6">
            <a:extLst>
              <a:ext uri="{FF2B5EF4-FFF2-40B4-BE49-F238E27FC236}">
                <a16:creationId xmlns:a16="http://schemas.microsoft.com/office/drawing/2014/main" id="{2D6ACDAC-2DB6-B840-A432-B28B21770900}"/>
              </a:ext>
            </a:extLst>
          </p:cNvPr>
          <p:cNvSpPr>
            <a:spLocks noGrp="1"/>
          </p:cNvSpPr>
          <p:nvPr>
            <p:ph type="body" sz="quarter" idx="58"/>
          </p:nvPr>
        </p:nvSpPr>
        <p:spPr>
          <a:xfrm>
            <a:off x="7501811" y="2333569"/>
            <a:ext cx="1198403" cy="2181281"/>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685800" rtl="0" eaLnBrk="1" fontAlgn="auto" latinLnBrk="0" hangingPunct="1">
              <a:lnSpc>
                <a:spcPct val="130000"/>
              </a:lnSpc>
              <a:spcBef>
                <a:spcPts val="0"/>
              </a:spcBef>
              <a:spcAft>
                <a:spcPts val="450"/>
              </a:spcAft>
              <a:buClrTx/>
              <a:buSzTx/>
              <a:buFont typeface="Arial" panose="020B0604020202020204" pitchFamily="34" charset="0"/>
              <a:buNone/>
              <a:tabLst/>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9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900"/>
            </a:lvl4pPr>
            <a:lvl5pPr algn="ctr">
              <a:defRPr sz="900"/>
            </a:lvl5pPr>
            <a:lvl6pPr>
              <a:defRPr sz="900"/>
            </a:lvl6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Click to edit Master text styles</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a:p>
            <a:pPr marL="128588" marR="0" lvl="2" indent="-128588" algn="ctr" defTabSz="685800" rtl="0" eaLnBrk="1" fontAlgn="auto" latinLnBrk="0" hangingPunct="1">
              <a:lnSpc>
                <a:spcPct val="130000"/>
              </a:lnSpc>
              <a:spcBef>
                <a:spcPts val="0"/>
              </a:spcBef>
              <a:spcAft>
                <a:spcPts val="225"/>
              </a:spcAft>
              <a:buClrTx/>
              <a:buSzTx/>
              <a:buFont typeface="Arial" panose="020B0604020202020204" pitchFamily="34" charset="0"/>
              <a:buChar char="•"/>
              <a:tabLst/>
              <a:defRPr/>
            </a:pPr>
            <a:r>
              <a:rPr lang="en-US"/>
              <a:t>Third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endParaRPr lang="en-US"/>
          </a:p>
        </p:txBody>
      </p:sp>
      <p:sp>
        <p:nvSpPr>
          <p:cNvPr id="62" name="Icon Placeholder 5">
            <a:extLst>
              <a:ext uri="{FF2B5EF4-FFF2-40B4-BE49-F238E27FC236}">
                <a16:creationId xmlns:a16="http://schemas.microsoft.com/office/drawing/2014/main" id="{E5FF8533-A134-3947-86D0-D359A2EED392}"/>
              </a:ext>
            </a:extLst>
          </p:cNvPr>
          <p:cNvSpPr>
            <a:spLocks noGrp="1"/>
          </p:cNvSpPr>
          <p:nvPr>
            <p:ph type="pic" sz="quarter" idx="62" hasCustomPrompt="1"/>
          </p:nvPr>
        </p:nvSpPr>
        <p:spPr>
          <a:xfrm>
            <a:off x="7853331" y="1326636"/>
            <a:ext cx="486918" cy="486918"/>
          </a:xfrm>
        </p:spPr>
        <p:txBody>
          <a:bodyPr tIns="0" anchor="ctr" anchorCtr="0"/>
          <a:lstStyle>
            <a:lvl1pPr algn="ctr">
              <a:defRPr sz="6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 name="Footer Placeholder 2">
            <a:extLst>
              <a:ext uri="{FF2B5EF4-FFF2-40B4-BE49-F238E27FC236}">
                <a16:creationId xmlns:a16="http://schemas.microsoft.com/office/drawing/2014/main" id="{B80305F0-4770-054D-91D4-0343EC3E68A6}"/>
              </a:ext>
            </a:extLst>
          </p:cNvPr>
          <p:cNvSpPr>
            <a:spLocks noGrp="1"/>
          </p:cNvSpPr>
          <p:nvPr>
            <p:ph type="ftr" sz="quarter" idx="5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4" name="Slide Number Placeholder 3">
            <a:extLst>
              <a:ext uri="{FF2B5EF4-FFF2-40B4-BE49-F238E27FC236}">
                <a16:creationId xmlns:a16="http://schemas.microsoft.com/office/drawing/2014/main" id="{B0720E14-4A7E-6046-BDA6-DF5D43C2DDD5}"/>
              </a:ext>
            </a:extLst>
          </p:cNvPr>
          <p:cNvSpPr>
            <a:spLocks noGrp="1"/>
          </p:cNvSpPr>
          <p:nvPr>
            <p:ph type="sldNum" sz="quarter" idx="55"/>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1874100216"/>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meline Stepped (gradi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778669" y="428626"/>
            <a:ext cx="7586663" cy="452628"/>
          </a:xfrm>
        </p:spPr>
        <p:txBody>
          <a:bodyPr/>
          <a:lstStyle>
            <a:lvl1pPr algn="ctr">
              <a:defRPr/>
            </a:lvl1pPr>
          </a:lstStyle>
          <a:p>
            <a:r>
              <a:rPr lang="en-US"/>
              <a:t>Click to edit Master title style</a:t>
            </a:r>
          </a:p>
        </p:txBody>
      </p:sp>
      <p:sp>
        <p:nvSpPr>
          <p:cNvPr id="18" name="Subheading Placeholder 1">
            <a:extLst>
              <a:ext uri="{FF2B5EF4-FFF2-40B4-BE49-F238E27FC236}">
                <a16:creationId xmlns:a16="http://schemas.microsoft.com/office/drawing/2014/main" id="{70BFAF6D-AC05-BD48-BF15-7404B6BDCD70}"/>
              </a:ext>
            </a:extLst>
          </p:cNvPr>
          <p:cNvSpPr>
            <a:spLocks noGrp="1"/>
          </p:cNvSpPr>
          <p:nvPr>
            <p:ph type="body" sz="quarter" idx="20" hasCustomPrompt="1"/>
          </p:nvPr>
        </p:nvSpPr>
        <p:spPr>
          <a:xfrm>
            <a:off x="428625" y="4299055"/>
            <a:ext cx="1200150" cy="213638"/>
          </a:xfrm>
          <a:gradFill>
            <a:gsLst>
              <a:gs pos="100000">
                <a:srgbClr val="FF6600"/>
              </a:gs>
              <a:gs pos="33000">
                <a:schemeClr val="accent1"/>
              </a:gs>
              <a:gs pos="0">
                <a:schemeClr val="tx2"/>
              </a:gs>
            </a:gsLst>
            <a:lin ang="0" scaled="0"/>
          </a:gradFill>
        </p:spPr>
        <p:txBody>
          <a:bodyPr lIns="182880" rIns="182880" anchor="ctr" anchorCtr="0"/>
          <a:lstStyle>
            <a:lvl1pPr algn="ctr">
              <a:defRPr sz="9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lgn="ctr">
              <a:defRPr/>
            </a:lvl2pPr>
            <a:lvl3pPr algn="ctr">
              <a:defRPr/>
            </a:lvl3pPr>
            <a:lvl4pPr algn="ctr">
              <a:defRPr/>
            </a:lvl4pPr>
            <a:lvl5pPr algn="ctr">
              <a:defRPr/>
            </a:lvl5pPr>
          </a:lstStyle>
          <a:p>
            <a:pPr lvl="0"/>
            <a:r>
              <a:rPr lang="en-US"/>
              <a:t>YEAR</a:t>
            </a:r>
          </a:p>
        </p:txBody>
      </p:sp>
      <p:sp>
        <p:nvSpPr>
          <p:cNvPr id="25" name="Arrow 1">
            <a:extLst>
              <a:ext uri="{FF2B5EF4-FFF2-40B4-BE49-F238E27FC236}">
                <a16:creationId xmlns:a16="http://schemas.microsoft.com/office/drawing/2014/main" id="{F5646AF1-9CA3-9542-A5B9-553AFD0809B9}"/>
              </a:ext>
            </a:extLst>
          </p:cNvPr>
          <p:cNvSpPr>
            <a:spLocks noGrp="1"/>
          </p:cNvSpPr>
          <p:nvPr>
            <p:ph type="body" sz="quarter" idx="40"/>
          </p:nvPr>
        </p:nvSpPr>
        <p:spPr>
          <a:xfrm rot="10800000">
            <a:off x="925830" y="4123295"/>
            <a:ext cx="205740" cy="137160"/>
          </a:xfrm>
          <a:prstGeom prst="triangle">
            <a:avLst/>
          </a:prstGeom>
          <a:solidFill>
            <a:schemeClr val="accent5"/>
          </a:solidFill>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a:t>Click to edit Master text styles</a:t>
            </a:r>
          </a:p>
        </p:txBody>
      </p:sp>
      <p:sp>
        <p:nvSpPr>
          <p:cNvPr id="5" name="Text Placeholder 1">
            <a:extLst>
              <a:ext uri="{FF2B5EF4-FFF2-40B4-BE49-F238E27FC236}">
                <a16:creationId xmlns:a16="http://schemas.microsoft.com/office/drawing/2014/main" id="{7C7AC254-B6EC-4D41-B8EE-A3B13C1DDAA9}"/>
              </a:ext>
            </a:extLst>
          </p:cNvPr>
          <p:cNvSpPr>
            <a:spLocks noGrp="1"/>
          </p:cNvSpPr>
          <p:nvPr>
            <p:ph type="body" sz="quarter" idx="51" hasCustomPrompt="1"/>
          </p:nvPr>
        </p:nvSpPr>
        <p:spPr>
          <a:xfrm>
            <a:off x="428625" y="3390171"/>
            <a:ext cx="1200150" cy="692252"/>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750"/>
            </a:lvl3pPr>
            <a:lvl4pPr algn="ctr">
              <a:lnSpc>
                <a:spcPct val="130000"/>
              </a:lnSpc>
              <a:spcAft>
                <a:spcPts val="0"/>
              </a:spcAft>
              <a:defRPr sz="750"/>
            </a:lvl4pPr>
            <a:lvl5pPr algn="ctr">
              <a:lnSpc>
                <a:spcPct val="130000"/>
              </a:lnSpc>
              <a:spcAft>
                <a:spcPts val="0"/>
              </a:spcAft>
              <a:defRPr sz="7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First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19" name="Subheading Placeholder 2">
            <a:extLst>
              <a:ext uri="{FF2B5EF4-FFF2-40B4-BE49-F238E27FC236}">
                <a16:creationId xmlns:a16="http://schemas.microsoft.com/office/drawing/2014/main" id="{1DD2D1C6-2822-6142-A96A-37F411DF9563}"/>
              </a:ext>
            </a:extLst>
          </p:cNvPr>
          <p:cNvSpPr>
            <a:spLocks noGrp="1"/>
          </p:cNvSpPr>
          <p:nvPr>
            <p:ph type="body" sz="quarter" idx="21" hasCustomPrompt="1"/>
          </p:nvPr>
        </p:nvSpPr>
        <p:spPr>
          <a:xfrm>
            <a:off x="1845310" y="3861493"/>
            <a:ext cx="1200150" cy="213638"/>
          </a:xfrm>
          <a:gradFill>
            <a:gsLst>
              <a:gs pos="100000">
                <a:srgbClr val="FF6600"/>
              </a:gs>
              <a:gs pos="33000">
                <a:schemeClr val="accent1"/>
              </a:gs>
              <a:gs pos="0">
                <a:schemeClr val="tx2"/>
              </a:gs>
            </a:gsLst>
            <a:lin ang="0" scaled="0"/>
          </a:gradFill>
        </p:spPr>
        <p:txBody>
          <a:bodyPr lIns="182880" rIns="182880" anchor="ctr" anchorCtr="0"/>
          <a:lstStyle>
            <a:lvl1pPr algn="ctr">
              <a:defRPr sz="9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lgn="ctr">
              <a:defRPr/>
            </a:lvl2pPr>
            <a:lvl3pPr algn="ctr">
              <a:defRPr/>
            </a:lvl3pPr>
            <a:lvl4pPr algn="ctr">
              <a:defRPr/>
            </a:lvl4pPr>
            <a:lvl5pPr algn="ctr">
              <a:defRPr/>
            </a:lvl5pPr>
          </a:lstStyle>
          <a:p>
            <a:pPr lvl="0"/>
            <a:r>
              <a:rPr lang="en-US"/>
              <a:t>YEAR</a:t>
            </a:r>
          </a:p>
        </p:txBody>
      </p:sp>
      <p:sp>
        <p:nvSpPr>
          <p:cNvPr id="27" name="Arrow 2">
            <a:extLst>
              <a:ext uri="{FF2B5EF4-FFF2-40B4-BE49-F238E27FC236}">
                <a16:creationId xmlns:a16="http://schemas.microsoft.com/office/drawing/2014/main" id="{F45A4027-7DD4-5D42-ABC6-CF5504D8DA6C}"/>
              </a:ext>
            </a:extLst>
          </p:cNvPr>
          <p:cNvSpPr>
            <a:spLocks noGrp="1"/>
          </p:cNvSpPr>
          <p:nvPr>
            <p:ph type="body" sz="quarter" idx="42"/>
          </p:nvPr>
        </p:nvSpPr>
        <p:spPr>
          <a:xfrm rot="10800000">
            <a:off x="2342515" y="3684658"/>
            <a:ext cx="205740" cy="137160"/>
          </a:xfrm>
          <a:prstGeom prst="triangle">
            <a:avLst/>
          </a:prstGeom>
          <a:solidFill>
            <a:schemeClr val="accent5"/>
          </a:solidFill>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a:t>Click to edit Master text styles</a:t>
            </a:r>
          </a:p>
        </p:txBody>
      </p:sp>
      <p:sp>
        <p:nvSpPr>
          <p:cNvPr id="37" name="Text Placeholder 2">
            <a:extLst>
              <a:ext uri="{FF2B5EF4-FFF2-40B4-BE49-F238E27FC236}">
                <a16:creationId xmlns:a16="http://schemas.microsoft.com/office/drawing/2014/main" id="{E10B8A56-D700-834F-8CC0-8012AF0BB308}"/>
              </a:ext>
            </a:extLst>
          </p:cNvPr>
          <p:cNvSpPr>
            <a:spLocks noGrp="1"/>
          </p:cNvSpPr>
          <p:nvPr>
            <p:ph type="body" sz="quarter" idx="52" hasCustomPrompt="1"/>
          </p:nvPr>
        </p:nvSpPr>
        <p:spPr>
          <a:xfrm>
            <a:off x="1845310" y="2952955"/>
            <a:ext cx="1200150" cy="692252"/>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750"/>
            </a:lvl3pPr>
            <a:lvl4pPr algn="ctr">
              <a:lnSpc>
                <a:spcPct val="130000"/>
              </a:lnSpc>
              <a:spcAft>
                <a:spcPts val="0"/>
              </a:spcAft>
              <a:defRPr sz="750"/>
            </a:lvl4pPr>
            <a:lvl5pPr algn="ctr">
              <a:lnSpc>
                <a:spcPct val="130000"/>
              </a:lnSpc>
              <a:spcAft>
                <a:spcPts val="0"/>
              </a:spcAft>
              <a:defRPr sz="7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First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0" name="Subheading Placeholder 3">
            <a:extLst>
              <a:ext uri="{FF2B5EF4-FFF2-40B4-BE49-F238E27FC236}">
                <a16:creationId xmlns:a16="http://schemas.microsoft.com/office/drawing/2014/main" id="{5B2FF6A1-5D00-2C49-89F1-0E6CD9CFAA20}"/>
              </a:ext>
            </a:extLst>
          </p:cNvPr>
          <p:cNvSpPr>
            <a:spLocks noGrp="1"/>
          </p:cNvSpPr>
          <p:nvPr>
            <p:ph type="body" sz="quarter" idx="22" hasCustomPrompt="1"/>
          </p:nvPr>
        </p:nvSpPr>
        <p:spPr>
          <a:xfrm>
            <a:off x="3261996" y="3423929"/>
            <a:ext cx="1200150" cy="213638"/>
          </a:xfrm>
          <a:gradFill>
            <a:gsLst>
              <a:gs pos="100000">
                <a:srgbClr val="FF6600"/>
              </a:gs>
              <a:gs pos="33000">
                <a:schemeClr val="accent1"/>
              </a:gs>
              <a:gs pos="0">
                <a:schemeClr val="tx2"/>
              </a:gs>
            </a:gsLst>
            <a:lin ang="0" scaled="0"/>
          </a:gradFill>
        </p:spPr>
        <p:txBody>
          <a:bodyPr lIns="182880" rIns="182880" anchor="ctr" anchorCtr="0"/>
          <a:lstStyle>
            <a:lvl1pPr algn="ctr">
              <a:defRPr sz="9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lgn="ctr">
              <a:defRPr/>
            </a:lvl2pPr>
            <a:lvl3pPr algn="ctr">
              <a:defRPr/>
            </a:lvl3pPr>
            <a:lvl4pPr algn="ctr">
              <a:defRPr/>
            </a:lvl4pPr>
            <a:lvl5pPr algn="ctr">
              <a:defRPr/>
            </a:lvl5pPr>
          </a:lstStyle>
          <a:p>
            <a:pPr lvl="0"/>
            <a:r>
              <a:rPr lang="en-US"/>
              <a:t>YEAR</a:t>
            </a:r>
          </a:p>
        </p:txBody>
      </p:sp>
      <p:sp>
        <p:nvSpPr>
          <p:cNvPr id="29" name="Arrow 3">
            <a:extLst>
              <a:ext uri="{FF2B5EF4-FFF2-40B4-BE49-F238E27FC236}">
                <a16:creationId xmlns:a16="http://schemas.microsoft.com/office/drawing/2014/main" id="{FE6D5AA3-46FE-0144-8A59-91DCB365ACED}"/>
              </a:ext>
            </a:extLst>
          </p:cNvPr>
          <p:cNvSpPr>
            <a:spLocks noGrp="1"/>
          </p:cNvSpPr>
          <p:nvPr>
            <p:ph type="body" sz="quarter" idx="44"/>
          </p:nvPr>
        </p:nvSpPr>
        <p:spPr>
          <a:xfrm rot="10800000">
            <a:off x="3759201" y="3247094"/>
            <a:ext cx="205740" cy="137160"/>
          </a:xfrm>
          <a:prstGeom prst="triangle">
            <a:avLst/>
          </a:prstGeom>
          <a:solidFill>
            <a:schemeClr val="accent5"/>
          </a:solidFill>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a:t>Click to edit Master text styles</a:t>
            </a:r>
          </a:p>
        </p:txBody>
      </p:sp>
      <p:sp>
        <p:nvSpPr>
          <p:cNvPr id="40" name="Text Placeholder 3">
            <a:extLst>
              <a:ext uri="{FF2B5EF4-FFF2-40B4-BE49-F238E27FC236}">
                <a16:creationId xmlns:a16="http://schemas.microsoft.com/office/drawing/2014/main" id="{4C2C3918-F189-0A47-B03D-80CB6285E303}"/>
              </a:ext>
            </a:extLst>
          </p:cNvPr>
          <p:cNvSpPr>
            <a:spLocks noGrp="1"/>
          </p:cNvSpPr>
          <p:nvPr>
            <p:ph type="body" sz="quarter" idx="55" hasCustomPrompt="1"/>
          </p:nvPr>
        </p:nvSpPr>
        <p:spPr>
          <a:xfrm>
            <a:off x="3261996" y="2515970"/>
            <a:ext cx="1200150" cy="692252"/>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750"/>
            </a:lvl3pPr>
            <a:lvl4pPr algn="ctr">
              <a:lnSpc>
                <a:spcPct val="130000"/>
              </a:lnSpc>
              <a:spcAft>
                <a:spcPts val="0"/>
              </a:spcAft>
              <a:defRPr sz="750"/>
            </a:lvl4pPr>
            <a:lvl5pPr algn="ctr">
              <a:lnSpc>
                <a:spcPct val="130000"/>
              </a:lnSpc>
              <a:spcAft>
                <a:spcPts val="0"/>
              </a:spcAft>
              <a:defRPr sz="7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First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1" name="Subheading Placeholder 4">
            <a:extLst>
              <a:ext uri="{FF2B5EF4-FFF2-40B4-BE49-F238E27FC236}">
                <a16:creationId xmlns:a16="http://schemas.microsoft.com/office/drawing/2014/main" id="{128D1195-6B8F-3048-87F1-8268CCF1BCA7}"/>
              </a:ext>
            </a:extLst>
          </p:cNvPr>
          <p:cNvSpPr>
            <a:spLocks noGrp="1"/>
          </p:cNvSpPr>
          <p:nvPr>
            <p:ph type="body" sz="quarter" idx="23" hasCustomPrompt="1"/>
          </p:nvPr>
        </p:nvSpPr>
        <p:spPr>
          <a:xfrm>
            <a:off x="4678682" y="2986366"/>
            <a:ext cx="1200150" cy="213638"/>
          </a:xfrm>
          <a:gradFill>
            <a:gsLst>
              <a:gs pos="100000">
                <a:srgbClr val="FF6600"/>
              </a:gs>
              <a:gs pos="33000">
                <a:schemeClr val="accent1"/>
              </a:gs>
              <a:gs pos="0">
                <a:schemeClr val="tx2"/>
              </a:gs>
            </a:gsLst>
            <a:lin ang="0" scaled="0"/>
          </a:gradFill>
        </p:spPr>
        <p:txBody>
          <a:bodyPr lIns="182880" rIns="182880" anchor="ctr" anchorCtr="0"/>
          <a:lstStyle>
            <a:lvl1pPr algn="ctr">
              <a:defRPr sz="9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lgn="ctr">
              <a:defRPr/>
            </a:lvl2pPr>
            <a:lvl3pPr algn="ctr">
              <a:defRPr/>
            </a:lvl3pPr>
            <a:lvl4pPr algn="ctr">
              <a:defRPr/>
            </a:lvl4pPr>
            <a:lvl5pPr algn="ctr">
              <a:defRPr/>
            </a:lvl5pPr>
          </a:lstStyle>
          <a:p>
            <a:pPr lvl="0"/>
            <a:r>
              <a:rPr lang="en-US"/>
              <a:t>YEAR</a:t>
            </a:r>
          </a:p>
        </p:txBody>
      </p:sp>
      <p:sp>
        <p:nvSpPr>
          <p:cNvPr id="31" name="Arrow 4">
            <a:extLst>
              <a:ext uri="{FF2B5EF4-FFF2-40B4-BE49-F238E27FC236}">
                <a16:creationId xmlns:a16="http://schemas.microsoft.com/office/drawing/2014/main" id="{10646CB6-4287-BB48-96F4-FDBEC1ABB48C}"/>
              </a:ext>
            </a:extLst>
          </p:cNvPr>
          <p:cNvSpPr>
            <a:spLocks noGrp="1"/>
          </p:cNvSpPr>
          <p:nvPr>
            <p:ph type="body" sz="quarter" idx="46"/>
          </p:nvPr>
        </p:nvSpPr>
        <p:spPr>
          <a:xfrm rot="10800000">
            <a:off x="5175887" y="2809531"/>
            <a:ext cx="205740" cy="137160"/>
          </a:xfrm>
          <a:prstGeom prst="triangle">
            <a:avLst/>
          </a:prstGeom>
          <a:solidFill>
            <a:schemeClr val="accent5"/>
          </a:solidFill>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a:t>Click to edit Master text styles</a:t>
            </a:r>
          </a:p>
        </p:txBody>
      </p:sp>
      <p:sp>
        <p:nvSpPr>
          <p:cNvPr id="41" name="Text Placeholder 4">
            <a:extLst>
              <a:ext uri="{FF2B5EF4-FFF2-40B4-BE49-F238E27FC236}">
                <a16:creationId xmlns:a16="http://schemas.microsoft.com/office/drawing/2014/main" id="{AEA950F5-DD41-8143-A10A-E6E2345D020F}"/>
              </a:ext>
            </a:extLst>
          </p:cNvPr>
          <p:cNvSpPr>
            <a:spLocks noGrp="1"/>
          </p:cNvSpPr>
          <p:nvPr>
            <p:ph type="body" sz="quarter" idx="56" hasCustomPrompt="1"/>
          </p:nvPr>
        </p:nvSpPr>
        <p:spPr>
          <a:xfrm>
            <a:off x="4675188" y="2077605"/>
            <a:ext cx="1200150" cy="692252"/>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750"/>
            </a:lvl3pPr>
            <a:lvl4pPr algn="ctr">
              <a:lnSpc>
                <a:spcPct val="130000"/>
              </a:lnSpc>
              <a:spcAft>
                <a:spcPts val="0"/>
              </a:spcAft>
              <a:defRPr sz="750"/>
            </a:lvl4pPr>
            <a:lvl5pPr algn="ctr">
              <a:lnSpc>
                <a:spcPct val="130000"/>
              </a:lnSpc>
              <a:spcAft>
                <a:spcPts val="0"/>
              </a:spcAft>
              <a:defRPr sz="7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First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2" name="Subheading Placeholder 5">
            <a:extLst>
              <a:ext uri="{FF2B5EF4-FFF2-40B4-BE49-F238E27FC236}">
                <a16:creationId xmlns:a16="http://schemas.microsoft.com/office/drawing/2014/main" id="{3E1A6173-998B-454F-A071-739AF64E5193}"/>
              </a:ext>
            </a:extLst>
          </p:cNvPr>
          <p:cNvSpPr>
            <a:spLocks noGrp="1"/>
          </p:cNvSpPr>
          <p:nvPr>
            <p:ph type="body" sz="quarter" idx="24" hasCustomPrompt="1"/>
          </p:nvPr>
        </p:nvSpPr>
        <p:spPr>
          <a:xfrm>
            <a:off x="6095367" y="2548802"/>
            <a:ext cx="1200150" cy="213638"/>
          </a:xfrm>
          <a:gradFill>
            <a:gsLst>
              <a:gs pos="100000">
                <a:srgbClr val="FF6600"/>
              </a:gs>
              <a:gs pos="33000">
                <a:schemeClr val="accent1"/>
              </a:gs>
              <a:gs pos="0">
                <a:schemeClr val="tx2"/>
              </a:gs>
            </a:gsLst>
            <a:lin ang="0" scaled="0"/>
          </a:gradFill>
        </p:spPr>
        <p:txBody>
          <a:bodyPr lIns="182880" rIns="182880" anchor="ctr" anchorCtr="0"/>
          <a:lstStyle>
            <a:lvl1pPr algn="ctr">
              <a:defRPr sz="9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lgn="ctr">
              <a:defRPr/>
            </a:lvl2pPr>
            <a:lvl3pPr algn="ctr">
              <a:defRPr/>
            </a:lvl3pPr>
            <a:lvl4pPr algn="ctr">
              <a:defRPr/>
            </a:lvl4pPr>
            <a:lvl5pPr algn="ctr">
              <a:defRPr/>
            </a:lvl5pPr>
          </a:lstStyle>
          <a:p>
            <a:pPr lvl="0"/>
            <a:r>
              <a:rPr lang="en-US"/>
              <a:t>YEAR</a:t>
            </a:r>
          </a:p>
        </p:txBody>
      </p:sp>
      <p:sp>
        <p:nvSpPr>
          <p:cNvPr id="33" name="Arrow 5">
            <a:extLst>
              <a:ext uri="{FF2B5EF4-FFF2-40B4-BE49-F238E27FC236}">
                <a16:creationId xmlns:a16="http://schemas.microsoft.com/office/drawing/2014/main" id="{610D26FD-4C69-B341-9BCD-EFABE772DE74}"/>
              </a:ext>
            </a:extLst>
          </p:cNvPr>
          <p:cNvSpPr>
            <a:spLocks noGrp="1"/>
          </p:cNvSpPr>
          <p:nvPr>
            <p:ph type="body" sz="quarter" idx="48"/>
          </p:nvPr>
        </p:nvSpPr>
        <p:spPr>
          <a:xfrm rot="10800000">
            <a:off x="6583680" y="2371967"/>
            <a:ext cx="205740" cy="137160"/>
          </a:xfrm>
          <a:prstGeom prst="triangle">
            <a:avLst/>
          </a:prstGeom>
          <a:solidFill>
            <a:schemeClr val="accent5"/>
          </a:solidFill>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a:t>Click to edit Master text styles</a:t>
            </a:r>
          </a:p>
        </p:txBody>
      </p:sp>
      <p:sp>
        <p:nvSpPr>
          <p:cNvPr id="39" name="Text Placeholder 5">
            <a:extLst>
              <a:ext uri="{FF2B5EF4-FFF2-40B4-BE49-F238E27FC236}">
                <a16:creationId xmlns:a16="http://schemas.microsoft.com/office/drawing/2014/main" id="{3A5DAD9B-F1F4-4349-8991-7C6736F34F9C}"/>
              </a:ext>
            </a:extLst>
          </p:cNvPr>
          <p:cNvSpPr>
            <a:spLocks noGrp="1"/>
          </p:cNvSpPr>
          <p:nvPr>
            <p:ph type="body" sz="quarter" idx="54" hasCustomPrompt="1"/>
          </p:nvPr>
        </p:nvSpPr>
        <p:spPr>
          <a:xfrm>
            <a:off x="6095367" y="1640041"/>
            <a:ext cx="1200150" cy="692252"/>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750"/>
            </a:lvl3pPr>
            <a:lvl4pPr algn="ctr">
              <a:lnSpc>
                <a:spcPct val="130000"/>
              </a:lnSpc>
              <a:spcAft>
                <a:spcPts val="0"/>
              </a:spcAft>
              <a:defRPr sz="750"/>
            </a:lvl4pPr>
            <a:lvl5pPr algn="ctr">
              <a:lnSpc>
                <a:spcPct val="130000"/>
              </a:lnSpc>
              <a:spcAft>
                <a:spcPts val="0"/>
              </a:spcAft>
              <a:defRPr sz="7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First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3" name="Subheading Placeholder 6">
            <a:extLst>
              <a:ext uri="{FF2B5EF4-FFF2-40B4-BE49-F238E27FC236}">
                <a16:creationId xmlns:a16="http://schemas.microsoft.com/office/drawing/2014/main" id="{BFE0DE82-D6E8-B549-965C-4705508198F2}"/>
              </a:ext>
            </a:extLst>
          </p:cNvPr>
          <p:cNvSpPr>
            <a:spLocks noGrp="1"/>
          </p:cNvSpPr>
          <p:nvPr>
            <p:ph type="body" sz="quarter" idx="25" hasCustomPrompt="1"/>
          </p:nvPr>
        </p:nvSpPr>
        <p:spPr>
          <a:xfrm>
            <a:off x="7512051" y="2111239"/>
            <a:ext cx="1200150" cy="213638"/>
          </a:xfrm>
          <a:gradFill>
            <a:gsLst>
              <a:gs pos="100000">
                <a:srgbClr val="FF6600"/>
              </a:gs>
              <a:gs pos="33000">
                <a:schemeClr val="accent1"/>
              </a:gs>
              <a:gs pos="0">
                <a:schemeClr val="tx2"/>
              </a:gs>
            </a:gsLst>
            <a:lin ang="0" scaled="0"/>
          </a:gradFill>
        </p:spPr>
        <p:txBody>
          <a:bodyPr lIns="182880" rIns="182880" anchor="ctr" anchorCtr="0"/>
          <a:lstStyle>
            <a:lvl1pPr algn="ctr">
              <a:defRPr sz="9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lgn="ctr">
              <a:defRPr/>
            </a:lvl2pPr>
            <a:lvl3pPr algn="ctr">
              <a:defRPr/>
            </a:lvl3pPr>
            <a:lvl4pPr algn="ctr">
              <a:defRPr/>
            </a:lvl4pPr>
            <a:lvl5pPr algn="ctr">
              <a:defRPr/>
            </a:lvl5pPr>
          </a:lstStyle>
          <a:p>
            <a:pPr lvl="0"/>
            <a:r>
              <a:rPr lang="en-US"/>
              <a:t>YEAR</a:t>
            </a:r>
          </a:p>
        </p:txBody>
      </p:sp>
      <p:sp>
        <p:nvSpPr>
          <p:cNvPr id="35" name="Arrow 6">
            <a:extLst>
              <a:ext uri="{FF2B5EF4-FFF2-40B4-BE49-F238E27FC236}">
                <a16:creationId xmlns:a16="http://schemas.microsoft.com/office/drawing/2014/main" id="{99B8D537-2B83-6648-93EF-E082EF15C84D}"/>
              </a:ext>
            </a:extLst>
          </p:cNvPr>
          <p:cNvSpPr>
            <a:spLocks noGrp="1"/>
          </p:cNvSpPr>
          <p:nvPr>
            <p:ph type="body" sz="quarter" idx="50"/>
          </p:nvPr>
        </p:nvSpPr>
        <p:spPr>
          <a:xfrm rot="10800000">
            <a:off x="7998143" y="1934404"/>
            <a:ext cx="205740" cy="137160"/>
          </a:xfrm>
          <a:prstGeom prst="triangle">
            <a:avLst/>
          </a:prstGeom>
          <a:solidFill>
            <a:schemeClr val="accent5"/>
          </a:solidFill>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a:t>Click to edit Master text styles</a:t>
            </a:r>
          </a:p>
        </p:txBody>
      </p:sp>
      <p:sp>
        <p:nvSpPr>
          <p:cNvPr id="38" name="Text Placeholder 6">
            <a:extLst>
              <a:ext uri="{FF2B5EF4-FFF2-40B4-BE49-F238E27FC236}">
                <a16:creationId xmlns:a16="http://schemas.microsoft.com/office/drawing/2014/main" id="{11B2F333-8F80-4543-8951-F9C669E12216}"/>
              </a:ext>
            </a:extLst>
          </p:cNvPr>
          <p:cNvSpPr>
            <a:spLocks noGrp="1"/>
          </p:cNvSpPr>
          <p:nvPr>
            <p:ph type="body" sz="quarter" idx="53" hasCustomPrompt="1"/>
          </p:nvPr>
        </p:nvSpPr>
        <p:spPr>
          <a:xfrm>
            <a:off x="7515225" y="1202477"/>
            <a:ext cx="1200150" cy="692252"/>
          </a:xfrm>
        </p:spPr>
        <p:txBody>
          <a:bodyPr/>
          <a:lstStyle>
            <a:lvl1pPr algn="ctr">
              <a:spcAft>
                <a:spcPts val="225"/>
              </a:spcAft>
              <a:defRPr lang="en-US" sz="9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750"/>
            </a:lvl3pPr>
            <a:lvl4pPr algn="ctr">
              <a:lnSpc>
                <a:spcPct val="130000"/>
              </a:lnSpc>
              <a:spcAft>
                <a:spcPts val="0"/>
              </a:spcAft>
              <a:defRPr sz="750"/>
            </a:lvl4pPr>
            <a:lvl5pPr algn="ctr">
              <a:lnSpc>
                <a:spcPct val="130000"/>
              </a:lnSpc>
              <a:spcAft>
                <a:spcPts val="0"/>
              </a:spcAft>
              <a:defRPr sz="750"/>
            </a:lvl5pPr>
          </a:lstStyle>
          <a:p>
            <a:pPr marL="0" lvl="0" indent="0" algn="ctr" defTabSz="685800" rtl="0" eaLnBrk="1" latinLnBrk="0" hangingPunct="1">
              <a:lnSpc>
                <a:spcPct val="130000"/>
              </a:lnSpc>
              <a:spcBef>
                <a:spcPts val="0"/>
              </a:spcBef>
              <a:spcAft>
                <a:spcPts val="225"/>
              </a:spcAft>
              <a:buFont typeface="Arial" panose="020B0604020202020204" pitchFamily="34" charset="0"/>
              <a:buNone/>
              <a:tabLst/>
            </a:pPr>
            <a:r>
              <a:rPr lang="en-US"/>
              <a:t>First level</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3" name="Footer Placeholder 2">
            <a:extLst>
              <a:ext uri="{FF2B5EF4-FFF2-40B4-BE49-F238E27FC236}">
                <a16:creationId xmlns:a16="http://schemas.microsoft.com/office/drawing/2014/main" id="{A44D3CAE-5663-B044-B60E-679B28638BB7}"/>
              </a:ext>
            </a:extLst>
          </p:cNvPr>
          <p:cNvSpPr>
            <a:spLocks noGrp="1"/>
          </p:cNvSpPr>
          <p:nvPr>
            <p:ph type="ftr" sz="quarter" idx="5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4" name="Slide Number Placeholder 3">
            <a:extLst>
              <a:ext uri="{FF2B5EF4-FFF2-40B4-BE49-F238E27FC236}">
                <a16:creationId xmlns:a16="http://schemas.microsoft.com/office/drawing/2014/main" id="{346B3691-56BD-5E47-A0DE-BE50449F5448}"/>
              </a:ext>
            </a:extLst>
          </p:cNvPr>
          <p:cNvSpPr>
            <a:spLocks noGrp="1"/>
          </p:cNvSpPr>
          <p:nvPr>
            <p:ph type="sldNum" sz="quarter" idx="58"/>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704113376"/>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3_Title &amp; 4:3 Ratio Video (center)">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778669" y="428626"/>
            <a:ext cx="7586663" cy="452628"/>
          </a:xfrm>
        </p:spPr>
        <p:txBody>
          <a:bodyPr/>
          <a:lstStyle>
            <a:lvl1pPr algn="ctr">
              <a:defRPr/>
            </a:lvl1pPr>
          </a:lstStyle>
          <a:p>
            <a:r>
              <a:rPr lang="en-US"/>
              <a:t>Click to edit Master title style</a:t>
            </a:r>
          </a:p>
        </p:txBody>
      </p:sp>
      <p:sp>
        <p:nvSpPr>
          <p:cNvPr id="30" name="Text Placeholder 1">
            <a:extLst>
              <a:ext uri="{FF2B5EF4-FFF2-40B4-BE49-F238E27FC236}">
                <a16:creationId xmlns:a16="http://schemas.microsoft.com/office/drawing/2014/main" id="{EF56DF66-1BE9-454A-8943-F83627789B4F}"/>
              </a:ext>
            </a:extLst>
          </p:cNvPr>
          <p:cNvSpPr>
            <a:spLocks noGrp="1"/>
          </p:cNvSpPr>
          <p:nvPr>
            <p:ph type="body" sz="quarter" idx="50" hasCustomPrompt="1"/>
          </p:nvPr>
        </p:nvSpPr>
        <p:spPr>
          <a:xfrm>
            <a:off x="1343054" y="1383924"/>
            <a:ext cx="2057400" cy="1988820"/>
          </a:xfrm>
          <a:custGeom>
            <a:avLst/>
            <a:gdLst>
              <a:gd name="connsiteX0" fmla="*/ 1266493 w 2830600"/>
              <a:gd name="connsiteY0" fmla="*/ 0 h 2408036"/>
              <a:gd name="connsiteX1" fmla="*/ 1283758 w 2830600"/>
              <a:gd name="connsiteY1" fmla="*/ 14251 h 2408036"/>
              <a:gd name="connsiteX2" fmla="*/ 1437133 w 2830600"/>
              <a:gd name="connsiteY2" fmla="*/ 61121 h 2408036"/>
              <a:gd name="connsiteX3" fmla="*/ 1543911 w 2830600"/>
              <a:gd name="connsiteY3" fmla="*/ 39554 h 2408036"/>
              <a:gd name="connsiteX4" fmla="*/ 1583947 w 2830600"/>
              <a:gd name="connsiteY4" fmla="*/ 17814 h 2408036"/>
              <a:gd name="connsiteX5" fmla="*/ 2830600 w 2830600"/>
              <a:gd name="connsiteY5" fmla="*/ 1137209 h 2408036"/>
              <a:gd name="connsiteX6" fmla="*/ 1415300 w 2830600"/>
              <a:gd name="connsiteY6" fmla="*/ 2408036 h 2408036"/>
              <a:gd name="connsiteX7" fmla="*/ 0 w 2830600"/>
              <a:gd name="connsiteY7" fmla="*/ 1137209 h 240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0600" h="2408036">
                <a:moveTo>
                  <a:pt x="1266493" y="0"/>
                </a:moveTo>
                <a:lnTo>
                  <a:pt x="1283758" y="14251"/>
                </a:lnTo>
                <a:cubicBezTo>
                  <a:pt x="1327540" y="43842"/>
                  <a:pt x="1380320" y="61121"/>
                  <a:pt x="1437133" y="61121"/>
                </a:cubicBezTo>
                <a:cubicBezTo>
                  <a:pt x="1475009" y="61121"/>
                  <a:pt x="1511092" y="53442"/>
                  <a:pt x="1543911" y="39554"/>
                </a:cubicBezTo>
                <a:lnTo>
                  <a:pt x="1583947" y="17814"/>
                </a:lnTo>
                <a:lnTo>
                  <a:pt x="2830600" y="1137209"/>
                </a:lnTo>
                <a:lnTo>
                  <a:pt x="1415300" y="2408036"/>
                </a:lnTo>
                <a:lnTo>
                  <a:pt x="0" y="1137209"/>
                </a:lnTo>
                <a:close/>
              </a:path>
            </a:pathLst>
          </a:custGeom>
          <a:solidFill>
            <a:schemeClr val="tx2"/>
          </a:solidFill>
        </p:spPr>
        <p:txBody>
          <a:bodyPr wrap="square" lIns="365760" tIns="1188720" rIns="365760" bIns="274320">
            <a:noAutofit/>
          </a:bodyPr>
          <a:lstStyle>
            <a:lvl1pPr algn="ctr">
              <a:spcAft>
                <a:spcPts val="225"/>
              </a:spcAft>
              <a:defRPr sz="900">
                <a:solidFill>
                  <a:schemeClr val="bg1"/>
                </a:solidFill>
                <a:latin typeface="+mj-lt"/>
              </a:defRPr>
            </a:lvl1pPr>
            <a:lvl2pPr algn="ctr">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050">
                <a:solidFill>
                  <a:schemeClr val="bg1"/>
                </a:solidFill>
              </a:defRPr>
            </a:lvl3pPr>
            <a:lvl4pPr algn="ctr">
              <a:defRPr sz="1050">
                <a:solidFill>
                  <a:schemeClr val="bg1"/>
                </a:solidFill>
              </a:defRPr>
            </a:lvl4pPr>
            <a:lvl5pPr algn="ctr">
              <a:defRPr sz="1050">
                <a:solidFill>
                  <a:schemeClr val="bg1"/>
                </a:solidFill>
              </a:defRPr>
            </a:lvl5pPr>
          </a:lstStyle>
          <a:p>
            <a:pPr lvl="0"/>
            <a:r>
              <a:rPr lang="en-US"/>
              <a:t>Lorem ipsum dolor</a:t>
            </a:r>
          </a:p>
          <a:p>
            <a:pPr lvl="1"/>
            <a:r>
              <a:rPr lang="en-US"/>
              <a:t>Second level</a:t>
            </a:r>
          </a:p>
        </p:txBody>
      </p:sp>
      <p:sp>
        <p:nvSpPr>
          <p:cNvPr id="31" name="Icon Placeholder 1">
            <a:extLst>
              <a:ext uri="{FF2B5EF4-FFF2-40B4-BE49-F238E27FC236}">
                <a16:creationId xmlns:a16="http://schemas.microsoft.com/office/drawing/2014/main" id="{51484308-4FDD-684E-9FF5-5E5289BCE06B}"/>
              </a:ext>
            </a:extLst>
          </p:cNvPr>
          <p:cNvSpPr>
            <a:spLocks noGrp="1"/>
          </p:cNvSpPr>
          <p:nvPr>
            <p:ph type="pic" sz="quarter" idx="51" hasCustomPrompt="1"/>
          </p:nvPr>
        </p:nvSpPr>
        <p:spPr>
          <a:xfrm>
            <a:off x="2128295" y="1690702"/>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2" name="# Placeholder 1">
            <a:extLst>
              <a:ext uri="{FF2B5EF4-FFF2-40B4-BE49-F238E27FC236}">
                <a16:creationId xmlns:a16="http://schemas.microsoft.com/office/drawing/2014/main" id="{D73AE291-218D-7742-88E5-DFC7F2E36E2C}"/>
              </a:ext>
            </a:extLst>
          </p:cNvPr>
          <p:cNvSpPr>
            <a:spLocks noGrp="1" noChangeAspect="1"/>
          </p:cNvSpPr>
          <p:nvPr>
            <p:ph type="body" sz="quarter" idx="52" hasCustomPrompt="1"/>
          </p:nvPr>
        </p:nvSpPr>
        <p:spPr>
          <a:xfrm>
            <a:off x="2166014" y="1143362"/>
            <a:ext cx="411480" cy="411659"/>
          </a:xfrm>
          <a:prstGeom prst="ellipse">
            <a:avLst/>
          </a:prstGeom>
          <a:solidFill>
            <a:schemeClr val="tx2"/>
          </a:solidFill>
          <a:ln w="76200">
            <a:solidFill>
              <a:schemeClr val="bg1"/>
            </a:solidFill>
          </a:ln>
        </p:spPr>
        <p:txBody>
          <a:bodyPr anchor="ctr" anchorCtr="0"/>
          <a:lstStyle>
            <a:lvl1pPr algn="ctr">
              <a:defRPr sz="135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900">
                <a:solidFill>
                  <a:schemeClr val="bg1"/>
                </a:solidFill>
              </a:defRPr>
            </a:lvl2pPr>
            <a:lvl3pPr>
              <a:defRPr sz="900">
                <a:solidFill>
                  <a:schemeClr val="bg1"/>
                </a:solidFill>
              </a:defRPr>
            </a:lvl3pPr>
            <a:lvl4pPr>
              <a:defRPr sz="900">
                <a:solidFill>
                  <a:schemeClr val="bg1"/>
                </a:solidFill>
              </a:defRPr>
            </a:lvl4pPr>
            <a:lvl5pPr>
              <a:defRPr sz="900">
                <a:solidFill>
                  <a:schemeClr val="bg1"/>
                </a:solidFill>
              </a:defRPr>
            </a:lvl5pPr>
          </a:lstStyle>
          <a:p>
            <a:pPr lvl="0"/>
            <a:r>
              <a:rPr lang="en-US"/>
              <a:t>00</a:t>
            </a:r>
          </a:p>
        </p:txBody>
      </p:sp>
      <p:sp>
        <p:nvSpPr>
          <p:cNvPr id="27" name="Text Placeholder 2">
            <a:extLst>
              <a:ext uri="{FF2B5EF4-FFF2-40B4-BE49-F238E27FC236}">
                <a16:creationId xmlns:a16="http://schemas.microsoft.com/office/drawing/2014/main" id="{088235E9-90E4-EF4D-B146-0A385E204C4E}"/>
              </a:ext>
            </a:extLst>
          </p:cNvPr>
          <p:cNvSpPr>
            <a:spLocks noGrp="1"/>
          </p:cNvSpPr>
          <p:nvPr>
            <p:ph type="body" sz="quarter" idx="47" hasCustomPrompt="1"/>
          </p:nvPr>
        </p:nvSpPr>
        <p:spPr>
          <a:xfrm>
            <a:off x="2436137" y="2357284"/>
            <a:ext cx="2057400" cy="1988820"/>
          </a:xfrm>
          <a:custGeom>
            <a:avLst/>
            <a:gdLst>
              <a:gd name="connsiteX0" fmla="*/ 1415300 w 2830600"/>
              <a:gd name="connsiteY0" fmla="*/ 0 h 2401779"/>
              <a:gd name="connsiteX1" fmla="*/ 2830600 w 2830600"/>
              <a:gd name="connsiteY1" fmla="*/ 1270827 h 2401779"/>
              <a:gd name="connsiteX2" fmla="*/ 1571077 w 2830600"/>
              <a:gd name="connsiteY2" fmla="*/ 2401779 h 2401779"/>
              <a:gd name="connsiteX3" fmla="*/ 1567730 w 2830600"/>
              <a:gd name="connsiteY3" fmla="*/ 2399017 h 2401779"/>
              <a:gd name="connsiteX4" fmla="*/ 1414355 w 2830600"/>
              <a:gd name="connsiteY4" fmla="*/ 2352147 h 2401779"/>
              <a:gd name="connsiteX5" fmla="*/ 1260980 w 2830600"/>
              <a:gd name="connsiteY5" fmla="*/ 2399017 h 2401779"/>
              <a:gd name="connsiteX6" fmla="*/ 1258619 w 2830600"/>
              <a:gd name="connsiteY6" fmla="*/ 2400967 h 2401779"/>
              <a:gd name="connsiteX7" fmla="*/ 0 w 2830600"/>
              <a:gd name="connsiteY7" fmla="*/ 1270827 h 240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0600" h="2401779">
                <a:moveTo>
                  <a:pt x="1415300" y="0"/>
                </a:moveTo>
                <a:lnTo>
                  <a:pt x="2830600" y="1270827"/>
                </a:lnTo>
                <a:lnTo>
                  <a:pt x="1571077" y="2401779"/>
                </a:lnTo>
                <a:lnTo>
                  <a:pt x="1567730" y="2399017"/>
                </a:lnTo>
                <a:cubicBezTo>
                  <a:pt x="1523949" y="2369426"/>
                  <a:pt x="1471169" y="2352147"/>
                  <a:pt x="1414355" y="2352147"/>
                </a:cubicBezTo>
                <a:cubicBezTo>
                  <a:pt x="1357542" y="2352147"/>
                  <a:pt x="1304762" y="2369426"/>
                  <a:pt x="1260980" y="2399017"/>
                </a:cubicBezTo>
                <a:lnTo>
                  <a:pt x="1258619" y="2400967"/>
                </a:lnTo>
                <a:lnTo>
                  <a:pt x="0" y="1270827"/>
                </a:lnTo>
                <a:close/>
              </a:path>
            </a:pathLst>
          </a:custGeom>
          <a:solidFill>
            <a:schemeClr val="accent1"/>
          </a:solidFill>
        </p:spPr>
        <p:txBody>
          <a:bodyPr vert="horz" wrap="square" lIns="365760" tIns="1188720" rIns="365760" bIns="274320" rtlCol="0" anchor="t" anchorCtr="0">
            <a:noAutofit/>
          </a:bodyPr>
          <a:lstStyle>
            <a:lvl1pPr algn="ctr">
              <a:spcAft>
                <a:spcPts val="225"/>
              </a:spcAft>
              <a:defRPr lang="en-US" sz="900" dirty="0">
                <a:solidFill>
                  <a:schemeClr val="bg1"/>
                </a:solidFill>
                <a:latin typeface="+mj-lt"/>
              </a:defRPr>
            </a:lvl1pPr>
            <a:lvl2pPr algn="ctr">
              <a:defRPr lang="en-US" sz="900" dirty="0">
                <a:solidFill>
                  <a:schemeClr val="bg1"/>
                </a:solidFill>
              </a:defRPr>
            </a:lvl2pPr>
            <a:lvl3pPr algn="ctr">
              <a:defRPr sz="1050">
                <a:solidFill>
                  <a:schemeClr val="bg1"/>
                </a:solidFill>
              </a:defRPr>
            </a:lvl3pPr>
            <a:lvl4pPr algn="ctr">
              <a:defRPr sz="1050">
                <a:solidFill>
                  <a:schemeClr val="bg1"/>
                </a:solidFill>
              </a:defRPr>
            </a:lvl4pPr>
            <a:lvl5pPr algn="ctr">
              <a:defRPr sz="1050">
                <a:solidFill>
                  <a:schemeClr val="bg1"/>
                </a:solidFill>
              </a:defRPr>
            </a:lvl5pPr>
          </a:lstStyle>
          <a:p>
            <a:pPr lvl="0"/>
            <a:r>
              <a:rPr lang="en-US"/>
              <a:t>Lorem ipsum dolor</a:t>
            </a:r>
          </a:p>
          <a:p>
            <a:pPr lvl="1"/>
            <a:r>
              <a:rPr lang="en-US"/>
              <a:t>Second level</a:t>
            </a:r>
          </a:p>
        </p:txBody>
      </p:sp>
      <p:sp>
        <p:nvSpPr>
          <p:cNvPr id="28" name="Icon Placeholder 2">
            <a:extLst>
              <a:ext uri="{FF2B5EF4-FFF2-40B4-BE49-F238E27FC236}">
                <a16:creationId xmlns:a16="http://schemas.microsoft.com/office/drawing/2014/main" id="{8F6A0E41-C652-E540-A0F8-3CC4628D5E1E}"/>
              </a:ext>
            </a:extLst>
          </p:cNvPr>
          <p:cNvSpPr>
            <a:spLocks noGrp="1"/>
          </p:cNvSpPr>
          <p:nvPr>
            <p:ph type="pic" sz="quarter" idx="48" hasCustomPrompt="1"/>
          </p:nvPr>
        </p:nvSpPr>
        <p:spPr>
          <a:xfrm>
            <a:off x="3221378" y="2666877"/>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9" name="# Placeholder 2">
            <a:extLst>
              <a:ext uri="{FF2B5EF4-FFF2-40B4-BE49-F238E27FC236}">
                <a16:creationId xmlns:a16="http://schemas.microsoft.com/office/drawing/2014/main" id="{C464C285-1861-FC43-9C0D-2E5A6069803F}"/>
              </a:ext>
            </a:extLst>
          </p:cNvPr>
          <p:cNvSpPr>
            <a:spLocks noGrp="1" noChangeAspect="1"/>
          </p:cNvSpPr>
          <p:nvPr>
            <p:ph type="body" sz="quarter" idx="49" hasCustomPrompt="1"/>
          </p:nvPr>
        </p:nvSpPr>
        <p:spPr>
          <a:xfrm>
            <a:off x="3259097" y="4219603"/>
            <a:ext cx="411480" cy="411659"/>
          </a:xfrm>
          <a:prstGeom prst="ellipse">
            <a:avLst/>
          </a:prstGeom>
          <a:solidFill>
            <a:schemeClr val="accent1"/>
          </a:solidFill>
          <a:ln w="76200">
            <a:solidFill>
              <a:schemeClr val="bg1"/>
            </a:solidFill>
          </a:ln>
        </p:spPr>
        <p:txBody>
          <a:bodyPr anchor="ctr" anchorCtr="0"/>
          <a:lstStyle>
            <a:lvl1pPr algn="ctr">
              <a:defRPr sz="135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900">
                <a:solidFill>
                  <a:schemeClr val="bg1"/>
                </a:solidFill>
              </a:defRPr>
            </a:lvl2pPr>
            <a:lvl3pPr>
              <a:defRPr sz="900">
                <a:solidFill>
                  <a:schemeClr val="bg1"/>
                </a:solidFill>
              </a:defRPr>
            </a:lvl3pPr>
            <a:lvl4pPr>
              <a:defRPr sz="900">
                <a:solidFill>
                  <a:schemeClr val="bg1"/>
                </a:solidFill>
              </a:defRPr>
            </a:lvl4pPr>
            <a:lvl5pPr>
              <a:defRPr sz="900">
                <a:solidFill>
                  <a:schemeClr val="bg1"/>
                </a:solidFill>
              </a:defRPr>
            </a:lvl5pPr>
          </a:lstStyle>
          <a:p>
            <a:pPr lvl="0"/>
            <a:r>
              <a:rPr lang="en-US"/>
              <a:t>00</a:t>
            </a:r>
          </a:p>
        </p:txBody>
      </p:sp>
      <p:sp>
        <p:nvSpPr>
          <p:cNvPr id="24" name="Text Placeholder 3">
            <a:extLst>
              <a:ext uri="{FF2B5EF4-FFF2-40B4-BE49-F238E27FC236}">
                <a16:creationId xmlns:a16="http://schemas.microsoft.com/office/drawing/2014/main" id="{27820619-863D-2F4C-A28B-C2B973ED7580}"/>
              </a:ext>
            </a:extLst>
          </p:cNvPr>
          <p:cNvSpPr>
            <a:spLocks noGrp="1"/>
          </p:cNvSpPr>
          <p:nvPr>
            <p:ph type="body" sz="quarter" idx="44" hasCustomPrompt="1"/>
          </p:nvPr>
        </p:nvSpPr>
        <p:spPr>
          <a:xfrm>
            <a:off x="3526622" y="1383924"/>
            <a:ext cx="2057400" cy="1988820"/>
          </a:xfrm>
          <a:custGeom>
            <a:avLst/>
            <a:gdLst>
              <a:gd name="connsiteX0" fmla="*/ 1266493 w 2830600"/>
              <a:gd name="connsiteY0" fmla="*/ 0 h 2408036"/>
              <a:gd name="connsiteX1" fmla="*/ 1283758 w 2830600"/>
              <a:gd name="connsiteY1" fmla="*/ 14251 h 2408036"/>
              <a:gd name="connsiteX2" fmla="*/ 1437133 w 2830600"/>
              <a:gd name="connsiteY2" fmla="*/ 61121 h 2408036"/>
              <a:gd name="connsiteX3" fmla="*/ 1543911 w 2830600"/>
              <a:gd name="connsiteY3" fmla="*/ 39554 h 2408036"/>
              <a:gd name="connsiteX4" fmla="*/ 1583947 w 2830600"/>
              <a:gd name="connsiteY4" fmla="*/ 17814 h 2408036"/>
              <a:gd name="connsiteX5" fmla="*/ 2830600 w 2830600"/>
              <a:gd name="connsiteY5" fmla="*/ 1137209 h 2408036"/>
              <a:gd name="connsiteX6" fmla="*/ 1415300 w 2830600"/>
              <a:gd name="connsiteY6" fmla="*/ 2408036 h 2408036"/>
              <a:gd name="connsiteX7" fmla="*/ 0 w 2830600"/>
              <a:gd name="connsiteY7" fmla="*/ 1137209 h 240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0600" h="2408036">
                <a:moveTo>
                  <a:pt x="1266493" y="0"/>
                </a:moveTo>
                <a:lnTo>
                  <a:pt x="1283758" y="14251"/>
                </a:lnTo>
                <a:cubicBezTo>
                  <a:pt x="1327540" y="43842"/>
                  <a:pt x="1380320" y="61121"/>
                  <a:pt x="1437133" y="61121"/>
                </a:cubicBezTo>
                <a:cubicBezTo>
                  <a:pt x="1475009" y="61121"/>
                  <a:pt x="1511092" y="53442"/>
                  <a:pt x="1543911" y="39554"/>
                </a:cubicBezTo>
                <a:lnTo>
                  <a:pt x="1583947" y="17814"/>
                </a:lnTo>
                <a:lnTo>
                  <a:pt x="2830600" y="1137209"/>
                </a:lnTo>
                <a:lnTo>
                  <a:pt x="1415300" y="2408036"/>
                </a:lnTo>
                <a:lnTo>
                  <a:pt x="0" y="1137209"/>
                </a:lnTo>
                <a:close/>
              </a:path>
            </a:pathLst>
          </a:custGeom>
          <a:solidFill>
            <a:schemeClr val="accent2"/>
          </a:solidFill>
        </p:spPr>
        <p:txBody>
          <a:bodyPr wrap="square" lIns="365760" tIns="1188720" rIns="365760" bIns="274320">
            <a:noAutofit/>
          </a:bodyPr>
          <a:lstStyle>
            <a:lvl1pPr algn="ctr">
              <a:spcAft>
                <a:spcPts val="225"/>
              </a:spcAft>
              <a:defRPr sz="900">
                <a:solidFill>
                  <a:schemeClr val="bg1"/>
                </a:solidFill>
                <a:latin typeface="+mj-lt"/>
              </a:defRPr>
            </a:lvl1pPr>
            <a:lvl2pPr algn="ctr">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050">
                <a:solidFill>
                  <a:schemeClr val="bg1"/>
                </a:solidFill>
              </a:defRPr>
            </a:lvl3pPr>
            <a:lvl4pPr algn="ctr">
              <a:defRPr sz="1050">
                <a:solidFill>
                  <a:schemeClr val="bg1"/>
                </a:solidFill>
              </a:defRPr>
            </a:lvl4pPr>
            <a:lvl5pPr algn="ctr">
              <a:defRPr sz="1050">
                <a:solidFill>
                  <a:schemeClr val="bg1"/>
                </a:solidFill>
              </a:defRPr>
            </a:lvl5pPr>
          </a:lstStyle>
          <a:p>
            <a:pPr lvl="0"/>
            <a:r>
              <a:rPr lang="en-US"/>
              <a:t>Lorem ipsum dolor</a:t>
            </a:r>
          </a:p>
          <a:p>
            <a:pPr lvl="1"/>
            <a:r>
              <a:rPr lang="en-US"/>
              <a:t>Second level</a:t>
            </a:r>
          </a:p>
        </p:txBody>
      </p:sp>
      <p:sp>
        <p:nvSpPr>
          <p:cNvPr id="25" name="Icon Placeholder 3">
            <a:extLst>
              <a:ext uri="{FF2B5EF4-FFF2-40B4-BE49-F238E27FC236}">
                <a16:creationId xmlns:a16="http://schemas.microsoft.com/office/drawing/2014/main" id="{DB69679E-9FEC-CE45-8D1F-D1B0A8893EC5}"/>
              </a:ext>
            </a:extLst>
          </p:cNvPr>
          <p:cNvSpPr>
            <a:spLocks noGrp="1"/>
          </p:cNvSpPr>
          <p:nvPr>
            <p:ph type="pic" sz="quarter" idx="45" hasCustomPrompt="1"/>
          </p:nvPr>
        </p:nvSpPr>
        <p:spPr>
          <a:xfrm>
            <a:off x="4311863" y="1690702"/>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6" name="# Placeholder 3">
            <a:extLst>
              <a:ext uri="{FF2B5EF4-FFF2-40B4-BE49-F238E27FC236}">
                <a16:creationId xmlns:a16="http://schemas.microsoft.com/office/drawing/2014/main" id="{E3452103-F178-D841-9B7E-5730D4655563}"/>
              </a:ext>
            </a:extLst>
          </p:cNvPr>
          <p:cNvSpPr>
            <a:spLocks noGrp="1" noChangeAspect="1"/>
          </p:cNvSpPr>
          <p:nvPr>
            <p:ph type="body" sz="quarter" idx="46" hasCustomPrompt="1"/>
          </p:nvPr>
        </p:nvSpPr>
        <p:spPr>
          <a:xfrm>
            <a:off x="4349582" y="1143362"/>
            <a:ext cx="411480" cy="411659"/>
          </a:xfrm>
          <a:prstGeom prst="ellipse">
            <a:avLst/>
          </a:prstGeom>
          <a:solidFill>
            <a:schemeClr val="accent2"/>
          </a:solidFill>
          <a:ln w="76200">
            <a:solidFill>
              <a:schemeClr val="bg1"/>
            </a:solidFill>
          </a:ln>
        </p:spPr>
        <p:txBody>
          <a:bodyPr anchor="ctr" anchorCtr="0"/>
          <a:lstStyle>
            <a:lvl1pPr algn="ctr">
              <a:defRPr sz="135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900">
                <a:solidFill>
                  <a:schemeClr val="bg1"/>
                </a:solidFill>
              </a:defRPr>
            </a:lvl2pPr>
            <a:lvl3pPr>
              <a:defRPr sz="900">
                <a:solidFill>
                  <a:schemeClr val="bg1"/>
                </a:solidFill>
              </a:defRPr>
            </a:lvl3pPr>
            <a:lvl4pPr>
              <a:defRPr sz="900">
                <a:solidFill>
                  <a:schemeClr val="bg1"/>
                </a:solidFill>
              </a:defRPr>
            </a:lvl4pPr>
            <a:lvl5pPr>
              <a:defRPr sz="900">
                <a:solidFill>
                  <a:schemeClr val="bg1"/>
                </a:solidFill>
              </a:defRPr>
            </a:lvl5pPr>
          </a:lstStyle>
          <a:p>
            <a:pPr lvl="0"/>
            <a:r>
              <a:rPr lang="en-US"/>
              <a:t>00</a:t>
            </a:r>
          </a:p>
        </p:txBody>
      </p:sp>
      <p:sp>
        <p:nvSpPr>
          <p:cNvPr id="69" name="Text Placeholder 4">
            <a:extLst>
              <a:ext uri="{FF2B5EF4-FFF2-40B4-BE49-F238E27FC236}">
                <a16:creationId xmlns:a16="http://schemas.microsoft.com/office/drawing/2014/main" id="{80AFAC7C-D4ED-E440-9800-7E74A0DCE1A5}"/>
              </a:ext>
            </a:extLst>
          </p:cNvPr>
          <p:cNvSpPr>
            <a:spLocks noGrp="1"/>
          </p:cNvSpPr>
          <p:nvPr>
            <p:ph type="body" sz="quarter" idx="41" hasCustomPrompt="1"/>
          </p:nvPr>
        </p:nvSpPr>
        <p:spPr>
          <a:xfrm>
            <a:off x="4619704" y="2359031"/>
            <a:ext cx="2057400" cy="1988820"/>
          </a:xfrm>
          <a:custGeom>
            <a:avLst/>
            <a:gdLst>
              <a:gd name="connsiteX0" fmla="*/ 1415300 w 2830600"/>
              <a:gd name="connsiteY0" fmla="*/ 0 h 2401779"/>
              <a:gd name="connsiteX1" fmla="*/ 2830600 w 2830600"/>
              <a:gd name="connsiteY1" fmla="*/ 1270827 h 2401779"/>
              <a:gd name="connsiteX2" fmla="*/ 1571077 w 2830600"/>
              <a:gd name="connsiteY2" fmla="*/ 2401779 h 2401779"/>
              <a:gd name="connsiteX3" fmla="*/ 1567730 w 2830600"/>
              <a:gd name="connsiteY3" fmla="*/ 2399017 h 2401779"/>
              <a:gd name="connsiteX4" fmla="*/ 1414355 w 2830600"/>
              <a:gd name="connsiteY4" fmla="*/ 2352147 h 2401779"/>
              <a:gd name="connsiteX5" fmla="*/ 1260980 w 2830600"/>
              <a:gd name="connsiteY5" fmla="*/ 2399017 h 2401779"/>
              <a:gd name="connsiteX6" fmla="*/ 1258619 w 2830600"/>
              <a:gd name="connsiteY6" fmla="*/ 2400967 h 2401779"/>
              <a:gd name="connsiteX7" fmla="*/ 0 w 2830600"/>
              <a:gd name="connsiteY7" fmla="*/ 1270827 h 240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0600" h="2401779">
                <a:moveTo>
                  <a:pt x="1415300" y="0"/>
                </a:moveTo>
                <a:lnTo>
                  <a:pt x="2830600" y="1270827"/>
                </a:lnTo>
                <a:lnTo>
                  <a:pt x="1571077" y="2401779"/>
                </a:lnTo>
                <a:lnTo>
                  <a:pt x="1567730" y="2399017"/>
                </a:lnTo>
                <a:cubicBezTo>
                  <a:pt x="1523949" y="2369426"/>
                  <a:pt x="1471169" y="2352147"/>
                  <a:pt x="1414355" y="2352147"/>
                </a:cubicBezTo>
                <a:cubicBezTo>
                  <a:pt x="1357542" y="2352147"/>
                  <a:pt x="1304762" y="2369426"/>
                  <a:pt x="1260980" y="2399017"/>
                </a:cubicBezTo>
                <a:lnTo>
                  <a:pt x="1258619" y="2400967"/>
                </a:lnTo>
                <a:lnTo>
                  <a:pt x="0" y="1270827"/>
                </a:lnTo>
                <a:close/>
              </a:path>
            </a:pathLst>
          </a:custGeom>
          <a:solidFill>
            <a:schemeClr val="accent3"/>
          </a:solidFill>
        </p:spPr>
        <p:txBody>
          <a:bodyPr vert="horz" wrap="square" lIns="365760" tIns="1188720" rIns="365760" bIns="274320" rtlCol="0" anchor="t" anchorCtr="0">
            <a:noAutofit/>
          </a:bodyPr>
          <a:lstStyle>
            <a:lvl1pPr algn="ctr">
              <a:spcAft>
                <a:spcPts val="225"/>
              </a:spcAft>
              <a:defRPr lang="en-US" sz="900" dirty="0">
                <a:solidFill>
                  <a:schemeClr val="bg1"/>
                </a:solidFill>
                <a:latin typeface="+mj-lt"/>
              </a:defRPr>
            </a:lvl1pPr>
            <a:lvl2pPr algn="ctr">
              <a:defRPr lang="en-US" sz="900" dirty="0">
                <a:solidFill>
                  <a:schemeClr val="bg1"/>
                </a:solidFill>
              </a:defRPr>
            </a:lvl2pPr>
            <a:lvl3pPr algn="ctr">
              <a:defRPr sz="1050">
                <a:solidFill>
                  <a:schemeClr val="bg1"/>
                </a:solidFill>
              </a:defRPr>
            </a:lvl3pPr>
            <a:lvl4pPr algn="ctr">
              <a:defRPr sz="1050">
                <a:solidFill>
                  <a:schemeClr val="bg1"/>
                </a:solidFill>
              </a:defRPr>
            </a:lvl4pPr>
            <a:lvl5pPr algn="ctr">
              <a:defRPr sz="1050">
                <a:solidFill>
                  <a:schemeClr val="bg1"/>
                </a:solidFill>
              </a:defRPr>
            </a:lvl5pPr>
          </a:lstStyle>
          <a:p>
            <a:pPr lvl="0"/>
            <a:r>
              <a:rPr lang="en-US"/>
              <a:t>Lorem ipsum dolor</a:t>
            </a:r>
          </a:p>
          <a:p>
            <a:pPr lvl="1"/>
            <a:r>
              <a:rPr lang="en-US"/>
              <a:t>Second level</a:t>
            </a:r>
          </a:p>
        </p:txBody>
      </p:sp>
      <p:sp>
        <p:nvSpPr>
          <p:cNvPr id="70" name="Icon Placeholder 4">
            <a:extLst>
              <a:ext uri="{FF2B5EF4-FFF2-40B4-BE49-F238E27FC236}">
                <a16:creationId xmlns:a16="http://schemas.microsoft.com/office/drawing/2014/main" id="{F43763F8-AC63-0741-BD80-0E20BD29FAD7}"/>
              </a:ext>
            </a:extLst>
          </p:cNvPr>
          <p:cNvSpPr>
            <a:spLocks noGrp="1"/>
          </p:cNvSpPr>
          <p:nvPr>
            <p:ph type="pic" sz="quarter" idx="42" hasCustomPrompt="1"/>
          </p:nvPr>
        </p:nvSpPr>
        <p:spPr>
          <a:xfrm>
            <a:off x="5404945" y="2668625"/>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71" name="# Placeholder 4">
            <a:extLst>
              <a:ext uri="{FF2B5EF4-FFF2-40B4-BE49-F238E27FC236}">
                <a16:creationId xmlns:a16="http://schemas.microsoft.com/office/drawing/2014/main" id="{474EDC9B-B916-DD43-882E-F405ABDDF66A}"/>
              </a:ext>
            </a:extLst>
          </p:cNvPr>
          <p:cNvSpPr>
            <a:spLocks noGrp="1" noChangeAspect="1"/>
          </p:cNvSpPr>
          <p:nvPr>
            <p:ph type="body" sz="quarter" idx="43" hasCustomPrompt="1"/>
          </p:nvPr>
        </p:nvSpPr>
        <p:spPr>
          <a:xfrm>
            <a:off x="5442664" y="4221350"/>
            <a:ext cx="411480" cy="411659"/>
          </a:xfrm>
          <a:prstGeom prst="ellipse">
            <a:avLst/>
          </a:prstGeom>
          <a:solidFill>
            <a:schemeClr val="accent3"/>
          </a:solidFill>
          <a:ln w="76200">
            <a:solidFill>
              <a:schemeClr val="bg1"/>
            </a:solidFill>
          </a:ln>
        </p:spPr>
        <p:txBody>
          <a:bodyPr anchor="ctr" anchorCtr="0"/>
          <a:lstStyle>
            <a:lvl1pPr algn="ctr">
              <a:defRPr sz="135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900">
                <a:solidFill>
                  <a:schemeClr val="bg1"/>
                </a:solidFill>
              </a:defRPr>
            </a:lvl2pPr>
            <a:lvl3pPr>
              <a:defRPr sz="900">
                <a:solidFill>
                  <a:schemeClr val="bg1"/>
                </a:solidFill>
              </a:defRPr>
            </a:lvl3pPr>
            <a:lvl4pPr>
              <a:defRPr sz="900">
                <a:solidFill>
                  <a:schemeClr val="bg1"/>
                </a:solidFill>
              </a:defRPr>
            </a:lvl4pPr>
            <a:lvl5pPr>
              <a:defRPr sz="900">
                <a:solidFill>
                  <a:schemeClr val="bg1"/>
                </a:solidFill>
              </a:defRPr>
            </a:lvl5pPr>
          </a:lstStyle>
          <a:p>
            <a:pPr lvl="0"/>
            <a:r>
              <a:rPr lang="en-US"/>
              <a:t>00</a:t>
            </a:r>
          </a:p>
        </p:txBody>
      </p:sp>
      <p:sp>
        <p:nvSpPr>
          <p:cNvPr id="66" name="Text Placeholder 5">
            <a:extLst>
              <a:ext uri="{FF2B5EF4-FFF2-40B4-BE49-F238E27FC236}">
                <a16:creationId xmlns:a16="http://schemas.microsoft.com/office/drawing/2014/main" id="{91AB8390-CEAC-1F44-A27B-CDCF2E403068}"/>
              </a:ext>
            </a:extLst>
          </p:cNvPr>
          <p:cNvSpPr>
            <a:spLocks noGrp="1"/>
          </p:cNvSpPr>
          <p:nvPr>
            <p:ph type="body" sz="quarter" idx="38" hasCustomPrompt="1"/>
          </p:nvPr>
        </p:nvSpPr>
        <p:spPr>
          <a:xfrm>
            <a:off x="5710189" y="1383924"/>
            <a:ext cx="2057400" cy="1988820"/>
          </a:xfrm>
          <a:custGeom>
            <a:avLst/>
            <a:gdLst>
              <a:gd name="connsiteX0" fmla="*/ 1266493 w 2830600"/>
              <a:gd name="connsiteY0" fmla="*/ 0 h 2408036"/>
              <a:gd name="connsiteX1" fmla="*/ 1283758 w 2830600"/>
              <a:gd name="connsiteY1" fmla="*/ 14251 h 2408036"/>
              <a:gd name="connsiteX2" fmla="*/ 1437133 w 2830600"/>
              <a:gd name="connsiteY2" fmla="*/ 61121 h 2408036"/>
              <a:gd name="connsiteX3" fmla="*/ 1543911 w 2830600"/>
              <a:gd name="connsiteY3" fmla="*/ 39554 h 2408036"/>
              <a:gd name="connsiteX4" fmla="*/ 1583947 w 2830600"/>
              <a:gd name="connsiteY4" fmla="*/ 17814 h 2408036"/>
              <a:gd name="connsiteX5" fmla="*/ 2830600 w 2830600"/>
              <a:gd name="connsiteY5" fmla="*/ 1137209 h 2408036"/>
              <a:gd name="connsiteX6" fmla="*/ 1415300 w 2830600"/>
              <a:gd name="connsiteY6" fmla="*/ 2408036 h 2408036"/>
              <a:gd name="connsiteX7" fmla="*/ 0 w 2830600"/>
              <a:gd name="connsiteY7" fmla="*/ 1137209 h 240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0600" h="2408036">
                <a:moveTo>
                  <a:pt x="1266493" y="0"/>
                </a:moveTo>
                <a:lnTo>
                  <a:pt x="1283758" y="14251"/>
                </a:lnTo>
                <a:cubicBezTo>
                  <a:pt x="1327540" y="43842"/>
                  <a:pt x="1380320" y="61121"/>
                  <a:pt x="1437133" y="61121"/>
                </a:cubicBezTo>
                <a:cubicBezTo>
                  <a:pt x="1475009" y="61121"/>
                  <a:pt x="1511092" y="53442"/>
                  <a:pt x="1543911" y="39554"/>
                </a:cubicBezTo>
                <a:lnTo>
                  <a:pt x="1583947" y="17814"/>
                </a:lnTo>
                <a:lnTo>
                  <a:pt x="2830600" y="1137209"/>
                </a:lnTo>
                <a:lnTo>
                  <a:pt x="1415300" y="2408036"/>
                </a:lnTo>
                <a:lnTo>
                  <a:pt x="0" y="1137209"/>
                </a:lnTo>
                <a:close/>
              </a:path>
            </a:pathLst>
          </a:custGeom>
          <a:solidFill>
            <a:schemeClr val="bg2"/>
          </a:solidFill>
        </p:spPr>
        <p:txBody>
          <a:bodyPr wrap="square" lIns="365760" tIns="1188720" rIns="365760" bIns="274320">
            <a:noAutofit/>
          </a:bodyPr>
          <a:lstStyle>
            <a:lvl1pPr algn="ctr">
              <a:spcAft>
                <a:spcPts val="225"/>
              </a:spcAft>
              <a:defRPr sz="900">
                <a:solidFill>
                  <a:schemeClr val="bg1"/>
                </a:solidFill>
                <a:latin typeface="+mj-lt"/>
              </a:defRPr>
            </a:lvl1pPr>
            <a:lvl2pPr algn="ctr">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050">
                <a:solidFill>
                  <a:schemeClr val="bg1"/>
                </a:solidFill>
              </a:defRPr>
            </a:lvl3pPr>
            <a:lvl4pPr algn="ctr">
              <a:defRPr sz="1050">
                <a:solidFill>
                  <a:schemeClr val="bg1"/>
                </a:solidFill>
              </a:defRPr>
            </a:lvl4pPr>
            <a:lvl5pPr algn="ctr">
              <a:defRPr sz="1050">
                <a:solidFill>
                  <a:schemeClr val="bg1"/>
                </a:solidFill>
              </a:defRPr>
            </a:lvl5pPr>
          </a:lstStyle>
          <a:p>
            <a:pPr lvl="0"/>
            <a:r>
              <a:rPr lang="en-US"/>
              <a:t>Lorem ipsum dolor</a:t>
            </a:r>
          </a:p>
          <a:p>
            <a:pPr lvl="1"/>
            <a:r>
              <a:rPr lang="en-US"/>
              <a:t>Second level</a:t>
            </a:r>
          </a:p>
        </p:txBody>
      </p:sp>
      <p:sp>
        <p:nvSpPr>
          <p:cNvPr id="67" name="Icon Placeholder 5">
            <a:extLst>
              <a:ext uri="{FF2B5EF4-FFF2-40B4-BE49-F238E27FC236}">
                <a16:creationId xmlns:a16="http://schemas.microsoft.com/office/drawing/2014/main" id="{2B9D1825-4280-3044-AB17-0D3778224393}"/>
              </a:ext>
            </a:extLst>
          </p:cNvPr>
          <p:cNvSpPr>
            <a:spLocks noGrp="1"/>
          </p:cNvSpPr>
          <p:nvPr>
            <p:ph type="pic" sz="quarter" idx="39" hasCustomPrompt="1"/>
          </p:nvPr>
        </p:nvSpPr>
        <p:spPr>
          <a:xfrm>
            <a:off x="6495430" y="1690702"/>
            <a:ext cx="486918" cy="486918"/>
          </a:xfrm>
        </p:spPr>
        <p:txBody>
          <a:bodyPr tIns="0" anchor="ctr" anchorCtr="0"/>
          <a:lstStyle>
            <a:lvl1pPr algn="ctr">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68" name="# Placeholder 5">
            <a:extLst>
              <a:ext uri="{FF2B5EF4-FFF2-40B4-BE49-F238E27FC236}">
                <a16:creationId xmlns:a16="http://schemas.microsoft.com/office/drawing/2014/main" id="{00ED52FE-CFB3-EC40-AD8C-37A382B2A669}"/>
              </a:ext>
            </a:extLst>
          </p:cNvPr>
          <p:cNvSpPr>
            <a:spLocks noGrp="1" noChangeAspect="1"/>
          </p:cNvSpPr>
          <p:nvPr>
            <p:ph type="body" sz="quarter" idx="40" hasCustomPrompt="1"/>
          </p:nvPr>
        </p:nvSpPr>
        <p:spPr>
          <a:xfrm>
            <a:off x="6533149" y="1143362"/>
            <a:ext cx="411480" cy="411659"/>
          </a:xfrm>
          <a:prstGeom prst="ellipse">
            <a:avLst/>
          </a:prstGeom>
          <a:solidFill>
            <a:schemeClr val="bg2"/>
          </a:solidFill>
          <a:ln w="76200">
            <a:solidFill>
              <a:schemeClr val="bg1"/>
            </a:solidFill>
          </a:ln>
        </p:spPr>
        <p:txBody>
          <a:bodyPr anchor="ctr" anchorCtr="0"/>
          <a:lstStyle>
            <a:lvl1pPr algn="ctr">
              <a:defRPr sz="135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900">
                <a:solidFill>
                  <a:schemeClr val="bg1"/>
                </a:solidFill>
              </a:defRPr>
            </a:lvl2pPr>
            <a:lvl3pPr>
              <a:defRPr sz="900">
                <a:solidFill>
                  <a:schemeClr val="bg1"/>
                </a:solidFill>
              </a:defRPr>
            </a:lvl3pPr>
            <a:lvl4pPr>
              <a:defRPr sz="900">
                <a:solidFill>
                  <a:schemeClr val="bg1"/>
                </a:solidFill>
              </a:defRPr>
            </a:lvl4pPr>
            <a:lvl5pPr>
              <a:defRPr sz="900">
                <a:solidFill>
                  <a:schemeClr val="bg1"/>
                </a:solidFill>
              </a:defRPr>
            </a:lvl5pPr>
          </a:lstStyle>
          <a:p>
            <a:pPr lvl="0"/>
            <a:r>
              <a:rPr lang="en-US"/>
              <a:t>00</a:t>
            </a:r>
          </a:p>
        </p:txBody>
      </p:sp>
      <p:sp>
        <p:nvSpPr>
          <p:cNvPr id="3" name="Footer Placeholder 2">
            <a:extLst>
              <a:ext uri="{FF2B5EF4-FFF2-40B4-BE49-F238E27FC236}">
                <a16:creationId xmlns:a16="http://schemas.microsoft.com/office/drawing/2014/main" id="{866DD8C1-21C6-0D4A-908A-B6D2B24889AE}"/>
              </a:ext>
            </a:extLst>
          </p:cNvPr>
          <p:cNvSpPr>
            <a:spLocks noGrp="1"/>
          </p:cNvSpPr>
          <p:nvPr>
            <p:ph type="ftr" sz="quarter" idx="5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4" name="Slide Number Placeholder 3">
            <a:extLst>
              <a:ext uri="{FF2B5EF4-FFF2-40B4-BE49-F238E27FC236}">
                <a16:creationId xmlns:a16="http://schemas.microsoft.com/office/drawing/2014/main" id="{D3FFFF29-EFC1-D048-81C2-9111A69C70BD}"/>
              </a:ext>
            </a:extLst>
          </p:cNvPr>
          <p:cNvSpPr>
            <a:spLocks noGrp="1"/>
          </p:cNvSpPr>
          <p:nvPr>
            <p:ph type="sldNum" sz="quarter" idx="54"/>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147722718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5 Process Circle ">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778669" y="428626"/>
            <a:ext cx="7586663" cy="452628"/>
          </a:xfrm>
        </p:spPr>
        <p:txBody>
          <a:bodyPr/>
          <a:lstStyle>
            <a:lvl1pPr algn="ctr">
              <a:defRPr/>
            </a:lvl1pPr>
          </a:lstStyle>
          <a:p>
            <a:r>
              <a:rPr lang="en-US"/>
              <a:t>Click to edit Master title style</a:t>
            </a:r>
          </a:p>
        </p:txBody>
      </p:sp>
      <p:sp>
        <p:nvSpPr>
          <p:cNvPr id="35" name="Circle Part 1">
            <a:extLst>
              <a:ext uri="{FF2B5EF4-FFF2-40B4-BE49-F238E27FC236}">
                <a16:creationId xmlns:a16="http://schemas.microsoft.com/office/drawing/2014/main" id="{CFA24328-1780-5545-9B5E-0D13BF9B72B9}"/>
              </a:ext>
            </a:extLst>
          </p:cNvPr>
          <p:cNvSpPr txBox="1">
            <a:spLocks/>
          </p:cNvSpPr>
          <p:nvPr userDrawn="1"/>
        </p:nvSpPr>
        <p:spPr>
          <a:xfrm rot="8626927">
            <a:off x="2797767" y="1372836"/>
            <a:ext cx="2023662" cy="1018309"/>
          </a:xfrm>
          <a:custGeom>
            <a:avLst/>
            <a:gdLst>
              <a:gd name="connsiteX0" fmla="*/ 2028379 w 2698216"/>
              <a:gd name="connsiteY0" fmla="*/ 0 h 1357745"/>
              <a:gd name="connsiteX1" fmla="*/ 2097564 w 2698216"/>
              <a:gd name="connsiteY1" fmla="*/ 641606 h 1357745"/>
              <a:gd name="connsiteX2" fmla="*/ 2698216 w 2698216"/>
              <a:gd name="connsiteY2" fmla="*/ 912087 h 1357745"/>
              <a:gd name="connsiteX3" fmla="*/ 0 w 2698216"/>
              <a:gd name="connsiteY3" fmla="*/ 927813 h 1357745"/>
              <a:gd name="connsiteX4" fmla="*/ 69185 w 2698216"/>
              <a:gd name="connsiteY4" fmla="*/ 270481 h 1357745"/>
              <a:gd name="connsiteX5" fmla="*/ 660402 w 2698216"/>
              <a:gd name="connsiteY5" fmla="*/ 6291 h 1357745"/>
              <a:gd name="connsiteX6" fmla="*/ 2028379 w 2698216"/>
              <a:gd name="connsiteY6" fmla="*/ 0 h 1357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8216" h="1357745">
                <a:moveTo>
                  <a:pt x="2028379" y="0"/>
                </a:moveTo>
                <a:cubicBezTo>
                  <a:pt x="2097564" y="641606"/>
                  <a:pt x="2097564" y="641606"/>
                  <a:pt x="2097564" y="641606"/>
                </a:cubicBezTo>
                <a:cubicBezTo>
                  <a:pt x="2434055" y="792572"/>
                  <a:pt x="2610162" y="871201"/>
                  <a:pt x="2698216" y="912087"/>
                </a:cubicBezTo>
                <a:cubicBezTo>
                  <a:pt x="1918312" y="1484501"/>
                  <a:pt x="827076" y="1522242"/>
                  <a:pt x="0" y="927813"/>
                </a:cubicBezTo>
                <a:cubicBezTo>
                  <a:pt x="9434" y="827169"/>
                  <a:pt x="31448" y="638461"/>
                  <a:pt x="69185" y="270481"/>
                </a:cubicBezTo>
                <a:cubicBezTo>
                  <a:pt x="69185" y="270481"/>
                  <a:pt x="69185" y="270481"/>
                  <a:pt x="660402" y="6291"/>
                </a:cubicBezTo>
                <a:cubicBezTo>
                  <a:pt x="1078658" y="308223"/>
                  <a:pt x="1632138" y="289352"/>
                  <a:pt x="2028379" y="0"/>
                </a:cubicBezTo>
                <a:close/>
              </a:path>
            </a:pathLst>
          </a:custGeom>
          <a:solidFill>
            <a:schemeClr val="tx2"/>
          </a:solidFill>
          <a:ln w="12700">
            <a:solidFill>
              <a:schemeClr val="bg1"/>
            </a:solidFill>
          </a:ln>
        </p:spPr>
        <p:txBody>
          <a:bodyPr vert="horz" wrap="square" lIns="205740" tIns="0" rIns="617220" bIns="0" rtlCol="0" anchor="ctr" anchorCtr="0">
            <a:noAutofit/>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00">
                <a:solidFill>
                  <a:schemeClr val="tx2"/>
                </a:solidFill>
              </a:rPr>
              <a:t>Click to edit Master text styles</a:t>
            </a:r>
          </a:p>
        </p:txBody>
      </p:sp>
      <p:sp>
        <p:nvSpPr>
          <p:cNvPr id="47" name="Circle Title 1">
            <a:extLst>
              <a:ext uri="{FF2B5EF4-FFF2-40B4-BE49-F238E27FC236}">
                <a16:creationId xmlns:a16="http://schemas.microsoft.com/office/drawing/2014/main" id="{73791BBA-CCF5-3041-BF43-3050FFFDB5A7}"/>
              </a:ext>
            </a:extLst>
          </p:cNvPr>
          <p:cNvSpPr>
            <a:spLocks noGrp="1"/>
          </p:cNvSpPr>
          <p:nvPr>
            <p:ph type="body" sz="quarter" idx="40" hasCustomPrompt="1"/>
          </p:nvPr>
        </p:nvSpPr>
        <p:spPr>
          <a:xfrm>
            <a:off x="3232367" y="1698882"/>
            <a:ext cx="1066905" cy="320857"/>
          </a:xfrm>
          <a:prstGeom prst="rect">
            <a:avLst/>
          </a:prstGeom>
          <a:noFill/>
          <a:ln w="9525">
            <a:noFill/>
          </a:ln>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First line</a:t>
            </a:r>
          </a:p>
          <a:p>
            <a:pPr lvl="1"/>
            <a:r>
              <a:rPr lang="en-US"/>
              <a:t>Second line</a:t>
            </a:r>
          </a:p>
        </p:txBody>
      </p:sp>
      <p:sp>
        <p:nvSpPr>
          <p:cNvPr id="38" name="Text Placeholder 1">
            <a:extLst>
              <a:ext uri="{FF2B5EF4-FFF2-40B4-BE49-F238E27FC236}">
                <a16:creationId xmlns:a16="http://schemas.microsoft.com/office/drawing/2014/main" id="{D25435EA-4C6C-AD4D-806C-6C50CC50CA01}"/>
              </a:ext>
            </a:extLst>
          </p:cNvPr>
          <p:cNvSpPr>
            <a:spLocks noGrp="1"/>
          </p:cNvSpPr>
          <p:nvPr>
            <p:ph type="body" sz="quarter" idx="26" hasCustomPrompt="1"/>
          </p:nvPr>
        </p:nvSpPr>
        <p:spPr>
          <a:xfrm>
            <a:off x="428625" y="1543050"/>
            <a:ext cx="2657475" cy="301752"/>
          </a:xfrm>
        </p:spPr>
        <p:txBody>
          <a:bodyPr>
            <a:noAutofit/>
          </a:bodyPr>
          <a:lstStyle>
            <a:lvl1pPr>
              <a:defRPr lang="en-US" sz="750" b="0" i="0" kern="1200" dirty="0" smtClean="0">
                <a:solidFill>
                  <a:schemeClr val="tx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defRPr lang="en-US" sz="75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stStyle>
          <a:p>
            <a:pPr marL="0" lvl="0" indent="0" algn="l" defTabSz="685800" rtl="0" eaLnBrk="1" latinLnBrk="0" hangingPunct="1">
              <a:lnSpc>
                <a:spcPct val="130000"/>
              </a:lnSpc>
              <a:spcBef>
                <a:spcPts val="0"/>
              </a:spcBef>
              <a:spcAft>
                <a:spcPts val="0"/>
              </a:spcAft>
              <a:buFont typeface="Arial" panose="020B0604020202020204" pitchFamily="34" charset="0"/>
              <a:buNone/>
              <a:tabLst/>
            </a:pPr>
            <a:r>
              <a:rPr lang="en-US"/>
              <a:t>First line</a:t>
            </a:r>
          </a:p>
          <a:p>
            <a:pPr marL="0" lvl="1" indent="0" algn="l" defTabSz="685800" rtl="0" eaLnBrk="1" latinLnBrk="0" hangingPunct="1">
              <a:lnSpc>
                <a:spcPct val="130000"/>
              </a:lnSpc>
              <a:spcBef>
                <a:spcPts val="0"/>
              </a:spcBef>
              <a:spcAft>
                <a:spcPts val="0"/>
              </a:spcAft>
              <a:buFont typeface="Arial" panose="020B0604020202020204" pitchFamily="34" charset="0"/>
              <a:buNone/>
            </a:pPr>
            <a:r>
              <a:rPr lang="en-US"/>
              <a:t>Second line</a:t>
            </a:r>
          </a:p>
        </p:txBody>
      </p:sp>
      <p:sp>
        <p:nvSpPr>
          <p:cNvPr id="37" name="Line 1">
            <a:extLst>
              <a:ext uri="{FF2B5EF4-FFF2-40B4-BE49-F238E27FC236}">
                <a16:creationId xmlns:a16="http://schemas.microsoft.com/office/drawing/2014/main" id="{CFA8F06B-2955-0943-8450-F482D201F732}"/>
              </a:ext>
            </a:extLst>
          </p:cNvPr>
          <p:cNvSpPr>
            <a:spLocks noGrp="1"/>
          </p:cNvSpPr>
          <p:nvPr>
            <p:ph type="body" sz="quarter" idx="22"/>
          </p:nvPr>
        </p:nvSpPr>
        <p:spPr>
          <a:xfrm>
            <a:off x="434002" y="1898117"/>
            <a:ext cx="2743200" cy="6858"/>
          </a:xfrm>
          <a:solidFill>
            <a:schemeClr val="tx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4"/>
            <a:endParaRPr lang="en-US"/>
          </a:p>
        </p:txBody>
      </p:sp>
      <p:sp>
        <p:nvSpPr>
          <p:cNvPr id="34" name="Circle Part 2">
            <a:extLst>
              <a:ext uri="{FF2B5EF4-FFF2-40B4-BE49-F238E27FC236}">
                <a16:creationId xmlns:a16="http://schemas.microsoft.com/office/drawing/2014/main" id="{3DDDFD96-6BB1-FD4A-BDCA-D9149D835AC3}"/>
              </a:ext>
            </a:extLst>
          </p:cNvPr>
          <p:cNvSpPr txBox="1">
            <a:spLocks/>
          </p:cNvSpPr>
          <p:nvPr userDrawn="1"/>
        </p:nvSpPr>
        <p:spPr>
          <a:xfrm rot="12957541">
            <a:off x="4223578" y="1360673"/>
            <a:ext cx="2023662" cy="1018309"/>
          </a:xfrm>
          <a:custGeom>
            <a:avLst/>
            <a:gdLst>
              <a:gd name="connsiteX0" fmla="*/ 2028379 w 2698216"/>
              <a:gd name="connsiteY0" fmla="*/ 0 h 1357745"/>
              <a:gd name="connsiteX1" fmla="*/ 2097564 w 2698216"/>
              <a:gd name="connsiteY1" fmla="*/ 641606 h 1357745"/>
              <a:gd name="connsiteX2" fmla="*/ 2698216 w 2698216"/>
              <a:gd name="connsiteY2" fmla="*/ 912087 h 1357745"/>
              <a:gd name="connsiteX3" fmla="*/ 0 w 2698216"/>
              <a:gd name="connsiteY3" fmla="*/ 927813 h 1357745"/>
              <a:gd name="connsiteX4" fmla="*/ 69185 w 2698216"/>
              <a:gd name="connsiteY4" fmla="*/ 270481 h 1357745"/>
              <a:gd name="connsiteX5" fmla="*/ 660402 w 2698216"/>
              <a:gd name="connsiteY5" fmla="*/ 6291 h 1357745"/>
              <a:gd name="connsiteX6" fmla="*/ 2028379 w 2698216"/>
              <a:gd name="connsiteY6" fmla="*/ 0 h 1357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8216" h="1357745">
                <a:moveTo>
                  <a:pt x="2028379" y="0"/>
                </a:moveTo>
                <a:cubicBezTo>
                  <a:pt x="2097564" y="641606"/>
                  <a:pt x="2097564" y="641606"/>
                  <a:pt x="2097564" y="641606"/>
                </a:cubicBezTo>
                <a:cubicBezTo>
                  <a:pt x="2434055" y="792572"/>
                  <a:pt x="2610162" y="871201"/>
                  <a:pt x="2698216" y="912087"/>
                </a:cubicBezTo>
                <a:cubicBezTo>
                  <a:pt x="1918312" y="1484501"/>
                  <a:pt x="827076" y="1522242"/>
                  <a:pt x="0" y="927813"/>
                </a:cubicBezTo>
                <a:cubicBezTo>
                  <a:pt x="9434" y="827169"/>
                  <a:pt x="31448" y="638461"/>
                  <a:pt x="69185" y="270481"/>
                </a:cubicBezTo>
                <a:cubicBezTo>
                  <a:pt x="69185" y="270481"/>
                  <a:pt x="69185" y="270481"/>
                  <a:pt x="660402" y="6291"/>
                </a:cubicBezTo>
                <a:cubicBezTo>
                  <a:pt x="1078658" y="308223"/>
                  <a:pt x="1632138" y="289352"/>
                  <a:pt x="2028379" y="0"/>
                </a:cubicBezTo>
                <a:close/>
              </a:path>
            </a:pathLst>
          </a:custGeom>
          <a:solidFill>
            <a:schemeClr val="accent1"/>
          </a:solidFill>
          <a:ln w="12700">
            <a:solidFill>
              <a:schemeClr val="bg1"/>
            </a:solidFill>
          </a:ln>
        </p:spPr>
        <p:txBody>
          <a:bodyPr vert="horz" wrap="square" lIns="205740" tIns="0" rIns="617220" bIns="0" rtlCol="0" anchor="ctr" anchorCtr="0">
            <a:noAutofit/>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00">
                <a:solidFill>
                  <a:schemeClr val="accent1"/>
                </a:solidFill>
              </a:rPr>
              <a:t>Click to edit Master text styles</a:t>
            </a:r>
          </a:p>
        </p:txBody>
      </p:sp>
      <p:sp>
        <p:nvSpPr>
          <p:cNvPr id="48" name="Circle Title 2">
            <a:extLst>
              <a:ext uri="{FF2B5EF4-FFF2-40B4-BE49-F238E27FC236}">
                <a16:creationId xmlns:a16="http://schemas.microsoft.com/office/drawing/2014/main" id="{30AF0792-47E4-A74A-A751-70CC865AD9D3}"/>
              </a:ext>
            </a:extLst>
          </p:cNvPr>
          <p:cNvSpPr>
            <a:spLocks noGrp="1"/>
          </p:cNvSpPr>
          <p:nvPr>
            <p:ph type="body" sz="quarter" idx="41" hasCustomPrompt="1"/>
          </p:nvPr>
        </p:nvSpPr>
        <p:spPr>
          <a:xfrm>
            <a:off x="4841968" y="1698882"/>
            <a:ext cx="1040114" cy="320857"/>
          </a:xfrm>
          <a:prstGeom prst="rect">
            <a:avLst/>
          </a:prstGeom>
          <a:noFill/>
          <a:ln w="9525">
            <a:noFill/>
          </a:ln>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First line</a:t>
            </a:r>
          </a:p>
          <a:p>
            <a:pPr lvl="1"/>
            <a:r>
              <a:rPr lang="en-US"/>
              <a:t>Second line</a:t>
            </a:r>
          </a:p>
        </p:txBody>
      </p:sp>
      <p:sp>
        <p:nvSpPr>
          <p:cNvPr id="43" name="Line 2">
            <a:extLst>
              <a:ext uri="{FF2B5EF4-FFF2-40B4-BE49-F238E27FC236}">
                <a16:creationId xmlns:a16="http://schemas.microsoft.com/office/drawing/2014/main" id="{81098EE4-5C15-8A4C-9D7A-2DE2C659ABCB}"/>
              </a:ext>
            </a:extLst>
          </p:cNvPr>
          <p:cNvSpPr>
            <a:spLocks noGrp="1"/>
          </p:cNvSpPr>
          <p:nvPr>
            <p:ph type="body" sz="quarter" idx="31"/>
          </p:nvPr>
        </p:nvSpPr>
        <p:spPr>
          <a:xfrm>
            <a:off x="5958073" y="2047904"/>
            <a:ext cx="2743200" cy="6858"/>
          </a:xfrm>
          <a:solidFill>
            <a:schemeClr val="accent1"/>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accent1"/>
                </a:solidFill>
              </a:defRPr>
            </a:lvl5pPr>
          </a:lstStyle>
          <a:p>
            <a:pPr lvl="4"/>
            <a:endParaRPr lang="en-US"/>
          </a:p>
        </p:txBody>
      </p:sp>
      <p:sp>
        <p:nvSpPr>
          <p:cNvPr id="44" name="Text Placeholder 2">
            <a:extLst>
              <a:ext uri="{FF2B5EF4-FFF2-40B4-BE49-F238E27FC236}">
                <a16:creationId xmlns:a16="http://schemas.microsoft.com/office/drawing/2014/main" id="{212E3BB5-0428-054F-B3AD-AE49BF6BE91E}"/>
              </a:ext>
            </a:extLst>
          </p:cNvPr>
          <p:cNvSpPr>
            <a:spLocks noGrp="1"/>
          </p:cNvSpPr>
          <p:nvPr>
            <p:ph type="body" sz="quarter" idx="32" hasCustomPrompt="1"/>
          </p:nvPr>
        </p:nvSpPr>
        <p:spPr>
          <a:xfrm>
            <a:off x="6191250" y="1693926"/>
            <a:ext cx="2510023" cy="301752"/>
          </a:xfrm>
        </p:spPr>
        <p:txBody>
          <a:bodyPr>
            <a:noAutofit/>
          </a:bodyPr>
          <a:lstStyle>
            <a:lvl1pPr algn="r">
              <a:defRPr lang="en-US" sz="750" b="0" i="0" kern="1200" dirty="0" smtClean="0">
                <a:solidFill>
                  <a:schemeClr val="tx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lgn="r">
              <a:defRPr lang="en-US" sz="75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stStyle>
          <a:p>
            <a:pPr marL="0" lvl="0" indent="0" algn="l" defTabSz="685800" rtl="0" eaLnBrk="1" latinLnBrk="0" hangingPunct="1">
              <a:lnSpc>
                <a:spcPct val="130000"/>
              </a:lnSpc>
              <a:spcBef>
                <a:spcPts val="0"/>
              </a:spcBef>
              <a:spcAft>
                <a:spcPts val="0"/>
              </a:spcAft>
              <a:buFont typeface="Arial" panose="020B0604020202020204" pitchFamily="34" charset="0"/>
              <a:buNone/>
              <a:tabLst/>
            </a:pPr>
            <a:r>
              <a:rPr lang="en-US"/>
              <a:t>First line</a:t>
            </a:r>
          </a:p>
          <a:p>
            <a:pPr marL="0" lvl="1" indent="0" algn="l" defTabSz="685800" rtl="0" eaLnBrk="1" latinLnBrk="0" hangingPunct="1">
              <a:lnSpc>
                <a:spcPct val="130000"/>
              </a:lnSpc>
              <a:spcBef>
                <a:spcPts val="0"/>
              </a:spcBef>
              <a:spcAft>
                <a:spcPts val="0"/>
              </a:spcAft>
              <a:buFont typeface="Arial" panose="020B0604020202020204" pitchFamily="34" charset="0"/>
              <a:buNone/>
            </a:pPr>
            <a:r>
              <a:rPr lang="en-US"/>
              <a:t>Second line</a:t>
            </a:r>
          </a:p>
        </p:txBody>
      </p:sp>
      <p:sp>
        <p:nvSpPr>
          <p:cNvPr id="33" name="Circle Part 3">
            <a:extLst>
              <a:ext uri="{FF2B5EF4-FFF2-40B4-BE49-F238E27FC236}">
                <a16:creationId xmlns:a16="http://schemas.microsoft.com/office/drawing/2014/main" id="{0B75F43B-D2FE-4E40-A290-7218318DE47C}"/>
              </a:ext>
            </a:extLst>
          </p:cNvPr>
          <p:cNvSpPr txBox="1">
            <a:spLocks/>
          </p:cNvSpPr>
          <p:nvPr userDrawn="1"/>
        </p:nvSpPr>
        <p:spPr>
          <a:xfrm rot="17275801">
            <a:off x="4676738" y="2714414"/>
            <a:ext cx="2023662" cy="1018309"/>
          </a:xfrm>
          <a:custGeom>
            <a:avLst/>
            <a:gdLst>
              <a:gd name="connsiteX0" fmla="*/ 2028379 w 2698216"/>
              <a:gd name="connsiteY0" fmla="*/ 0 h 1357745"/>
              <a:gd name="connsiteX1" fmla="*/ 2097564 w 2698216"/>
              <a:gd name="connsiteY1" fmla="*/ 641606 h 1357745"/>
              <a:gd name="connsiteX2" fmla="*/ 2698216 w 2698216"/>
              <a:gd name="connsiteY2" fmla="*/ 912087 h 1357745"/>
              <a:gd name="connsiteX3" fmla="*/ 0 w 2698216"/>
              <a:gd name="connsiteY3" fmla="*/ 927813 h 1357745"/>
              <a:gd name="connsiteX4" fmla="*/ 69185 w 2698216"/>
              <a:gd name="connsiteY4" fmla="*/ 270481 h 1357745"/>
              <a:gd name="connsiteX5" fmla="*/ 660402 w 2698216"/>
              <a:gd name="connsiteY5" fmla="*/ 6291 h 1357745"/>
              <a:gd name="connsiteX6" fmla="*/ 2028379 w 2698216"/>
              <a:gd name="connsiteY6" fmla="*/ 0 h 1357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8216" h="1357745">
                <a:moveTo>
                  <a:pt x="2028379" y="0"/>
                </a:moveTo>
                <a:cubicBezTo>
                  <a:pt x="2097564" y="641606"/>
                  <a:pt x="2097564" y="641606"/>
                  <a:pt x="2097564" y="641606"/>
                </a:cubicBezTo>
                <a:cubicBezTo>
                  <a:pt x="2434055" y="792572"/>
                  <a:pt x="2610162" y="871201"/>
                  <a:pt x="2698216" y="912087"/>
                </a:cubicBezTo>
                <a:cubicBezTo>
                  <a:pt x="1918312" y="1484501"/>
                  <a:pt x="827076" y="1522242"/>
                  <a:pt x="0" y="927813"/>
                </a:cubicBezTo>
                <a:cubicBezTo>
                  <a:pt x="9434" y="827169"/>
                  <a:pt x="31448" y="638461"/>
                  <a:pt x="69185" y="270481"/>
                </a:cubicBezTo>
                <a:cubicBezTo>
                  <a:pt x="69185" y="270481"/>
                  <a:pt x="69185" y="270481"/>
                  <a:pt x="660402" y="6291"/>
                </a:cubicBezTo>
                <a:cubicBezTo>
                  <a:pt x="1078658" y="308223"/>
                  <a:pt x="1632138" y="289352"/>
                  <a:pt x="2028379" y="0"/>
                </a:cubicBezTo>
                <a:close/>
              </a:path>
            </a:pathLst>
          </a:custGeom>
          <a:solidFill>
            <a:schemeClr val="accent2"/>
          </a:solidFill>
          <a:ln w="12700">
            <a:solidFill>
              <a:schemeClr val="bg1"/>
            </a:solidFill>
          </a:ln>
        </p:spPr>
        <p:txBody>
          <a:bodyPr vert="horz" wrap="square" lIns="205740" tIns="0" rIns="617220" bIns="0" rtlCol="0" anchor="ctr" anchorCtr="0">
            <a:noAutofit/>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00">
                <a:solidFill>
                  <a:schemeClr val="accent2"/>
                </a:solidFill>
              </a:rPr>
              <a:t>Click to edit Master text styles</a:t>
            </a:r>
          </a:p>
        </p:txBody>
      </p:sp>
      <p:sp>
        <p:nvSpPr>
          <p:cNvPr id="49" name="Circle Title 3">
            <a:extLst>
              <a:ext uri="{FF2B5EF4-FFF2-40B4-BE49-F238E27FC236}">
                <a16:creationId xmlns:a16="http://schemas.microsoft.com/office/drawing/2014/main" id="{2F7E1014-294A-C549-BD11-4EB4D222F261}"/>
              </a:ext>
            </a:extLst>
          </p:cNvPr>
          <p:cNvSpPr>
            <a:spLocks noGrp="1"/>
          </p:cNvSpPr>
          <p:nvPr>
            <p:ph type="body" sz="quarter" idx="42" hasCustomPrompt="1"/>
          </p:nvPr>
        </p:nvSpPr>
        <p:spPr>
          <a:xfrm>
            <a:off x="5283405" y="3223170"/>
            <a:ext cx="843595" cy="320857"/>
          </a:xfrm>
          <a:prstGeom prst="rect">
            <a:avLst/>
          </a:prstGeom>
          <a:noFill/>
          <a:ln w="9525">
            <a:noFill/>
          </a:ln>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First line</a:t>
            </a:r>
          </a:p>
          <a:p>
            <a:pPr lvl="1"/>
            <a:r>
              <a:rPr lang="en-US"/>
              <a:t>Second line</a:t>
            </a:r>
          </a:p>
        </p:txBody>
      </p:sp>
      <p:sp>
        <p:nvSpPr>
          <p:cNvPr id="45" name="Line 3">
            <a:extLst>
              <a:ext uri="{FF2B5EF4-FFF2-40B4-BE49-F238E27FC236}">
                <a16:creationId xmlns:a16="http://schemas.microsoft.com/office/drawing/2014/main" id="{FC826B92-4FAB-6649-B066-FC7AA4D30C17}"/>
              </a:ext>
            </a:extLst>
          </p:cNvPr>
          <p:cNvSpPr>
            <a:spLocks noGrp="1"/>
          </p:cNvSpPr>
          <p:nvPr>
            <p:ph type="body" sz="quarter" idx="33"/>
          </p:nvPr>
        </p:nvSpPr>
        <p:spPr>
          <a:xfrm>
            <a:off x="5958073" y="3607688"/>
            <a:ext cx="2743200" cy="6858"/>
          </a:xfrm>
          <a:solidFill>
            <a:schemeClr val="accent3"/>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accent2"/>
                </a:solidFill>
              </a:defRPr>
            </a:lvl5pPr>
          </a:lstStyle>
          <a:p>
            <a:pPr lvl="4"/>
            <a:endParaRPr lang="en-US"/>
          </a:p>
        </p:txBody>
      </p:sp>
      <p:sp>
        <p:nvSpPr>
          <p:cNvPr id="46" name="Text Placeholder 3">
            <a:extLst>
              <a:ext uri="{FF2B5EF4-FFF2-40B4-BE49-F238E27FC236}">
                <a16:creationId xmlns:a16="http://schemas.microsoft.com/office/drawing/2014/main" id="{71DA99D0-8E52-B541-AEAF-AA7DD9B438E6}"/>
              </a:ext>
            </a:extLst>
          </p:cNvPr>
          <p:cNvSpPr>
            <a:spLocks noGrp="1"/>
          </p:cNvSpPr>
          <p:nvPr>
            <p:ph type="body" sz="quarter" idx="34" hasCustomPrompt="1"/>
          </p:nvPr>
        </p:nvSpPr>
        <p:spPr>
          <a:xfrm>
            <a:off x="6353401" y="3253710"/>
            <a:ext cx="2347871" cy="301752"/>
          </a:xfrm>
        </p:spPr>
        <p:txBody>
          <a:bodyPr>
            <a:noAutofit/>
          </a:bodyPr>
          <a:lstStyle>
            <a:lvl1pPr algn="r">
              <a:defRPr lang="en-US" sz="750" b="0" i="0" kern="1200" dirty="0" smtClean="0">
                <a:solidFill>
                  <a:schemeClr val="tx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lgn="r">
              <a:defRPr lang="en-US" sz="75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stStyle>
          <a:p>
            <a:pPr marL="0" lvl="0" indent="0" algn="l" defTabSz="685800" rtl="0" eaLnBrk="1" latinLnBrk="0" hangingPunct="1">
              <a:lnSpc>
                <a:spcPct val="130000"/>
              </a:lnSpc>
              <a:spcBef>
                <a:spcPts val="0"/>
              </a:spcBef>
              <a:spcAft>
                <a:spcPts val="0"/>
              </a:spcAft>
              <a:buFont typeface="Arial" panose="020B0604020202020204" pitchFamily="34" charset="0"/>
              <a:buNone/>
              <a:tabLst/>
            </a:pPr>
            <a:r>
              <a:rPr lang="en-US"/>
              <a:t>First line</a:t>
            </a:r>
          </a:p>
          <a:p>
            <a:pPr marL="0" lvl="1" indent="0" algn="l" defTabSz="685800" rtl="0" eaLnBrk="1" latinLnBrk="0" hangingPunct="1">
              <a:lnSpc>
                <a:spcPct val="130000"/>
              </a:lnSpc>
              <a:spcBef>
                <a:spcPts val="0"/>
              </a:spcBef>
              <a:spcAft>
                <a:spcPts val="0"/>
              </a:spcAft>
              <a:buFont typeface="Arial" panose="020B0604020202020204" pitchFamily="34" charset="0"/>
              <a:buNone/>
            </a:pPr>
            <a:r>
              <a:rPr lang="en-US"/>
              <a:t>Second line</a:t>
            </a:r>
          </a:p>
        </p:txBody>
      </p:sp>
      <p:sp>
        <p:nvSpPr>
          <p:cNvPr id="32" name="Circle Part 4">
            <a:extLst>
              <a:ext uri="{FF2B5EF4-FFF2-40B4-BE49-F238E27FC236}">
                <a16:creationId xmlns:a16="http://schemas.microsoft.com/office/drawing/2014/main" id="{2EB09E7E-9617-EC44-AC79-BD7C07BF0B15}"/>
              </a:ext>
            </a:extLst>
          </p:cNvPr>
          <p:cNvSpPr txBox="1">
            <a:spLocks/>
          </p:cNvSpPr>
          <p:nvPr/>
        </p:nvSpPr>
        <p:spPr>
          <a:xfrm>
            <a:off x="3531128" y="3558530"/>
            <a:ext cx="2023662" cy="1018309"/>
          </a:xfrm>
          <a:custGeom>
            <a:avLst/>
            <a:gdLst>
              <a:gd name="connsiteX0" fmla="*/ 2028379 w 2698216"/>
              <a:gd name="connsiteY0" fmla="*/ 0 h 1357745"/>
              <a:gd name="connsiteX1" fmla="*/ 2097564 w 2698216"/>
              <a:gd name="connsiteY1" fmla="*/ 641606 h 1357745"/>
              <a:gd name="connsiteX2" fmla="*/ 2698216 w 2698216"/>
              <a:gd name="connsiteY2" fmla="*/ 912087 h 1357745"/>
              <a:gd name="connsiteX3" fmla="*/ 0 w 2698216"/>
              <a:gd name="connsiteY3" fmla="*/ 927813 h 1357745"/>
              <a:gd name="connsiteX4" fmla="*/ 69185 w 2698216"/>
              <a:gd name="connsiteY4" fmla="*/ 270481 h 1357745"/>
              <a:gd name="connsiteX5" fmla="*/ 660402 w 2698216"/>
              <a:gd name="connsiteY5" fmla="*/ 6291 h 1357745"/>
              <a:gd name="connsiteX6" fmla="*/ 2028379 w 2698216"/>
              <a:gd name="connsiteY6" fmla="*/ 0 h 1357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8216" h="1357745">
                <a:moveTo>
                  <a:pt x="2028379" y="0"/>
                </a:moveTo>
                <a:cubicBezTo>
                  <a:pt x="2097564" y="641606"/>
                  <a:pt x="2097564" y="641606"/>
                  <a:pt x="2097564" y="641606"/>
                </a:cubicBezTo>
                <a:cubicBezTo>
                  <a:pt x="2434055" y="792572"/>
                  <a:pt x="2610162" y="871201"/>
                  <a:pt x="2698216" y="912087"/>
                </a:cubicBezTo>
                <a:cubicBezTo>
                  <a:pt x="1918312" y="1484501"/>
                  <a:pt x="827076" y="1522242"/>
                  <a:pt x="0" y="927813"/>
                </a:cubicBezTo>
                <a:cubicBezTo>
                  <a:pt x="9434" y="827169"/>
                  <a:pt x="31448" y="638461"/>
                  <a:pt x="69185" y="270481"/>
                </a:cubicBezTo>
                <a:cubicBezTo>
                  <a:pt x="69185" y="270481"/>
                  <a:pt x="69185" y="270481"/>
                  <a:pt x="660402" y="6291"/>
                </a:cubicBezTo>
                <a:cubicBezTo>
                  <a:pt x="1078658" y="308223"/>
                  <a:pt x="1632138" y="289352"/>
                  <a:pt x="2028379" y="0"/>
                </a:cubicBezTo>
                <a:close/>
              </a:path>
            </a:pathLst>
          </a:custGeom>
          <a:solidFill>
            <a:schemeClr val="accent3"/>
          </a:solidFill>
          <a:ln w="12700">
            <a:solidFill>
              <a:schemeClr val="bg1"/>
            </a:solidFill>
          </a:ln>
        </p:spPr>
        <p:txBody>
          <a:bodyPr vert="horz" wrap="square" lIns="205740" tIns="0" rIns="617220" bIns="0" rtlCol="0" anchor="ctr" anchorCtr="0">
            <a:noAutofit/>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00">
                <a:solidFill>
                  <a:schemeClr val="accent3"/>
                </a:solidFill>
              </a:rPr>
              <a:t>Click to edit Master text styles</a:t>
            </a:r>
          </a:p>
        </p:txBody>
      </p:sp>
      <p:sp>
        <p:nvSpPr>
          <p:cNvPr id="51" name="Circle Title 4">
            <a:extLst>
              <a:ext uri="{FF2B5EF4-FFF2-40B4-BE49-F238E27FC236}">
                <a16:creationId xmlns:a16="http://schemas.microsoft.com/office/drawing/2014/main" id="{E8358598-AEB5-1243-9520-588C6C6A5243}"/>
              </a:ext>
            </a:extLst>
          </p:cNvPr>
          <p:cNvSpPr>
            <a:spLocks noGrp="1"/>
          </p:cNvSpPr>
          <p:nvPr>
            <p:ph type="body" sz="quarter" idx="44" hasCustomPrompt="1"/>
          </p:nvPr>
        </p:nvSpPr>
        <p:spPr>
          <a:xfrm>
            <a:off x="3806275" y="3986439"/>
            <a:ext cx="1168619" cy="320857"/>
          </a:xfrm>
          <a:prstGeom prst="rect">
            <a:avLst/>
          </a:prstGeom>
          <a:noFill/>
          <a:ln w="9525">
            <a:noFill/>
          </a:ln>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First line</a:t>
            </a:r>
          </a:p>
          <a:p>
            <a:pPr lvl="1"/>
            <a:r>
              <a:rPr lang="en-US"/>
              <a:t>Second line</a:t>
            </a:r>
          </a:p>
        </p:txBody>
      </p:sp>
      <p:sp>
        <p:nvSpPr>
          <p:cNvPr id="41" name="Line 4">
            <a:extLst>
              <a:ext uri="{FF2B5EF4-FFF2-40B4-BE49-F238E27FC236}">
                <a16:creationId xmlns:a16="http://schemas.microsoft.com/office/drawing/2014/main" id="{F43AEDD9-79FC-C54E-842C-3388EBC61B09}"/>
              </a:ext>
            </a:extLst>
          </p:cNvPr>
          <p:cNvSpPr>
            <a:spLocks noGrp="1"/>
          </p:cNvSpPr>
          <p:nvPr>
            <p:ph type="body" sz="quarter" idx="29"/>
          </p:nvPr>
        </p:nvSpPr>
        <p:spPr>
          <a:xfrm>
            <a:off x="445766" y="4501934"/>
            <a:ext cx="3703320" cy="6858"/>
          </a:xfrm>
          <a:solidFill>
            <a:schemeClr val="accent3"/>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accent3"/>
                </a:solidFill>
              </a:defRPr>
            </a:lvl5pPr>
          </a:lstStyle>
          <a:p>
            <a:pPr lvl="4"/>
            <a:endParaRPr lang="en-US"/>
          </a:p>
        </p:txBody>
      </p:sp>
      <p:sp>
        <p:nvSpPr>
          <p:cNvPr id="42" name="Text Placeholder 4">
            <a:extLst>
              <a:ext uri="{FF2B5EF4-FFF2-40B4-BE49-F238E27FC236}">
                <a16:creationId xmlns:a16="http://schemas.microsoft.com/office/drawing/2014/main" id="{851710AC-99CD-FF42-9565-76C62BCB9FB9}"/>
              </a:ext>
            </a:extLst>
          </p:cNvPr>
          <p:cNvSpPr>
            <a:spLocks noGrp="1"/>
          </p:cNvSpPr>
          <p:nvPr>
            <p:ph type="body" sz="quarter" idx="30" hasCustomPrompt="1"/>
          </p:nvPr>
        </p:nvSpPr>
        <p:spPr>
          <a:xfrm>
            <a:off x="440391" y="4146867"/>
            <a:ext cx="2657475" cy="301752"/>
          </a:xfrm>
        </p:spPr>
        <p:txBody>
          <a:bodyPr>
            <a:noAutofit/>
          </a:bodyPr>
          <a:lstStyle>
            <a:lvl1pPr>
              <a:defRPr lang="en-US" sz="750" b="0" i="0" kern="1200" dirty="0" smtClean="0">
                <a:solidFill>
                  <a:schemeClr val="tx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defRPr lang="en-US" sz="75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stStyle>
          <a:p>
            <a:pPr marL="0" lvl="0" indent="0" algn="l" defTabSz="685800" rtl="0" eaLnBrk="1" latinLnBrk="0" hangingPunct="1">
              <a:lnSpc>
                <a:spcPct val="130000"/>
              </a:lnSpc>
              <a:spcBef>
                <a:spcPts val="0"/>
              </a:spcBef>
              <a:spcAft>
                <a:spcPts val="0"/>
              </a:spcAft>
              <a:buFont typeface="Arial" panose="020B0604020202020204" pitchFamily="34" charset="0"/>
              <a:buNone/>
              <a:tabLst/>
            </a:pPr>
            <a:r>
              <a:rPr lang="en-US"/>
              <a:t>First line</a:t>
            </a:r>
          </a:p>
          <a:p>
            <a:pPr marL="0" lvl="1" indent="0" algn="l" defTabSz="685800" rtl="0" eaLnBrk="1" latinLnBrk="0" hangingPunct="1">
              <a:lnSpc>
                <a:spcPct val="130000"/>
              </a:lnSpc>
              <a:spcBef>
                <a:spcPts val="0"/>
              </a:spcBef>
              <a:spcAft>
                <a:spcPts val="0"/>
              </a:spcAft>
              <a:buFont typeface="Arial" panose="020B0604020202020204" pitchFamily="34" charset="0"/>
              <a:buNone/>
            </a:pPr>
            <a:r>
              <a:rPr lang="en-US"/>
              <a:t>Second line</a:t>
            </a:r>
          </a:p>
        </p:txBody>
      </p:sp>
      <p:sp>
        <p:nvSpPr>
          <p:cNvPr id="36" name="Circle Part 5">
            <a:extLst>
              <a:ext uri="{FF2B5EF4-FFF2-40B4-BE49-F238E27FC236}">
                <a16:creationId xmlns:a16="http://schemas.microsoft.com/office/drawing/2014/main" id="{94DE5DA2-82A2-7940-80F8-03D7F6DCB48E}"/>
              </a:ext>
            </a:extLst>
          </p:cNvPr>
          <p:cNvSpPr txBox="1">
            <a:spLocks/>
          </p:cNvSpPr>
          <p:nvPr userDrawn="1"/>
        </p:nvSpPr>
        <p:spPr>
          <a:xfrm rot="4303300">
            <a:off x="2371598" y="2731902"/>
            <a:ext cx="2023662" cy="1018309"/>
          </a:xfrm>
          <a:custGeom>
            <a:avLst/>
            <a:gdLst>
              <a:gd name="connsiteX0" fmla="*/ 2028379 w 2698216"/>
              <a:gd name="connsiteY0" fmla="*/ 0 h 1357745"/>
              <a:gd name="connsiteX1" fmla="*/ 2097564 w 2698216"/>
              <a:gd name="connsiteY1" fmla="*/ 641606 h 1357745"/>
              <a:gd name="connsiteX2" fmla="*/ 2698216 w 2698216"/>
              <a:gd name="connsiteY2" fmla="*/ 912087 h 1357745"/>
              <a:gd name="connsiteX3" fmla="*/ 0 w 2698216"/>
              <a:gd name="connsiteY3" fmla="*/ 927813 h 1357745"/>
              <a:gd name="connsiteX4" fmla="*/ 69185 w 2698216"/>
              <a:gd name="connsiteY4" fmla="*/ 270481 h 1357745"/>
              <a:gd name="connsiteX5" fmla="*/ 660402 w 2698216"/>
              <a:gd name="connsiteY5" fmla="*/ 6291 h 1357745"/>
              <a:gd name="connsiteX6" fmla="*/ 2028379 w 2698216"/>
              <a:gd name="connsiteY6" fmla="*/ 0 h 1357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8216" h="1357745">
                <a:moveTo>
                  <a:pt x="2028379" y="0"/>
                </a:moveTo>
                <a:cubicBezTo>
                  <a:pt x="2097564" y="641606"/>
                  <a:pt x="2097564" y="641606"/>
                  <a:pt x="2097564" y="641606"/>
                </a:cubicBezTo>
                <a:cubicBezTo>
                  <a:pt x="2434055" y="792572"/>
                  <a:pt x="2610162" y="871201"/>
                  <a:pt x="2698216" y="912087"/>
                </a:cubicBezTo>
                <a:cubicBezTo>
                  <a:pt x="1918312" y="1484501"/>
                  <a:pt x="827076" y="1522242"/>
                  <a:pt x="0" y="927813"/>
                </a:cubicBezTo>
                <a:cubicBezTo>
                  <a:pt x="9434" y="827169"/>
                  <a:pt x="31448" y="638461"/>
                  <a:pt x="69185" y="270481"/>
                </a:cubicBezTo>
                <a:cubicBezTo>
                  <a:pt x="69185" y="270481"/>
                  <a:pt x="69185" y="270481"/>
                  <a:pt x="660402" y="6291"/>
                </a:cubicBezTo>
                <a:cubicBezTo>
                  <a:pt x="1078658" y="308223"/>
                  <a:pt x="1632138" y="289352"/>
                  <a:pt x="2028379" y="0"/>
                </a:cubicBezTo>
                <a:close/>
              </a:path>
            </a:pathLst>
          </a:custGeom>
          <a:solidFill>
            <a:schemeClr val="bg2"/>
          </a:solidFill>
          <a:ln w="12700">
            <a:solidFill>
              <a:schemeClr val="bg1"/>
            </a:solidFill>
          </a:ln>
        </p:spPr>
        <p:txBody>
          <a:bodyPr vert="horz" wrap="square" lIns="205740" tIns="0" rIns="617220" bIns="0" rtlCol="0" anchor="ctr" anchorCtr="0">
            <a:noAutofit/>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00">
                <a:solidFill>
                  <a:schemeClr val="bg2"/>
                </a:solidFill>
              </a:rPr>
              <a:t>Click to edit Master text styles</a:t>
            </a:r>
          </a:p>
        </p:txBody>
      </p:sp>
      <p:sp>
        <p:nvSpPr>
          <p:cNvPr id="50" name="Circle Title 5">
            <a:extLst>
              <a:ext uri="{FF2B5EF4-FFF2-40B4-BE49-F238E27FC236}">
                <a16:creationId xmlns:a16="http://schemas.microsoft.com/office/drawing/2014/main" id="{943BE3D3-472E-F64E-A8AA-35928FFE0DCA}"/>
              </a:ext>
            </a:extLst>
          </p:cNvPr>
          <p:cNvSpPr>
            <a:spLocks noGrp="1"/>
          </p:cNvSpPr>
          <p:nvPr>
            <p:ph type="body" sz="quarter" idx="43" hasCustomPrompt="1"/>
          </p:nvPr>
        </p:nvSpPr>
        <p:spPr>
          <a:xfrm>
            <a:off x="2828701" y="2984615"/>
            <a:ext cx="858047" cy="320857"/>
          </a:xfrm>
          <a:prstGeom prst="rect">
            <a:avLst/>
          </a:prstGeom>
          <a:noFill/>
          <a:ln w="9525">
            <a:noFill/>
          </a:ln>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First line</a:t>
            </a:r>
          </a:p>
          <a:p>
            <a:pPr lvl="1"/>
            <a:r>
              <a:rPr lang="en-US"/>
              <a:t>Second line</a:t>
            </a:r>
          </a:p>
        </p:txBody>
      </p:sp>
      <p:sp>
        <p:nvSpPr>
          <p:cNvPr id="39" name="Line 5">
            <a:extLst>
              <a:ext uri="{FF2B5EF4-FFF2-40B4-BE49-F238E27FC236}">
                <a16:creationId xmlns:a16="http://schemas.microsoft.com/office/drawing/2014/main" id="{C60ED01A-4A77-664A-9F15-5FA3637FC506}"/>
              </a:ext>
            </a:extLst>
          </p:cNvPr>
          <p:cNvSpPr>
            <a:spLocks noGrp="1"/>
          </p:cNvSpPr>
          <p:nvPr>
            <p:ph type="body" sz="quarter" idx="27"/>
          </p:nvPr>
        </p:nvSpPr>
        <p:spPr>
          <a:xfrm>
            <a:off x="434002" y="3184541"/>
            <a:ext cx="2537460" cy="6858"/>
          </a:xfrm>
          <a:solidFill>
            <a:schemeClr val="bg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bg2"/>
                </a:solidFill>
              </a:defRPr>
            </a:lvl5pPr>
          </a:lstStyle>
          <a:p>
            <a:pPr lvl="4"/>
            <a:endParaRPr lang="en-US"/>
          </a:p>
        </p:txBody>
      </p:sp>
      <p:sp>
        <p:nvSpPr>
          <p:cNvPr id="40" name="Text Placeholder 5">
            <a:extLst>
              <a:ext uri="{FF2B5EF4-FFF2-40B4-BE49-F238E27FC236}">
                <a16:creationId xmlns:a16="http://schemas.microsoft.com/office/drawing/2014/main" id="{8CD25FCC-8078-4C4A-9C53-03186EBBA8D8}"/>
              </a:ext>
            </a:extLst>
          </p:cNvPr>
          <p:cNvSpPr>
            <a:spLocks noGrp="1"/>
          </p:cNvSpPr>
          <p:nvPr>
            <p:ph type="body" sz="quarter" idx="28" hasCustomPrompt="1"/>
          </p:nvPr>
        </p:nvSpPr>
        <p:spPr>
          <a:xfrm>
            <a:off x="428625" y="2829475"/>
            <a:ext cx="2657475" cy="301752"/>
          </a:xfrm>
        </p:spPr>
        <p:txBody>
          <a:bodyPr>
            <a:noAutofit/>
          </a:bodyPr>
          <a:lstStyle>
            <a:lvl1pPr>
              <a:defRPr lang="en-US" sz="750" b="0" i="0" kern="1200" dirty="0" smtClean="0">
                <a:solidFill>
                  <a:schemeClr val="tx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defRPr lang="en-US" sz="75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stStyle>
          <a:p>
            <a:pPr marL="0" lvl="0" indent="0" algn="l" defTabSz="685800" rtl="0" eaLnBrk="1" latinLnBrk="0" hangingPunct="1">
              <a:lnSpc>
                <a:spcPct val="130000"/>
              </a:lnSpc>
              <a:spcBef>
                <a:spcPts val="0"/>
              </a:spcBef>
              <a:spcAft>
                <a:spcPts val="0"/>
              </a:spcAft>
              <a:buFont typeface="Arial" panose="020B0604020202020204" pitchFamily="34" charset="0"/>
              <a:buNone/>
              <a:tabLst/>
            </a:pPr>
            <a:r>
              <a:rPr lang="en-US"/>
              <a:t>First line</a:t>
            </a:r>
          </a:p>
          <a:p>
            <a:pPr marL="0" lvl="1" indent="0" algn="l" defTabSz="685800" rtl="0" eaLnBrk="1" latinLnBrk="0" hangingPunct="1">
              <a:lnSpc>
                <a:spcPct val="130000"/>
              </a:lnSpc>
              <a:spcBef>
                <a:spcPts val="0"/>
              </a:spcBef>
              <a:spcAft>
                <a:spcPts val="0"/>
              </a:spcAft>
              <a:buFont typeface="Arial" panose="020B0604020202020204" pitchFamily="34" charset="0"/>
              <a:buNone/>
            </a:pPr>
            <a:r>
              <a:rPr lang="en-US"/>
              <a:t>Second line</a:t>
            </a:r>
          </a:p>
        </p:txBody>
      </p:sp>
      <p:sp>
        <p:nvSpPr>
          <p:cNvPr id="3" name="Footer Placeholder 2">
            <a:extLst>
              <a:ext uri="{FF2B5EF4-FFF2-40B4-BE49-F238E27FC236}">
                <a16:creationId xmlns:a16="http://schemas.microsoft.com/office/drawing/2014/main" id="{CD4CB78C-32CC-1249-AE7F-6FBEFA2031AA}"/>
              </a:ext>
            </a:extLst>
          </p:cNvPr>
          <p:cNvSpPr>
            <a:spLocks noGrp="1"/>
          </p:cNvSpPr>
          <p:nvPr>
            <p:ph type="ftr" sz="quarter" idx="2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4" name="Slide Number Placeholder 3">
            <a:extLst>
              <a:ext uri="{FF2B5EF4-FFF2-40B4-BE49-F238E27FC236}">
                <a16:creationId xmlns:a16="http://schemas.microsoft.com/office/drawing/2014/main" id="{5051AD04-7068-4345-A344-9537B8614F4D}"/>
              </a:ext>
            </a:extLst>
          </p:cNvPr>
          <p:cNvSpPr>
            <a:spLocks noGrp="1"/>
          </p:cNvSpPr>
          <p:nvPr>
            <p:ph type="sldNum" sz="quarter" idx="25"/>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3322856167"/>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Process Large Chevron (gradient)">
    <p:spTree>
      <p:nvGrpSpPr>
        <p:cNvPr id="1" name=""/>
        <p:cNvGrpSpPr/>
        <p:nvPr/>
      </p:nvGrpSpPr>
      <p:grpSpPr>
        <a:xfrm>
          <a:off x="0" y="0"/>
          <a:ext cx="0" cy="0"/>
          <a:chOff x="0" y="0"/>
          <a:chExt cx="0" cy="0"/>
        </a:xfrm>
      </p:grpSpPr>
      <p:sp>
        <p:nvSpPr>
          <p:cNvPr id="19" name="Chevron Gradient Block">
            <a:extLst>
              <a:ext uri="{FF2B5EF4-FFF2-40B4-BE49-F238E27FC236}">
                <a16:creationId xmlns:a16="http://schemas.microsoft.com/office/drawing/2014/main" id="{06A10D59-7B23-C043-958E-16356BBBBD9C}"/>
              </a:ext>
            </a:extLst>
          </p:cNvPr>
          <p:cNvSpPr>
            <a:spLocks noGrp="1"/>
          </p:cNvSpPr>
          <p:nvPr>
            <p:ph type="body" sz="quarter" idx="24"/>
          </p:nvPr>
        </p:nvSpPr>
        <p:spPr>
          <a:xfrm>
            <a:off x="1" y="0"/>
            <a:ext cx="9143999" cy="5143500"/>
          </a:xfrm>
          <a:custGeom>
            <a:avLst/>
            <a:gdLst>
              <a:gd name="connsiteX0" fmla="*/ 2448560 w 12191999"/>
              <a:gd name="connsiteY0" fmla="*/ 0 h 6858000"/>
              <a:gd name="connsiteX1" fmla="*/ 4871719 w 12191999"/>
              <a:gd name="connsiteY1" fmla="*/ 0 h 6858000"/>
              <a:gd name="connsiteX2" fmla="*/ 7294879 w 12191999"/>
              <a:gd name="connsiteY2" fmla="*/ 3429000 h 6858000"/>
              <a:gd name="connsiteX3" fmla="*/ 4871719 w 12191999"/>
              <a:gd name="connsiteY3" fmla="*/ 6858000 h 6858000"/>
              <a:gd name="connsiteX4" fmla="*/ 2448560 w 12191999"/>
              <a:gd name="connsiteY4" fmla="*/ 6858000 h 6858000"/>
              <a:gd name="connsiteX5" fmla="*/ 4871719 w 12191999"/>
              <a:gd name="connsiteY5" fmla="*/ 3429000 h 6858000"/>
              <a:gd name="connsiteX6" fmla="*/ 0 w 12191999"/>
              <a:gd name="connsiteY6" fmla="*/ 0 h 6858000"/>
              <a:gd name="connsiteX7" fmla="*/ 2423159 w 12191999"/>
              <a:gd name="connsiteY7" fmla="*/ 0 h 6858000"/>
              <a:gd name="connsiteX8" fmla="*/ 4846319 w 12191999"/>
              <a:gd name="connsiteY8" fmla="*/ 3429000 h 6858000"/>
              <a:gd name="connsiteX9" fmla="*/ 2423159 w 12191999"/>
              <a:gd name="connsiteY9" fmla="*/ 6858000 h 6858000"/>
              <a:gd name="connsiteX10" fmla="*/ 0 w 12191999"/>
              <a:gd name="connsiteY10" fmla="*/ 6858000 h 6858000"/>
              <a:gd name="connsiteX11" fmla="*/ 2423159 w 12191999"/>
              <a:gd name="connsiteY11" fmla="*/ 3429000 h 6858000"/>
              <a:gd name="connsiteX12" fmla="*/ 4897119 w 12191999"/>
              <a:gd name="connsiteY12" fmla="*/ 0 h 6858000"/>
              <a:gd name="connsiteX13" fmla="*/ 7320279 w 12191999"/>
              <a:gd name="connsiteY13" fmla="*/ 0 h 6858000"/>
              <a:gd name="connsiteX14" fmla="*/ 9743439 w 12191999"/>
              <a:gd name="connsiteY14" fmla="*/ 3429000 h 6858000"/>
              <a:gd name="connsiteX15" fmla="*/ 7320279 w 12191999"/>
              <a:gd name="connsiteY15" fmla="*/ 6858000 h 6858000"/>
              <a:gd name="connsiteX16" fmla="*/ 4897119 w 12191999"/>
              <a:gd name="connsiteY16" fmla="*/ 6858000 h 6858000"/>
              <a:gd name="connsiteX17" fmla="*/ 7320279 w 12191999"/>
              <a:gd name="connsiteY17" fmla="*/ 3429000 h 6858000"/>
              <a:gd name="connsiteX18" fmla="*/ 7345679 w 12191999"/>
              <a:gd name="connsiteY18" fmla="*/ 0 h 6858000"/>
              <a:gd name="connsiteX19" fmla="*/ 9768839 w 12191999"/>
              <a:gd name="connsiteY19" fmla="*/ 0 h 6858000"/>
              <a:gd name="connsiteX20" fmla="*/ 12191999 w 12191999"/>
              <a:gd name="connsiteY20" fmla="*/ 3429000 h 6858000"/>
              <a:gd name="connsiteX21" fmla="*/ 9768839 w 12191999"/>
              <a:gd name="connsiteY21" fmla="*/ 6858000 h 6858000"/>
              <a:gd name="connsiteX22" fmla="*/ 7345679 w 12191999"/>
              <a:gd name="connsiteY22" fmla="*/ 6858000 h 6858000"/>
              <a:gd name="connsiteX23" fmla="*/ 9768839 w 12191999"/>
              <a:gd name="connsiteY23"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1999" h="6858000">
                <a:moveTo>
                  <a:pt x="2448560" y="0"/>
                </a:moveTo>
                <a:lnTo>
                  <a:pt x="4871719" y="0"/>
                </a:lnTo>
                <a:lnTo>
                  <a:pt x="7294879" y="3429000"/>
                </a:lnTo>
                <a:lnTo>
                  <a:pt x="4871719" y="6858000"/>
                </a:lnTo>
                <a:lnTo>
                  <a:pt x="2448560" y="6858000"/>
                </a:lnTo>
                <a:lnTo>
                  <a:pt x="4871719" y="3429000"/>
                </a:lnTo>
                <a:close/>
                <a:moveTo>
                  <a:pt x="0" y="0"/>
                </a:moveTo>
                <a:lnTo>
                  <a:pt x="2423159" y="0"/>
                </a:lnTo>
                <a:lnTo>
                  <a:pt x="4846319" y="3429000"/>
                </a:lnTo>
                <a:lnTo>
                  <a:pt x="2423159" y="6858000"/>
                </a:lnTo>
                <a:lnTo>
                  <a:pt x="0" y="6858000"/>
                </a:lnTo>
                <a:lnTo>
                  <a:pt x="2423159" y="3429000"/>
                </a:lnTo>
                <a:close/>
                <a:moveTo>
                  <a:pt x="4897119" y="0"/>
                </a:moveTo>
                <a:lnTo>
                  <a:pt x="7320279" y="0"/>
                </a:lnTo>
                <a:lnTo>
                  <a:pt x="9743439" y="3429000"/>
                </a:lnTo>
                <a:lnTo>
                  <a:pt x="7320279" y="6858000"/>
                </a:lnTo>
                <a:lnTo>
                  <a:pt x="4897119" y="6858000"/>
                </a:lnTo>
                <a:lnTo>
                  <a:pt x="7320279" y="3429000"/>
                </a:lnTo>
                <a:close/>
                <a:moveTo>
                  <a:pt x="7345679" y="0"/>
                </a:moveTo>
                <a:lnTo>
                  <a:pt x="9768839" y="0"/>
                </a:lnTo>
                <a:lnTo>
                  <a:pt x="12191999" y="3429000"/>
                </a:lnTo>
                <a:lnTo>
                  <a:pt x="9768839" y="6858000"/>
                </a:lnTo>
                <a:lnTo>
                  <a:pt x="7345679" y="6858000"/>
                </a:lnTo>
                <a:lnTo>
                  <a:pt x="9768839" y="3429000"/>
                </a:lnTo>
                <a:close/>
              </a:path>
            </a:pathLst>
          </a:custGeom>
          <a:gradFill>
            <a:gsLst>
              <a:gs pos="0">
                <a:srgbClr val="4D148C"/>
              </a:gs>
              <a:gs pos="33000">
                <a:srgbClr val="7D22C3"/>
              </a:gs>
              <a:gs pos="100000">
                <a:srgbClr val="FF6600"/>
              </a:gs>
            </a:gsLst>
            <a:lin ang="0" scaled="0"/>
          </a:gradFill>
        </p:spPr>
        <p:txBody>
          <a:bodyPr wrap="square">
            <a:noAutofit/>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5" name="Text Placeholder 1">
            <a:extLst>
              <a:ext uri="{FF2B5EF4-FFF2-40B4-BE49-F238E27FC236}">
                <a16:creationId xmlns:a16="http://schemas.microsoft.com/office/drawing/2014/main" id="{367B992A-DCB9-0942-9D32-6A802C6FDD18}"/>
              </a:ext>
            </a:extLst>
          </p:cNvPr>
          <p:cNvSpPr>
            <a:spLocks noGrp="1"/>
          </p:cNvSpPr>
          <p:nvPr>
            <p:ph type="body" sz="quarter" idx="51" hasCustomPrompt="1"/>
          </p:nvPr>
        </p:nvSpPr>
        <p:spPr>
          <a:xfrm>
            <a:off x="1851471" y="2219090"/>
            <a:ext cx="1428750" cy="692252"/>
          </a:xfrm>
        </p:spPr>
        <p:txBody>
          <a:bodyPr lIns="45720" tIns="0" rIns="45720"/>
          <a:lstStyle>
            <a:lvl1pPr algn="ctr">
              <a:spcAft>
                <a:spcPts val="0"/>
              </a:spcAft>
              <a:defRPr lang="en-US" sz="900" b="1"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750"/>
            </a:lvl3pPr>
            <a:lvl4pPr algn="ctr">
              <a:lnSpc>
                <a:spcPct val="130000"/>
              </a:lnSpc>
              <a:spcAft>
                <a:spcPts val="0"/>
              </a:spcAft>
              <a:defRPr sz="750"/>
            </a:lvl4pPr>
            <a:lvl5pPr algn="ctr">
              <a:lnSpc>
                <a:spcPct val="130000"/>
              </a:lnSpc>
              <a:spcAft>
                <a:spcPts val="0"/>
              </a:spcAft>
              <a:defRPr sz="750"/>
            </a:lvl5pPr>
          </a:lstStyle>
          <a:p>
            <a:pPr marL="0" lvl="0" indent="0" algn="ctr" defTabSz="685800" rtl="0" eaLnBrk="1" latinLnBrk="0" hangingPunct="1">
              <a:lnSpc>
                <a:spcPct val="130000"/>
              </a:lnSpc>
              <a:spcBef>
                <a:spcPts val="0"/>
              </a:spcBef>
              <a:spcAft>
                <a:spcPts val="0"/>
              </a:spcAft>
              <a:buFont typeface="Arial" panose="020B0604020202020204" pitchFamily="34" charset="0"/>
              <a:buNone/>
              <a:tabLst/>
            </a:pPr>
            <a:r>
              <a:rPr lang="en-US"/>
              <a:t>Lorem ipsum dolor</a:t>
            </a:r>
          </a:p>
          <a:p>
            <a:pPr lvl="1"/>
            <a:r>
              <a:rPr lang="en-US"/>
              <a:t>Second level</a:t>
            </a:r>
          </a:p>
        </p:txBody>
      </p:sp>
      <p:sp>
        <p:nvSpPr>
          <p:cNvPr id="6" name="Text Placeholder 2">
            <a:extLst>
              <a:ext uri="{FF2B5EF4-FFF2-40B4-BE49-F238E27FC236}">
                <a16:creationId xmlns:a16="http://schemas.microsoft.com/office/drawing/2014/main" id="{6766B3CE-48A9-EB42-B17C-6D9F9F3597FA}"/>
              </a:ext>
            </a:extLst>
          </p:cNvPr>
          <p:cNvSpPr>
            <a:spLocks noGrp="1"/>
          </p:cNvSpPr>
          <p:nvPr>
            <p:ph type="body" sz="quarter" idx="52" hasCustomPrompt="1"/>
          </p:nvPr>
        </p:nvSpPr>
        <p:spPr>
          <a:xfrm>
            <a:off x="3709751" y="2219090"/>
            <a:ext cx="1428750" cy="692252"/>
          </a:xfrm>
        </p:spPr>
        <p:txBody>
          <a:bodyPr lIns="45720" tIns="0" rIns="45720"/>
          <a:lstStyle>
            <a:lvl1pPr algn="ctr">
              <a:spcAft>
                <a:spcPts val="225"/>
              </a:spcAft>
              <a:defRPr lang="en-US" sz="900" b="1"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750"/>
            </a:lvl3pPr>
            <a:lvl4pPr algn="ctr">
              <a:lnSpc>
                <a:spcPct val="130000"/>
              </a:lnSpc>
              <a:spcAft>
                <a:spcPts val="0"/>
              </a:spcAft>
              <a:defRPr sz="750"/>
            </a:lvl4pPr>
            <a:lvl5pPr algn="ctr">
              <a:lnSpc>
                <a:spcPct val="130000"/>
              </a:lnSpc>
              <a:spcAft>
                <a:spcPts val="0"/>
              </a:spcAft>
              <a:defRPr sz="750"/>
            </a:lvl5pPr>
          </a:lstStyle>
          <a:p>
            <a:pPr marL="0" lvl="0" indent="0" algn="ctr" defTabSz="685800" rtl="0" eaLnBrk="1" latinLnBrk="0" hangingPunct="1">
              <a:lnSpc>
                <a:spcPct val="130000"/>
              </a:lnSpc>
              <a:spcBef>
                <a:spcPts val="0"/>
              </a:spcBef>
              <a:spcAft>
                <a:spcPts val="0"/>
              </a:spcAft>
              <a:buFont typeface="Arial" panose="020B0604020202020204" pitchFamily="34" charset="0"/>
              <a:buNone/>
              <a:tabLst/>
            </a:pPr>
            <a:r>
              <a:rPr lang="en-US"/>
              <a:t>Lorem ipsum dolor</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9" name="Text Placeholder 3">
            <a:extLst>
              <a:ext uri="{FF2B5EF4-FFF2-40B4-BE49-F238E27FC236}">
                <a16:creationId xmlns:a16="http://schemas.microsoft.com/office/drawing/2014/main" id="{111E72FD-216A-2B41-A40C-44CDFE10A3B4}"/>
              </a:ext>
            </a:extLst>
          </p:cNvPr>
          <p:cNvSpPr>
            <a:spLocks noGrp="1"/>
          </p:cNvSpPr>
          <p:nvPr>
            <p:ph type="body" sz="quarter" idx="53" hasCustomPrompt="1"/>
          </p:nvPr>
        </p:nvSpPr>
        <p:spPr>
          <a:xfrm>
            <a:off x="5562364" y="2219090"/>
            <a:ext cx="1428750" cy="692252"/>
          </a:xfrm>
        </p:spPr>
        <p:txBody>
          <a:bodyPr lIns="45720" tIns="0" rIns="45720"/>
          <a:lstStyle>
            <a:lvl1pPr algn="ctr">
              <a:spcAft>
                <a:spcPts val="0"/>
              </a:spcAft>
              <a:defRPr lang="en-US" sz="900" b="1"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750"/>
            </a:lvl3pPr>
            <a:lvl4pPr algn="ctr">
              <a:lnSpc>
                <a:spcPct val="130000"/>
              </a:lnSpc>
              <a:spcAft>
                <a:spcPts val="0"/>
              </a:spcAft>
              <a:defRPr sz="750"/>
            </a:lvl4pPr>
            <a:lvl5pPr algn="ctr">
              <a:lnSpc>
                <a:spcPct val="130000"/>
              </a:lnSpc>
              <a:spcAft>
                <a:spcPts val="0"/>
              </a:spcAft>
              <a:defRPr sz="750"/>
            </a:lvl5pPr>
          </a:lstStyle>
          <a:p>
            <a:pPr marL="0" lvl="0" indent="0" algn="ctr" defTabSz="685800" rtl="0" eaLnBrk="1" latinLnBrk="0" hangingPunct="1">
              <a:lnSpc>
                <a:spcPct val="130000"/>
              </a:lnSpc>
              <a:spcBef>
                <a:spcPts val="0"/>
              </a:spcBef>
              <a:spcAft>
                <a:spcPts val="0"/>
              </a:spcAft>
              <a:buFont typeface="Arial" panose="020B0604020202020204" pitchFamily="34" charset="0"/>
              <a:buNone/>
              <a:tabLst/>
            </a:pPr>
            <a:r>
              <a:rPr lang="en-US"/>
              <a:t>Lorem ipsum dolor</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10" name="Text Placeholder 4">
            <a:extLst>
              <a:ext uri="{FF2B5EF4-FFF2-40B4-BE49-F238E27FC236}">
                <a16:creationId xmlns:a16="http://schemas.microsoft.com/office/drawing/2014/main" id="{66A0885D-C80E-2B4D-B6C5-67C06D42A463}"/>
              </a:ext>
            </a:extLst>
          </p:cNvPr>
          <p:cNvSpPr>
            <a:spLocks noGrp="1"/>
          </p:cNvSpPr>
          <p:nvPr>
            <p:ph type="body" sz="quarter" idx="54" hasCustomPrompt="1"/>
          </p:nvPr>
        </p:nvSpPr>
        <p:spPr>
          <a:xfrm>
            <a:off x="7386638" y="2219090"/>
            <a:ext cx="1428750" cy="692252"/>
          </a:xfrm>
        </p:spPr>
        <p:txBody>
          <a:bodyPr lIns="45720" tIns="0" rIns="45720"/>
          <a:lstStyle>
            <a:lvl1pPr algn="ctr">
              <a:spcAft>
                <a:spcPts val="0"/>
              </a:spcAft>
              <a:defRPr lang="en-US" sz="900" b="1"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900" b="0"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750"/>
            </a:lvl3pPr>
            <a:lvl4pPr algn="ctr">
              <a:lnSpc>
                <a:spcPct val="130000"/>
              </a:lnSpc>
              <a:spcAft>
                <a:spcPts val="0"/>
              </a:spcAft>
              <a:defRPr sz="750"/>
            </a:lvl4pPr>
            <a:lvl5pPr algn="ctr">
              <a:lnSpc>
                <a:spcPct val="130000"/>
              </a:lnSpc>
              <a:spcAft>
                <a:spcPts val="0"/>
              </a:spcAft>
              <a:defRPr sz="750"/>
            </a:lvl5pPr>
          </a:lstStyle>
          <a:p>
            <a:pPr marL="0" lvl="0" indent="0" algn="ctr" defTabSz="685800" rtl="0" eaLnBrk="1" latinLnBrk="0" hangingPunct="1">
              <a:lnSpc>
                <a:spcPct val="130000"/>
              </a:lnSpc>
              <a:spcBef>
                <a:spcPts val="0"/>
              </a:spcBef>
              <a:spcAft>
                <a:spcPts val="0"/>
              </a:spcAft>
              <a:buFont typeface="Arial" panose="020B0604020202020204" pitchFamily="34" charset="0"/>
              <a:buNone/>
              <a:tabLst/>
            </a:pPr>
            <a:r>
              <a:rPr lang="en-US"/>
              <a:t>Lorem ipsum dolor</a:t>
            </a:r>
          </a:p>
          <a:p>
            <a:pPr marL="0" lvl="1" indent="0" algn="ctr" defTabSz="685800" rtl="0" eaLnBrk="1" latinLnBrk="0" hangingPunct="1">
              <a:lnSpc>
                <a:spcPct val="130000"/>
              </a:lnSpc>
              <a:spcBef>
                <a:spcPts val="0"/>
              </a:spcBef>
              <a:spcAft>
                <a:spcPts val="225"/>
              </a:spcAft>
              <a:buFont typeface="Arial" panose="020B0604020202020204" pitchFamily="34" charset="0"/>
              <a:buNone/>
            </a:pPr>
            <a:r>
              <a:rPr lang="en-US"/>
              <a:t>Second level</a:t>
            </a:r>
          </a:p>
        </p:txBody>
      </p:sp>
      <p:sp>
        <p:nvSpPr>
          <p:cNvPr id="2" name="Footer Placeholder 1">
            <a:extLst>
              <a:ext uri="{FF2B5EF4-FFF2-40B4-BE49-F238E27FC236}">
                <a16:creationId xmlns:a16="http://schemas.microsoft.com/office/drawing/2014/main" id="{D2C7597D-F576-8645-952A-1CC72920635F}"/>
              </a:ext>
            </a:extLst>
          </p:cNvPr>
          <p:cNvSpPr>
            <a:spLocks noGrp="1"/>
          </p:cNvSpPr>
          <p:nvPr>
            <p:ph type="ftr" sz="quarter" idx="55"/>
          </p:nvPr>
        </p:nvSpPr>
        <p:spPr/>
        <p:txBody>
          <a:bodyPr/>
          <a:lstStyle>
            <a:lvl1pPr>
              <a:defRPr>
                <a:solidFill>
                  <a:schemeClr val="bg1"/>
                </a:solidFill>
              </a:defRPr>
            </a:lvl1pPr>
          </a:lstStyle>
          <a:p>
            <a:r>
              <a:rPr lang="en-US" b="1"/>
              <a:t>Package Research &amp; Recovery | FedEx Proprietary &amp; Confidential © </a:t>
            </a:r>
            <a:endParaRPr lang="en-US"/>
          </a:p>
        </p:txBody>
      </p:sp>
      <p:sp>
        <p:nvSpPr>
          <p:cNvPr id="3" name="Slide Number Placeholder 2">
            <a:extLst>
              <a:ext uri="{FF2B5EF4-FFF2-40B4-BE49-F238E27FC236}">
                <a16:creationId xmlns:a16="http://schemas.microsoft.com/office/drawing/2014/main" id="{2BB3A168-D7ED-E04A-83B3-4514369F8247}"/>
              </a:ext>
            </a:extLst>
          </p:cNvPr>
          <p:cNvSpPr>
            <a:spLocks noGrp="1"/>
          </p:cNvSpPr>
          <p:nvPr>
            <p:ph type="sldNum" sz="quarter" idx="56"/>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118787727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Organizational Chart (gradi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778669" y="428626"/>
            <a:ext cx="7586663" cy="452628"/>
          </a:xfrm>
        </p:spPr>
        <p:txBody>
          <a:bodyPr/>
          <a:lstStyle>
            <a:lvl1pPr algn="ctr">
              <a:lnSpc>
                <a:spcPct val="110000"/>
              </a:lnSpc>
              <a:defRPr/>
            </a:lvl1pPr>
          </a:lstStyle>
          <a:p>
            <a:r>
              <a:rPr lang="en-US"/>
              <a:t>Click to edit Master title style</a:t>
            </a:r>
          </a:p>
        </p:txBody>
      </p:sp>
      <p:sp>
        <p:nvSpPr>
          <p:cNvPr id="25" name="Level 1 Placeholder">
            <a:extLst>
              <a:ext uri="{FF2B5EF4-FFF2-40B4-BE49-F238E27FC236}">
                <a16:creationId xmlns:a16="http://schemas.microsoft.com/office/drawing/2014/main" id="{47D3E95C-90E6-5C4C-835C-EF6EC8041388}"/>
              </a:ext>
            </a:extLst>
          </p:cNvPr>
          <p:cNvSpPr>
            <a:spLocks noGrp="1"/>
          </p:cNvSpPr>
          <p:nvPr>
            <p:ph type="body" sz="quarter" idx="29" hasCustomPrompt="1"/>
          </p:nvPr>
        </p:nvSpPr>
        <p:spPr>
          <a:xfrm>
            <a:off x="3770757" y="1143000"/>
            <a:ext cx="1600200" cy="400050"/>
          </a:xfrm>
          <a:prstGeom prst="rect">
            <a:avLst/>
          </a:prstGeom>
          <a:gradFill>
            <a:gsLst>
              <a:gs pos="0">
                <a:schemeClr val="tx2"/>
              </a:gs>
              <a:gs pos="33000">
                <a:schemeClr val="accent1">
                  <a:lumMod val="100000"/>
                </a:schemeClr>
              </a:gs>
              <a:gs pos="100000">
                <a:schemeClr val="bg2"/>
              </a:gs>
            </a:gsLst>
            <a:lin ang="0" scaled="1"/>
          </a:gradFill>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10" name="Manager Level Placeholder 1">
            <a:extLst>
              <a:ext uri="{FF2B5EF4-FFF2-40B4-BE49-F238E27FC236}">
                <a16:creationId xmlns:a16="http://schemas.microsoft.com/office/drawing/2014/main" id="{6E5CC9C5-FC42-0546-8EDD-FF222D9CDBF0}"/>
              </a:ext>
            </a:extLst>
          </p:cNvPr>
          <p:cNvSpPr>
            <a:spLocks noGrp="1"/>
          </p:cNvSpPr>
          <p:nvPr>
            <p:ph type="body" sz="quarter" idx="21" hasCustomPrompt="1"/>
          </p:nvPr>
        </p:nvSpPr>
        <p:spPr>
          <a:xfrm>
            <a:off x="531267" y="1751194"/>
            <a:ext cx="1196721" cy="320857"/>
          </a:xfrm>
          <a:prstGeom prst="rect">
            <a:avLst/>
          </a:prstGeom>
          <a:solidFill>
            <a:schemeClr val="tx2"/>
          </a:solidFill>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6" name="Second Level Placeholder 1.1">
            <a:extLst>
              <a:ext uri="{FF2B5EF4-FFF2-40B4-BE49-F238E27FC236}">
                <a16:creationId xmlns:a16="http://schemas.microsoft.com/office/drawing/2014/main" id="{39D27ED3-BDE8-D445-BB25-1205FEBEB056}"/>
              </a:ext>
            </a:extLst>
          </p:cNvPr>
          <p:cNvSpPr>
            <a:spLocks noGrp="1"/>
          </p:cNvSpPr>
          <p:nvPr>
            <p:ph type="body" sz="quarter" idx="30" hasCustomPrompt="1"/>
          </p:nvPr>
        </p:nvSpPr>
        <p:spPr>
          <a:xfrm>
            <a:off x="531267" y="2178888"/>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7" name="Second Level Placeholder 1.2">
            <a:extLst>
              <a:ext uri="{FF2B5EF4-FFF2-40B4-BE49-F238E27FC236}">
                <a16:creationId xmlns:a16="http://schemas.microsoft.com/office/drawing/2014/main" id="{E51C0ABB-B096-6E4C-84AE-2CB2EA5164F5}"/>
              </a:ext>
            </a:extLst>
          </p:cNvPr>
          <p:cNvSpPr>
            <a:spLocks noGrp="1"/>
          </p:cNvSpPr>
          <p:nvPr>
            <p:ph type="body" sz="quarter" idx="31" hasCustomPrompt="1"/>
          </p:nvPr>
        </p:nvSpPr>
        <p:spPr>
          <a:xfrm>
            <a:off x="531267" y="2623727"/>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8" name="Second Level Placeholder 1.3">
            <a:extLst>
              <a:ext uri="{FF2B5EF4-FFF2-40B4-BE49-F238E27FC236}">
                <a16:creationId xmlns:a16="http://schemas.microsoft.com/office/drawing/2014/main" id="{16BC5012-96E2-084B-9FAA-44DE18FDC1DD}"/>
              </a:ext>
            </a:extLst>
          </p:cNvPr>
          <p:cNvSpPr>
            <a:spLocks noGrp="1"/>
          </p:cNvSpPr>
          <p:nvPr>
            <p:ph type="body" sz="quarter" idx="32" hasCustomPrompt="1"/>
          </p:nvPr>
        </p:nvSpPr>
        <p:spPr>
          <a:xfrm>
            <a:off x="531267" y="3068565"/>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9" name="Second Level Placeholder 1.4">
            <a:extLst>
              <a:ext uri="{FF2B5EF4-FFF2-40B4-BE49-F238E27FC236}">
                <a16:creationId xmlns:a16="http://schemas.microsoft.com/office/drawing/2014/main" id="{C7F07616-07A5-1249-8812-08F3F8606279}"/>
              </a:ext>
            </a:extLst>
          </p:cNvPr>
          <p:cNvSpPr>
            <a:spLocks noGrp="1"/>
          </p:cNvSpPr>
          <p:nvPr>
            <p:ph type="body" sz="quarter" idx="33" hasCustomPrompt="1"/>
          </p:nvPr>
        </p:nvSpPr>
        <p:spPr>
          <a:xfrm>
            <a:off x="531267" y="3513404"/>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0" name="Second Level Placeholder 1.5">
            <a:extLst>
              <a:ext uri="{FF2B5EF4-FFF2-40B4-BE49-F238E27FC236}">
                <a16:creationId xmlns:a16="http://schemas.microsoft.com/office/drawing/2014/main" id="{B2956358-6510-C746-93DC-589EBD6DE11C}"/>
              </a:ext>
            </a:extLst>
          </p:cNvPr>
          <p:cNvSpPr>
            <a:spLocks noGrp="1"/>
          </p:cNvSpPr>
          <p:nvPr>
            <p:ph type="body" sz="quarter" idx="34" hasCustomPrompt="1"/>
          </p:nvPr>
        </p:nvSpPr>
        <p:spPr>
          <a:xfrm>
            <a:off x="531267" y="3958241"/>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0" name="Manager Level Placeholder 2">
            <a:extLst>
              <a:ext uri="{FF2B5EF4-FFF2-40B4-BE49-F238E27FC236}">
                <a16:creationId xmlns:a16="http://schemas.microsoft.com/office/drawing/2014/main" id="{49F6F01B-8FE9-094E-A5CD-CEF362A71A42}"/>
              </a:ext>
            </a:extLst>
          </p:cNvPr>
          <p:cNvSpPr>
            <a:spLocks noGrp="1"/>
          </p:cNvSpPr>
          <p:nvPr>
            <p:ph type="body" sz="quarter" idx="24" hasCustomPrompt="1"/>
          </p:nvPr>
        </p:nvSpPr>
        <p:spPr>
          <a:xfrm>
            <a:off x="1912925" y="1751196"/>
            <a:ext cx="1196721" cy="320857"/>
          </a:xfrm>
          <a:prstGeom prst="rect">
            <a:avLst/>
          </a:prstGeom>
          <a:solidFill>
            <a:schemeClr val="accent1"/>
          </a:solidFill>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1" name="Second Level Placeholder 2.1">
            <a:extLst>
              <a:ext uri="{FF2B5EF4-FFF2-40B4-BE49-F238E27FC236}">
                <a16:creationId xmlns:a16="http://schemas.microsoft.com/office/drawing/2014/main" id="{0321D6FE-C2AF-0744-91B0-63742E4B90FB}"/>
              </a:ext>
            </a:extLst>
          </p:cNvPr>
          <p:cNvSpPr>
            <a:spLocks noGrp="1"/>
          </p:cNvSpPr>
          <p:nvPr>
            <p:ph type="body" sz="quarter" idx="35" hasCustomPrompt="1"/>
          </p:nvPr>
        </p:nvSpPr>
        <p:spPr>
          <a:xfrm>
            <a:off x="1912925" y="2178888"/>
            <a:ext cx="1196721" cy="320857"/>
          </a:xfrm>
          <a:prstGeom prst="rect">
            <a:avLst/>
          </a:prstGeom>
          <a:solidFill>
            <a:schemeClr val="bg1"/>
          </a:solidFill>
          <a:ln w="9525">
            <a:solidFill>
              <a:schemeClr val="accent1"/>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2" name="Second Level Placeholder 2.2">
            <a:extLst>
              <a:ext uri="{FF2B5EF4-FFF2-40B4-BE49-F238E27FC236}">
                <a16:creationId xmlns:a16="http://schemas.microsoft.com/office/drawing/2014/main" id="{9048B5B0-7DB8-CE48-80C8-1FD4DE15581C}"/>
              </a:ext>
            </a:extLst>
          </p:cNvPr>
          <p:cNvSpPr>
            <a:spLocks noGrp="1"/>
          </p:cNvSpPr>
          <p:nvPr>
            <p:ph type="body" sz="quarter" idx="36" hasCustomPrompt="1"/>
          </p:nvPr>
        </p:nvSpPr>
        <p:spPr>
          <a:xfrm>
            <a:off x="1912925" y="2623727"/>
            <a:ext cx="1196721" cy="320857"/>
          </a:xfrm>
          <a:prstGeom prst="rect">
            <a:avLst/>
          </a:prstGeom>
          <a:solidFill>
            <a:schemeClr val="bg1"/>
          </a:solidFill>
          <a:ln w="9525">
            <a:solidFill>
              <a:schemeClr val="accent1"/>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3" name="Second Level Placeholder 2.3">
            <a:extLst>
              <a:ext uri="{FF2B5EF4-FFF2-40B4-BE49-F238E27FC236}">
                <a16:creationId xmlns:a16="http://schemas.microsoft.com/office/drawing/2014/main" id="{AACD403E-F235-114E-864C-AAFC6BF496EF}"/>
              </a:ext>
            </a:extLst>
          </p:cNvPr>
          <p:cNvSpPr>
            <a:spLocks noGrp="1"/>
          </p:cNvSpPr>
          <p:nvPr>
            <p:ph type="body" sz="quarter" idx="37" hasCustomPrompt="1"/>
          </p:nvPr>
        </p:nvSpPr>
        <p:spPr>
          <a:xfrm>
            <a:off x="1912925" y="3068565"/>
            <a:ext cx="1196721" cy="320857"/>
          </a:xfrm>
          <a:prstGeom prst="rect">
            <a:avLst/>
          </a:prstGeom>
          <a:solidFill>
            <a:schemeClr val="bg1"/>
          </a:solidFill>
          <a:ln w="9525">
            <a:solidFill>
              <a:schemeClr val="accent1"/>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4" name="Second Level Placeholder 2.4">
            <a:extLst>
              <a:ext uri="{FF2B5EF4-FFF2-40B4-BE49-F238E27FC236}">
                <a16:creationId xmlns:a16="http://schemas.microsoft.com/office/drawing/2014/main" id="{6CD8442C-1632-3A42-9265-DE0258EB489F}"/>
              </a:ext>
            </a:extLst>
          </p:cNvPr>
          <p:cNvSpPr>
            <a:spLocks noGrp="1"/>
          </p:cNvSpPr>
          <p:nvPr>
            <p:ph type="body" sz="quarter" idx="38" hasCustomPrompt="1"/>
          </p:nvPr>
        </p:nvSpPr>
        <p:spPr>
          <a:xfrm>
            <a:off x="1912925" y="3513404"/>
            <a:ext cx="1196721" cy="320857"/>
          </a:xfrm>
          <a:prstGeom prst="rect">
            <a:avLst/>
          </a:prstGeom>
          <a:solidFill>
            <a:schemeClr val="bg1"/>
          </a:solidFill>
          <a:ln w="9525">
            <a:solidFill>
              <a:schemeClr val="accent1"/>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5" name="Second Level Placeholder 2.5">
            <a:extLst>
              <a:ext uri="{FF2B5EF4-FFF2-40B4-BE49-F238E27FC236}">
                <a16:creationId xmlns:a16="http://schemas.microsoft.com/office/drawing/2014/main" id="{7A6ED072-B896-354B-94AC-8CF90B079BEC}"/>
              </a:ext>
            </a:extLst>
          </p:cNvPr>
          <p:cNvSpPr>
            <a:spLocks noGrp="1"/>
          </p:cNvSpPr>
          <p:nvPr>
            <p:ph type="body" sz="quarter" idx="39" hasCustomPrompt="1"/>
          </p:nvPr>
        </p:nvSpPr>
        <p:spPr>
          <a:xfrm>
            <a:off x="1912925" y="3958241"/>
            <a:ext cx="1196721" cy="320857"/>
          </a:xfrm>
          <a:prstGeom prst="rect">
            <a:avLst/>
          </a:prstGeom>
          <a:solidFill>
            <a:schemeClr val="bg1"/>
          </a:solidFill>
          <a:ln w="9525">
            <a:solidFill>
              <a:schemeClr val="accent1"/>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1" name="Manager Level Placeholder 3">
            <a:extLst>
              <a:ext uri="{FF2B5EF4-FFF2-40B4-BE49-F238E27FC236}">
                <a16:creationId xmlns:a16="http://schemas.microsoft.com/office/drawing/2014/main" id="{CCC3B272-EC9B-F247-B6B7-986EB6EE3E5B}"/>
              </a:ext>
            </a:extLst>
          </p:cNvPr>
          <p:cNvSpPr>
            <a:spLocks noGrp="1"/>
          </p:cNvSpPr>
          <p:nvPr>
            <p:ph type="body" sz="quarter" idx="25" hasCustomPrompt="1"/>
          </p:nvPr>
        </p:nvSpPr>
        <p:spPr>
          <a:xfrm>
            <a:off x="3294584" y="1751196"/>
            <a:ext cx="1196721" cy="320857"/>
          </a:xfrm>
          <a:prstGeom prst="rect">
            <a:avLst/>
          </a:prstGeom>
          <a:solidFill>
            <a:srgbClr val="671CAA"/>
          </a:solidFill>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6" name="Second Level Placeholder 3.1">
            <a:extLst>
              <a:ext uri="{FF2B5EF4-FFF2-40B4-BE49-F238E27FC236}">
                <a16:creationId xmlns:a16="http://schemas.microsoft.com/office/drawing/2014/main" id="{03E2C121-04C7-6B4A-87D5-3C2C0A2D2258}"/>
              </a:ext>
            </a:extLst>
          </p:cNvPr>
          <p:cNvSpPr>
            <a:spLocks noGrp="1"/>
          </p:cNvSpPr>
          <p:nvPr>
            <p:ph type="body" sz="quarter" idx="40" hasCustomPrompt="1"/>
          </p:nvPr>
        </p:nvSpPr>
        <p:spPr>
          <a:xfrm>
            <a:off x="3294584" y="2178888"/>
            <a:ext cx="1196721" cy="320857"/>
          </a:xfrm>
          <a:prstGeom prst="rect">
            <a:avLst/>
          </a:prstGeom>
          <a:solidFill>
            <a:schemeClr val="bg1"/>
          </a:solidFill>
          <a:ln w="9525">
            <a:solidFill>
              <a:srgbClr val="671CAA"/>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7" name="Second Level Placeholder 3.2">
            <a:extLst>
              <a:ext uri="{FF2B5EF4-FFF2-40B4-BE49-F238E27FC236}">
                <a16:creationId xmlns:a16="http://schemas.microsoft.com/office/drawing/2014/main" id="{66FAEAE8-4381-D44B-B40C-113C0FECC1C7}"/>
              </a:ext>
            </a:extLst>
          </p:cNvPr>
          <p:cNvSpPr>
            <a:spLocks noGrp="1"/>
          </p:cNvSpPr>
          <p:nvPr>
            <p:ph type="body" sz="quarter" idx="41" hasCustomPrompt="1"/>
          </p:nvPr>
        </p:nvSpPr>
        <p:spPr>
          <a:xfrm>
            <a:off x="3294584" y="2623727"/>
            <a:ext cx="1196721" cy="320857"/>
          </a:xfrm>
          <a:prstGeom prst="rect">
            <a:avLst/>
          </a:prstGeom>
          <a:solidFill>
            <a:schemeClr val="bg1"/>
          </a:solidFill>
          <a:ln w="9525">
            <a:solidFill>
              <a:srgbClr val="671CAA"/>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8" name="Second Level Placeholder 3.3">
            <a:extLst>
              <a:ext uri="{FF2B5EF4-FFF2-40B4-BE49-F238E27FC236}">
                <a16:creationId xmlns:a16="http://schemas.microsoft.com/office/drawing/2014/main" id="{8AE337A1-75B2-8544-AE39-03124E4F7DF5}"/>
              </a:ext>
            </a:extLst>
          </p:cNvPr>
          <p:cNvSpPr>
            <a:spLocks noGrp="1"/>
          </p:cNvSpPr>
          <p:nvPr>
            <p:ph type="body" sz="quarter" idx="42" hasCustomPrompt="1"/>
          </p:nvPr>
        </p:nvSpPr>
        <p:spPr>
          <a:xfrm>
            <a:off x="3294584" y="3068565"/>
            <a:ext cx="1196721" cy="320857"/>
          </a:xfrm>
          <a:prstGeom prst="rect">
            <a:avLst/>
          </a:prstGeom>
          <a:solidFill>
            <a:schemeClr val="bg1"/>
          </a:solidFill>
          <a:ln w="9525">
            <a:solidFill>
              <a:srgbClr val="671CAA"/>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9" name="Second Level Placeholder 3.4">
            <a:extLst>
              <a:ext uri="{FF2B5EF4-FFF2-40B4-BE49-F238E27FC236}">
                <a16:creationId xmlns:a16="http://schemas.microsoft.com/office/drawing/2014/main" id="{E29B3EDF-3660-1B45-B039-14935DB799A0}"/>
              </a:ext>
            </a:extLst>
          </p:cNvPr>
          <p:cNvSpPr>
            <a:spLocks noGrp="1"/>
          </p:cNvSpPr>
          <p:nvPr>
            <p:ph type="body" sz="quarter" idx="43" hasCustomPrompt="1"/>
          </p:nvPr>
        </p:nvSpPr>
        <p:spPr>
          <a:xfrm>
            <a:off x="3294584" y="3513404"/>
            <a:ext cx="1196721" cy="320857"/>
          </a:xfrm>
          <a:prstGeom prst="rect">
            <a:avLst/>
          </a:prstGeom>
          <a:solidFill>
            <a:schemeClr val="bg1"/>
          </a:solidFill>
          <a:ln w="9525">
            <a:solidFill>
              <a:srgbClr val="671CAA"/>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0" name="Second Level Placeholder 3.5">
            <a:extLst>
              <a:ext uri="{FF2B5EF4-FFF2-40B4-BE49-F238E27FC236}">
                <a16:creationId xmlns:a16="http://schemas.microsoft.com/office/drawing/2014/main" id="{BCE910AE-79C3-A24D-9BC3-42226894DF25}"/>
              </a:ext>
            </a:extLst>
          </p:cNvPr>
          <p:cNvSpPr>
            <a:spLocks noGrp="1"/>
          </p:cNvSpPr>
          <p:nvPr>
            <p:ph type="body" sz="quarter" idx="44" hasCustomPrompt="1"/>
          </p:nvPr>
        </p:nvSpPr>
        <p:spPr>
          <a:xfrm>
            <a:off x="3294584" y="3958241"/>
            <a:ext cx="1196721" cy="320857"/>
          </a:xfrm>
          <a:prstGeom prst="rect">
            <a:avLst/>
          </a:prstGeom>
          <a:solidFill>
            <a:schemeClr val="bg1"/>
          </a:solidFill>
          <a:ln w="9525">
            <a:solidFill>
              <a:srgbClr val="671CAA"/>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2" name="Manager Level Placeholder 4">
            <a:extLst>
              <a:ext uri="{FF2B5EF4-FFF2-40B4-BE49-F238E27FC236}">
                <a16:creationId xmlns:a16="http://schemas.microsoft.com/office/drawing/2014/main" id="{AAE3BFA7-676E-D04F-8F92-2D4639EEEF22}"/>
              </a:ext>
            </a:extLst>
          </p:cNvPr>
          <p:cNvSpPr>
            <a:spLocks noGrp="1"/>
          </p:cNvSpPr>
          <p:nvPr>
            <p:ph type="body" sz="quarter" idx="26" hasCustomPrompt="1"/>
          </p:nvPr>
        </p:nvSpPr>
        <p:spPr>
          <a:xfrm>
            <a:off x="4676242" y="1751196"/>
            <a:ext cx="1196721" cy="320857"/>
          </a:xfrm>
          <a:prstGeom prst="rect">
            <a:avLst/>
          </a:prstGeom>
          <a:solidFill>
            <a:schemeClr val="accent2"/>
          </a:solidFill>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1" name="Second Level Placeholder 4.1">
            <a:extLst>
              <a:ext uri="{FF2B5EF4-FFF2-40B4-BE49-F238E27FC236}">
                <a16:creationId xmlns:a16="http://schemas.microsoft.com/office/drawing/2014/main" id="{6B38DB69-74A1-0B45-AF62-637F94841620}"/>
              </a:ext>
            </a:extLst>
          </p:cNvPr>
          <p:cNvSpPr>
            <a:spLocks noGrp="1"/>
          </p:cNvSpPr>
          <p:nvPr>
            <p:ph type="body" sz="quarter" idx="45" hasCustomPrompt="1"/>
          </p:nvPr>
        </p:nvSpPr>
        <p:spPr>
          <a:xfrm>
            <a:off x="4673107" y="2177292"/>
            <a:ext cx="1196721" cy="320857"/>
          </a:xfrm>
          <a:prstGeom prst="rect">
            <a:avLst/>
          </a:prstGeom>
          <a:solidFill>
            <a:schemeClr val="bg1"/>
          </a:solidFill>
          <a:ln w="9525">
            <a:solidFill>
              <a:schemeClr val="accent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2" name="Second Level Placeholder 4.2">
            <a:extLst>
              <a:ext uri="{FF2B5EF4-FFF2-40B4-BE49-F238E27FC236}">
                <a16:creationId xmlns:a16="http://schemas.microsoft.com/office/drawing/2014/main" id="{502820C2-C294-0942-8F83-848944712AB1}"/>
              </a:ext>
            </a:extLst>
          </p:cNvPr>
          <p:cNvSpPr>
            <a:spLocks noGrp="1"/>
          </p:cNvSpPr>
          <p:nvPr>
            <p:ph type="body" sz="quarter" idx="46" hasCustomPrompt="1"/>
          </p:nvPr>
        </p:nvSpPr>
        <p:spPr>
          <a:xfrm>
            <a:off x="4673107" y="2622130"/>
            <a:ext cx="1196721" cy="320857"/>
          </a:xfrm>
          <a:prstGeom prst="rect">
            <a:avLst/>
          </a:prstGeom>
          <a:solidFill>
            <a:schemeClr val="bg1"/>
          </a:solidFill>
          <a:ln w="9525">
            <a:solidFill>
              <a:schemeClr val="accent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3" name="Second Level Placeholder 4.3">
            <a:extLst>
              <a:ext uri="{FF2B5EF4-FFF2-40B4-BE49-F238E27FC236}">
                <a16:creationId xmlns:a16="http://schemas.microsoft.com/office/drawing/2014/main" id="{79A597E2-00C5-3840-8A24-D247CE8FC96B}"/>
              </a:ext>
            </a:extLst>
          </p:cNvPr>
          <p:cNvSpPr>
            <a:spLocks noGrp="1"/>
          </p:cNvSpPr>
          <p:nvPr>
            <p:ph type="body" sz="quarter" idx="47" hasCustomPrompt="1"/>
          </p:nvPr>
        </p:nvSpPr>
        <p:spPr>
          <a:xfrm>
            <a:off x="4673107" y="3066969"/>
            <a:ext cx="1196721" cy="320857"/>
          </a:xfrm>
          <a:prstGeom prst="rect">
            <a:avLst/>
          </a:prstGeom>
          <a:solidFill>
            <a:schemeClr val="bg1"/>
          </a:solidFill>
          <a:ln w="9525">
            <a:solidFill>
              <a:schemeClr val="accent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4" name="Second Level Placeholder 4.4">
            <a:extLst>
              <a:ext uri="{FF2B5EF4-FFF2-40B4-BE49-F238E27FC236}">
                <a16:creationId xmlns:a16="http://schemas.microsoft.com/office/drawing/2014/main" id="{561324B1-B25D-6748-B81E-198A44D6CF43}"/>
              </a:ext>
            </a:extLst>
          </p:cNvPr>
          <p:cNvSpPr>
            <a:spLocks noGrp="1"/>
          </p:cNvSpPr>
          <p:nvPr>
            <p:ph type="body" sz="quarter" idx="48" hasCustomPrompt="1"/>
          </p:nvPr>
        </p:nvSpPr>
        <p:spPr>
          <a:xfrm>
            <a:off x="4673107" y="3511807"/>
            <a:ext cx="1196721" cy="320857"/>
          </a:xfrm>
          <a:prstGeom prst="rect">
            <a:avLst/>
          </a:prstGeom>
          <a:solidFill>
            <a:schemeClr val="bg1"/>
          </a:solidFill>
          <a:ln w="9525">
            <a:solidFill>
              <a:schemeClr val="accent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5" name="Second Level Placeholder 4.5">
            <a:extLst>
              <a:ext uri="{FF2B5EF4-FFF2-40B4-BE49-F238E27FC236}">
                <a16:creationId xmlns:a16="http://schemas.microsoft.com/office/drawing/2014/main" id="{62982024-77B8-0343-9A8F-FA1A3C94CA3A}"/>
              </a:ext>
            </a:extLst>
          </p:cNvPr>
          <p:cNvSpPr>
            <a:spLocks noGrp="1"/>
          </p:cNvSpPr>
          <p:nvPr>
            <p:ph type="body" sz="quarter" idx="49" hasCustomPrompt="1"/>
          </p:nvPr>
        </p:nvSpPr>
        <p:spPr>
          <a:xfrm>
            <a:off x="4673107" y="3956644"/>
            <a:ext cx="1196721" cy="320857"/>
          </a:xfrm>
          <a:prstGeom prst="rect">
            <a:avLst/>
          </a:prstGeom>
          <a:solidFill>
            <a:schemeClr val="bg1"/>
          </a:solidFill>
          <a:ln w="9525">
            <a:solidFill>
              <a:schemeClr val="accent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3" name="Manager Level Placeholder 5">
            <a:extLst>
              <a:ext uri="{FF2B5EF4-FFF2-40B4-BE49-F238E27FC236}">
                <a16:creationId xmlns:a16="http://schemas.microsoft.com/office/drawing/2014/main" id="{9F3DA2B9-E071-B543-BD3C-A23A03CD5729}"/>
              </a:ext>
            </a:extLst>
          </p:cNvPr>
          <p:cNvSpPr>
            <a:spLocks noGrp="1"/>
          </p:cNvSpPr>
          <p:nvPr>
            <p:ph type="body" sz="quarter" idx="27" hasCustomPrompt="1"/>
          </p:nvPr>
        </p:nvSpPr>
        <p:spPr>
          <a:xfrm>
            <a:off x="6057900" y="1751196"/>
            <a:ext cx="1196721" cy="320857"/>
          </a:xfrm>
          <a:prstGeom prst="rect">
            <a:avLst/>
          </a:prstGeom>
          <a:solidFill>
            <a:schemeClr val="accent3"/>
          </a:solidFill>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6" name="Second Level Placeholder 5.1">
            <a:extLst>
              <a:ext uri="{FF2B5EF4-FFF2-40B4-BE49-F238E27FC236}">
                <a16:creationId xmlns:a16="http://schemas.microsoft.com/office/drawing/2014/main" id="{4E6844FB-F421-1E4D-91F0-4E06BCA8E5D9}"/>
              </a:ext>
            </a:extLst>
          </p:cNvPr>
          <p:cNvSpPr>
            <a:spLocks noGrp="1"/>
          </p:cNvSpPr>
          <p:nvPr>
            <p:ph type="body" sz="quarter" idx="50" hasCustomPrompt="1"/>
          </p:nvPr>
        </p:nvSpPr>
        <p:spPr>
          <a:xfrm>
            <a:off x="6057900" y="2177292"/>
            <a:ext cx="1196721" cy="320857"/>
          </a:xfrm>
          <a:prstGeom prst="rect">
            <a:avLst/>
          </a:prstGeom>
          <a:solidFill>
            <a:schemeClr val="bg1"/>
          </a:solidFill>
          <a:ln w="9525">
            <a:solidFill>
              <a:schemeClr val="accent3"/>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7" name="Second Level Placeholder 5.2">
            <a:extLst>
              <a:ext uri="{FF2B5EF4-FFF2-40B4-BE49-F238E27FC236}">
                <a16:creationId xmlns:a16="http://schemas.microsoft.com/office/drawing/2014/main" id="{CDACA750-48BD-134C-8B39-53171E2D6519}"/>
              </a:ext>
            </a:extLst>
          </p:cNvPr>
          <p:cNvSpPr>
            <a:spLocks noGrp="1"/>
          </p:cNvSpPr>
          <p:nvPr>
            <p:ph type="body" sz="quarter" idx="51" hasCustomPrompt="1"/>
          </p:nvPr>
        </p:nvSpPr>
        <p:spPr>
          <a:xfrm>
            <a:off x="6057900" y="2622130"/>
            <a:ext cx="1196721" cy="320857"/>
          </a:xfrm>
          <a:prstGeom prst="rect">
            <a:avLst/>
          </a:prstGeom>
          <a:solidFill>
            <a:schemeClr val="bg1"/>
          </a:solidFill>
          <a:ln w="9525">
            <a:solidFill>
              <a:schemeClr val="accent3"/>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8" name="Second Level Placeholder 5.3">
            <a:extLst>
              <a:ext uri="{FF2B5EF4-FFF2-40B4-BE49-F238E27FC236}">
                <a16:creationId xmlns:a16="http://schemas.microsoft.com/office/drawing/2014/main" id="{580D3F0C-8529-654F-BF99-21BF68E346E6}"/>
              </a:ext>
            </a:extLst>
          </p:cNvPr>
          <p:cNvSpPr>
            <a:spLocks noGrp="1"/>
          </p:cNvSpPr>
          <p:nvPr>
            <p:ph type="body" sz="quarter" idx="52" hasCustomPrompt="1"/>
          </p:nvPr>
        </p:nvSpPr>
        <p:spPr>
          <a:xfrm>
            <a:off x="6057900" y="3066969"/>
            <a:ext cx="1196721" cy="320857"/>
          </a:xfrm>
          <a:prstGeom prst="rect">
            <a:avLst/>
          </a:prstGeom>
          <a:solidFill>
            <a:schemeClr val="bg1"/>
          </a:solidFill>
          <a:ln w="9525">
            <a:solidFill>
              <a:schemeClr val="accent3"/>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9" name="Second Level Placeholder 5.4">
            <a:extLst>
              <a:ext uri="{FF2B5EF4-FFF2-40B4-BE49-F238E27FC236}">
                <a16:creationId xmlns:a16="http://schemas.microsoft.com/office/drawing/2014/main" id="{479721BB-A338-F143-BF29-4C117BF2B9CD}"/>
              </a:ext>
            </a:extLst>
          </p:cNvPr>
          <p:cNvSpPr>
            <a:spLocks noGrp="1"/>
          </p:cNvSpPr>
          <p:nvPr>
            <p:ph type="body" sz="quarter" idx="53" hasCustomPrompt="1"/>
          </p:nvPr>
        </p:nvSpPr>
        <p:spPr>
          <a:xfrm>
            <a:off x="6057900" y="3511807"/>
            <a:ext cx="1196721" cy="320857"/>
          </a:xfrm>
          <a:prstGeom prst="rect">
            <a:avLst/>
          </a:prstGeom>
          <a:solidFill>
            <a:schemeClr val="bg1"/>
          </a:solidFill>
          <a:ln w="9525">
            <a:solidFill>
              <a:schemeClr val="accent3"/>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50" name="Second Level Placeholder 5.5">
            <a:extLst>
              <a:ext uri="{FF2B5EF4-FFF2-40B4-BE49-F238E27FC236}">
                <a16:creationId xmlns:a16="http://schemas.microsoft.com/office/drawing/2014/main" id="{18EB0300-C71A-254F-B484-D2F00BF2D4F4}"/>
              </a:ext>
            </a:extLst>
          </p:cNvPr>
          <p:cNvSpPr>
            <a:spLocks noGrp="1"/>
          </p:cNvSpPr>
          <p:nvPr>
            <p:ph type="body" sz="quarter" idx="54" hasCustomPrompt="1"/>
          </p:nvPr>
        </p:nvSpPr>
        <p:spPr>
          <a:xfrm>
            <a:off x="6057900" y="3956644"/>
            <a:ext cx="1196721" cy="320857"/>
          </a:xfrm>
          <a:prstGeom prst="rect">
            <a:avLst/>
          </a:prstGeom>
          <a:solidFill>
            <a:schemeClr val="bg1"/>
          </a:solidFill>
          <a:ln w="9525">
            <a:solidFill>
              <a:schemeClr val="accent3"/>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4" name="Manager Level Placeholder 6">
            <a:extLst>
              <a:ext uri="{FF2B5EF4-FFF2-40B4-BE49-F238E27FC236}">
                <a16:creationId xmlns:a16="http://schemas.microsoft.com/office/drawing/2014/main" id="{1FC93037-72C8-E443-9E5D-D4CCFF29F738}"/>
              </a:ext>
            </a:extLst>
          </p:cNvPr>
          <p:cNvSpPr>
            <a:spLocks noGrp="1"/>
          </p:cNvSpPr>
          <p:nvPr>
            <p:ph type="body" sz="quarter" idx="28" hasCustomPrompt="1"/>
          </p:nvPr>
        </p:nvSpPr>
        <p:spPr>
          <a:xfrm>
            <a:off x="7439559" y="1751194"/>
            <a:ext cx="1196721" cy="320857"/>
          </a:xfrm>
          <a:prstGeom prst="rect">
            <a:avLst/>
          </a:prstGeom>
          <a:solidFill>
            <a:schemeClr val="bg2"/>
          </a:solidFill>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51" name="Second Level Placeholder 6.1">
            <a:extLst>
              <a:ext uri="{FF2B5EF4-FFF2-40B4-BE49-F238E27FC236}">
                <a16:creationId xmlns:a16="http://schemas.microsoft.com/office/drawing/2014/main" id="{3148316F-5748-6C4C-B920-D376989AE9C0}"/>
              </a:ext>
            </a:extLst>
          </p:cNvPr>
          <p:cNvSpPr>
            <a:spLocks noGrp="1"/>
          </p:cNvSpPr>
          <p:nvPr>
            <p:ph type="body" sz="quarter" idx="55" hasCustomPrompt="1"/>
          </p:nvPr>
        </p:nvSpPr>
        <p:spPr>
          <a:xfrm>
            <a:off x="7439559" y="2177292"/>
            <a:ext cx="1196721" cy="320857"/>
          </a:xfrm>
          <a:prstGeom prst="rect">
            <a:avLst/>
          </a:prstGeom>
          <a:solidFill>
            <a:schemeClr val="bg1"/>
          </a:solidFill>
          <a:ln w="9525">
            <a:solidFill>
              <a:schemeClr val="bg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52" name="Second Level Placeholder 6.2">
            <a:extLst>
              <a:ext uri="{FF2B5EF4-FFF2-40B4-BE49-F238E27FC236}">
                <a16:creationId xmlns:a16="http://schemas.microsoft.com/office/drawing/2014/main" id="{E9E41AB5-50EC-2F48-BE49-BD3648988A4F}"/>
              </a:ext>
            </a:extLst>
          </p:cNvPr>
          <p:cNvSpPr>
            <a:spLocks noGrp="1"/>
          </p:cNvSpPr>
          <p:nvPr>
            <p:ph type="body" sz="quarter" idx="56" hasCustomPrompt="1"/>
          </p:nvPr>
        </p:nvSpPr>
        <p:spPr>
          <a:xfrm>
            <a:off x="7439559" y="2622130"/>
            <a:ext cx="1196721" cy="320857"/>
          </a:xfrm>
          <a:prstGeom prst="rect">
            <a:avLst/>
          </a:prstGeom>
          <a:solidFill>
            <a:schemeClr val="bg1"/>
          </a:solidFill>
          <a:ln w="9525">
            <a:solidFill>
              <a:schemeClr val="bg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53" name="Second Level Placeholder 6.3">
            <a:extLst>
              <a:ext uri="{FF2B5EF4-FFF2-40B4-BE49-F238E27FC236}">
                <a16:creationId xmlns:a16="http://schemas.microsoft.com/office/drawing/2014/main" id="{54026AE3-B38B-074F-9931-4FA5CF7A0C97}"/>
              </a:ext>
            </a:extLst>
          </p:cNvPr>
          <p:cNvSpPr>
            <a:spLocks noGrp="1"/>
          </p:cNvSpPr>
          <p:nvPr>
            <p:ph type="body" sz="quarter" idx="57" hasCustomPrompt="1"/>
          </p:nvPr>
        </p:nvSpPr>
        <p:spPr>
          <a:xfrm>
            <a:off x="7439559" y="3066969"/>
            <a:ext cx="1196721" cy="320857"/>
          </a:xfrm>
          <a:prstGeom prst="rect">
            <a:avLst/>
          </a:prstGeom>
          <a:solidFill>
            <a:schemeClr val="bg1"/>
          </a:solidFill>
          <a:ln w="9525">
            <a:solidFill>
              <a:schemeClr val="bg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54" name="Second Level Placeholder 6.4">
            <a:extLst>
              <a:ext uri="{FF2B5EF4-FFF2-40B4-BE49-F238E27FC236}">
                <a16:creationId xmlns:a16="http://schemas.microsoft.com/office/drawing/2014/main" id="{C79A87EB-6B35-7945-9BD2-F0FFB3EF63D0}"/>
              </a:ext>
            </a:extLst>
          </p:cNvPr>
          <p:cNvSpPr>
            <a:spLocks noGrp="1"/>
          </p:cNvSpPr>
          <p:nvPr>
            <p:ph type="body" sz="quarter" idx="58" hasCustomPrompt="1"/>
          </p:nvPr>
        </p:nvSpPr>
        <p:spPr>
          <a:xfrm>
            <a:off x="7439559" y="3511807"/>
            <a:ext cx="1196721" cy="320857"/>
          </a:xfrm>
          <a:prstGeom prst="rect">
            <a:avLst/>
          </a:prstGeom>
          <a:solidFill>
            <a:schemeClr val="bg1"/>
          </a:solidFill>
          <a:ln w="9525">
            <a:solidFill>
              <a:schemeClr val="bg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55" name="Second Level Placeholder 6.5">
            <a:extLst>
              <a:ext uri="{FF2B5EF4-FFF2-40B4-BE49-F238E27FC236}">
                <a16:creationId xmlns:a16="http://schemas.microsoft.com/office/drawing/2014/main" id="{17CE0031-1A3A-F94E-8C3A-DC4B8CDF7BA8}"/>
              </a:ext>
            </a:extLst>
          </p:cNvPr>
          <p:cNvSpPr>
            <a:spLocks noGrp="1"/>
          </p:cNvSpPr>
          <p:nvPr>
            <p:ph type="body" sz="quarter" idx="59" hasCustomPrompt="1"/>
          </p:nvPr>
        </p:nvSpPr>
        <p:spPr>
          <a:xfrm>
            <a:off x="7439559" y="3956644"/>
            <a:ext cx="1196721" cy="320857"/>
          </a:xfrm>
          <a:prstGeom prst="rect">
            <a:avLst/>
          </a:prstGeom>
          <a:solidFill>
            <a:schemeClr val="bg1"/>
          </a:solidFill>
          <a:ln w="9525">
            <a:solidFill>
              <a:schemeClr val="bg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 name="Footer Placeholder 2">
            <a:extLst>
              <a:ext uri="{FF2B5EF4-FFF2-40B4-BE49-F238E27FC236}">
                <a16:creationId xmlns:a16="http://schemas.microsoft.com/office/drawing/2014/main" id="{D5A9B7BB-ACA3-BE45-8367-2E96893361BB}"/>
              </a:ext>
            </a:extLst>
          </p:cNvPr>
          <p:cNvSpPr>
            <a:spLocks noGrp="1"/>
          </p:cNvSpPr>
          <p:nvPr>
            <p:ph type="ftr" sz="quarter" idx="6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4" name="Slide Number Placeholder 3">
            <a:extLst>
              <a:ext uri="{FF2B5EF4-FFF2-40B4-BE49-F238E27FC236}">
                <a16:creationId xmlns:a16="http://schemas.microsoft.com/office/drawing/2014/main" id="{7E7D113C-5F86-5C41-A8FB-FA9507C5FA41}"/>
              </a:ext>
            </a:extLst>
          </p:cNvPr>
          <p:cNvSpPr>
            <a:spLocks noGrp="1"/>
          </p:cNvSpPr>
          <p:nvPr>
            <p:ph type="sldNum" sz="quarter" idx="61"/>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2746365557"/>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Organizational Chart (purp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778669" y="428626"/>
            <a:ext cx="7586663" cy="452628"/>
          </a:xfrm>
        </p:spPr>
        <p:txBody>
          <a:bodyPr/>
          <a:lstStyle>
            <a:lvl1pPr algn="ctr">
              <a:lnSpc>
                <a:spcPct val="110000"/>
              </a:lnSpc>
              <a:defRPr/>
            </a:lvl1pPr>
          </a:lstStyle>
          <a:p>
            <a:r>
              <a:rPr lang="en-US"/>
              <a:t>Click to edit Master title style</a:t>
            </a:r>
          </a:p>
        </p:txBody>
      </p:sp>
      <p:sp>
        <p:nvSpPr>
          <p:cNvPr id="25" name="Level 1 Placeholder">
            <a:extLst>
              <a:ext uri="{FF2B5EF4-FFF2-40B4-BE49-F238E27FC236}">
                <a16:creationId xmlns:a16="http://schemas.microsoft.com/office/drawing/2014/main" id="{47D3E95C-90E6-5C4C-835C-EF6EC8041388}"/>
              </a:ext>
            </a:extLst>
          </p:cNvPr>
          <p:cNvSpPr>
            <a:spLocks noGrp="1"/>
          </p:cNvSpPr>
          <p:nvPr>
            <p:ph type="body" sz="quarter" idx="29" hasCustomPrompt="1"/>
          </p:nvPr>
        </p:nvSpPr>
        <p:spPr>
          <a:xfrm>
            <a:off x="3770757" y="1143000"/>
            <a:ext cx="1600200" cy="400050"/>
          </a:xfrm>
          <a:prstGeom prst="rect">
            <a:avLst/>
          </a:prstGeom>
          <a:gradFill>
            <a:gsLst>
              <a:gs pos="0">
                <a:schemeClr val="tx2"/>
              </a:gs>
              <a:gs pos="33000">
                <a:schemeClr val="accent1">
                  <a:lumMod val="100000"/>
                </a:schemeClr>
              </a:gs>
              <a:gs pos="100000">
                <a:schemeClr val="bg2"/>
              </a:gs>
            </a:gsLst>
            <a:lin ang="0" scaled="1"/>
          </a:gradFill>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10" name="Manager Level Placeholder 1">
            <a:extLst>
              <a:ext uri="{FF2B5EF4-FFF2-40B4-BE49-F238E27FC236}">
                <a16:creationId xmlns:a16="http://schemas.microsoft.com/office/drawing/2014/main" id="{6E5CC9C5-FC42-0546-8EDD-FF222D9CDBF0}"/>
              </a:ext>
            </a:extLst>
          </p:cNvPr>
          <p:cNvSpPr>
            <a:spLocks noGrp="1"/>
          </p:cNvSpPr>
          <p:nvPr>
            <p:ph type="body" sz="quarter" idx="21" hasCustomPrompt="1"/>
          </p:nvPr>
        </p:nvSpPr>
        <p:spPr>
          <a:xfrm>
            <a:off x="531267" y="1751194"/>
            <a:ext cx="1196721" cy="320857"/>
          </a:xfrm>
          <a:prstGeom prst="rect">
            <a:avLst/>
          </a:prstGeom>
          <a:solidFill>
            <a:schemeClr val="tx2"/>
          </a:solidFill>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6" name="Second Level Placeholder 1.1">
            <a:extLst>
              <a:ext uri="{FF2B5EF4-FFF2-40B4-BE49-F238E27FC236}">
                <a16:creationId xmlns:a16="http://schemas.microsoft.com/office/drawing/2014/main" id="{39D27ED3-BDE8-D445-BB25-1205FEBEB056}"/>
              </a:ext>
            </a:extLst>
          </p:cNvPr>
          <p:cNvSpPr>
            <a:spLocks noGrp="1"/>
          </p:cNvSpPr>
          <p:nvPr>
            <p:ph type="body" sz="quarter" idx="30" hasCustomPrompt="1"/>
          </p:nvPr>
        </p:nvSpPr>
        <p:spPr>
          <a:xfrm>
            <a:off x="531267" y="2178888"/>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7" name="Second Level Placeholder 1.2">
            <a:extLst>
              <a:ext uri="{FF2B5EF4-FFF2-40B4-BE49-F238E27FC236}">
                <a16:creationId xmlns:a16="http://schemas.microsoft.com/office/drawing/2014/main" id="{E51C0ABB-B096-6E4C-84AE-2CB2EA5164F5}"/>
              </a:ext>
            </a:extLst>
          </p:cNvPr>
          <p:cNvSpPr>
            <a:spLocks noGrp="1"/>
          </p:cNvSpPr>
          <p:nvPr>
            <p:ph type="body" sz="quarter" idx="31" hasCustomPrompt="1"/>
          </p:nvPr>
        </p:nvSpPr>
        <p:spPr>
          <a:xfrm>
            <a:off x="531267" y="2623727"/>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8" name="Second Level Placeholder 1.3">
            <a:extLst>
              <a:ext uri="{FF2B5EF4-FFF2-40B4-BE49-F238E27FC236}">
                <a16:creationId xmlns:a16="http://schemas.microsoft.com/office/drawing/2014/main" id="{16BC5012-96E2-084B-9FAA-44DE18FDC1DD}"/>
              </a:ext>
            </a:extLst>
          </p:cNvPr>
          <p:cNvSpPr>
            <a:spLocks noGrp="1"/>
          </p:cNvSpPr>
          <p:nvPr>
            <p:ph type="body" sz="quarter" idx="32" hasCustomPrompt="1"/>
          </p:nvPr>
        </p:nvSpPr>
        <p:spPr>
          <a:xfrm>
            <a:off x="531267" y="3068565"/>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9" name="Second Level Placeholder 1.4">
            <a:extLst>
              <a:ext uri="{FF2B5EF4-FFF2-40B4-BE49-F238E27FC236}">
                <a16:creationId xmlns:a16="http://schemas.microsoft.com/office/drawing/2014/main" id="{C7F07616-07A5-1249-8812-08F3F8606279}"/>
              </a:ext>
            </a:extLst>
          </p:cNvPr>
          <p:cNvSpPr>
            <a:spLocks noGrp="1"/>
          </p:cNvSpPr>
          <p:nvPr>
            <p:ph type="body" sz="quarter" idx="33" hasCustomPrompt="1"/>
          </p:nvPr>
        </p:nvSpPr>
        <p:spPr>
          <a:xfrm>
            <a:off x="531267" y="3513404"/>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0" name="Second Level Placeholder 1.5">
            <a:extLst>
              <a:ext uri="{FF2B5EF4-FFF2-40B4-BE49-F238E27FC236}">
                <a16:creationId xmlns:a16="http://schemas.microsoft.com/office/drawing/2014/main" id="{B2956358-6510-C746-93DC-589EBD6DE11C}"/>
              </a:ext>
            </a:extLst>
          </p:cNvPr>
          <p:cNvSpPr>
            <a:spLocks noGrp="1"/>
          </p:cNvSpPr>
          <p:nvPr>
            <p:ph type="body" sz="quarter" idx="34" hasCustomPrompt="1"/>
          </p:nvPr>
        </p:nvSpPr>
        <p:spPr>
          <a:xfrm>
            <a:off x="531267" y="3958241"/>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0" name="Manager Level Placeholder 2">
            <a:extLst>
              <a:ext uri="{FF2B5EF4-FFF2-40B4-BE49-F238E27FC236}">
                <a16:creationId xmlns:a16="http://schemas.microsoft.com/office/drawing/2014/main" id="{49F6F01B-8FE9-094E-A5CD-CEF362A71A42}"/>
              </a:ext>
            </a:extLst>
          </p:cNvPr>
          <p:cNvSpPr>
            <a:spLocks noGrp="1"/>
          </p:cNvSpPr>
          <p:nvPr>
            <p:ph type="body" sz="quarter" idx="24" hasCustomPrompt="1"/>
          </p:nvPr>
        </p:nvSpPr>
        <p:spPr>
          <a:xfrm>
            <a:off x="1912925" y="1751196"/>
            <a:ext cx="1196721" cy="320857"/>
          </a:xfrm>
          <a:prstGeom prst="rect">
            <a:avLst/>
          </a:prstGeom>
          <a:solidFill>
            <a:schemeClr val="tx2"/>
          </a:solidFill>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1" name="Second Level Placeholder 2.1">
            <a:extLst>
              <a:ext uri="{FF2B5EF4-FFF2-40B4-BE49-F238E27FC236}">
                <a16:creationId xmlns:a16="http://schemas.microsoft.com/office/drawing/2014/main" id="{0321D6FE-C2AF-0744-91B0-63742E4B90FB}"/>
              </a:ext>
            </a:extLst>
          </p:cNvPr>
          <p:cNvSpPr>
            <a:spLocks noGrp="1"/>
          </p:cNvSpPr>
          <p:nvPr>
            <p:ph type="body" sz="quarter" idx="35" hasCustomPrompt="1"/>
          </p:nvPr>
        </p:nvSpPr>
        <p:spPr>
          <a:xfrm>
            <a:off x="1912925" y="2178888"/>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2" name="Second Level Placeholder 2.2">
            <a:extLst>
              <a:ext uri="{FF2B5EF4-FFF2-40B4-BE49-F238E27FC236}">
                <a16:creationId xmlns:a16="http://schemas.microsoft.com/office/drawing/2014/main" id="{9048B5B0-7DB8-CE48-80C8-1FD4DE15581C}"/>
              </a:ext>
            </a:extLst>
          </p:cNvPr>
          <p:cNvSpPr>
            <a:spLocks noGrp="1"/>
          </p:cNvSpPr>
          <p:nvPr>
            <p:ph type="body" sz="quarter" idx="36" hasCustomPrompt="1"/>
          </p:nvPr>
        </p:nvSpPr>
        <p:spPr>
          <a:xfrm>
            <a:off x="1912925" y="2623727"/>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3" name="Second Level Placeholder 2.3">
            <a:extLst>
              <a:ext uri="{FF2B5EF4-FFF2-40B4-BE49-F238E27FC236}">
                <a16:creationId xmlns:a16="http://schemas.microsoft.com/office/drawing/2014/main" id="{AACD403E-F235-114E-864C-AAFC6BF496EF}"/>
              </a:ext>
            </a:extLst>
          </p:cNvPr>
          <p:cNvSpPr>
            <a:spLocks noGrp="1"/>
          </p:cNvSpPr>
          <p:nvPr>
            <p:ph type="body" sz="quarter" idx="37" hasCustomPrompt="1"/>
          </p:nvPr>
        </p:nvSpPr>
        <p:spPr>
          <a:xfrm>
            <a:off x="1912925" y="3068565"/>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4" name="Second Level Placeholder 2.4">
            <a:extLst>
              <a:ext uri="{FF2B5EF4-FFF2-40B4-BE49-F238E27FC236}">
                <a16:creationId xmlns:a16="http://schemas.microsoft.com/office/drawing/2014/main" id="{6CD8442C-1632-3A42-9265-DE0258EB489F}"/>
              </a:ext>
            </a:extLst>
          </p:cNvPr>
          <p:cNvSpPr>
            <a:spLocks noGrp="1"/>
          </p:cNvSpPr>
          <p:nvPr>
            <p:ph type="body" sz="quarter" idx="38" hasCustomPrompt="1"/>
          </p:nvPr>
        </p:nvSpPr>
        <p:spPr>
          <a:xfrm>
            <a:off x="1912925" y="3513404"/>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5" name="Second Level Placeholder 2.5">
            <a:extLst>
              <a:ext uri="{FF2B5EF4-FFF2-40B4-BE49-F238E27FC236}">
                <a16:creationId xmlns:a16="http://schemas.microsoft.com/office/drawing/2014/main" id="{7A6ED072-B896-354B-94AC-8CF90B079BEC}"/>
              </a:ext>
            </a:extLst>
          </p:cNvPr>
          <p:cNvSpPr>
            <a:spLocks noGrp="1"/>
          </p:cNvSpPr>
          <p:nvPr>
            <p:ph type="body" sz="quarter" idx="39" hasCustomPrompt="1"/>
          </p:nvPr>
        </p:nvSpPr>
        <p:spPr>
          <a:xfrm>
            <a:off x="1912925" y="3958241"/>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1" name="Manager Level Placeholder 3">
            <a:extLst>
              <a:ext uri="{FF2B5EF4-FFF2-40B4-BE49-F238E27FC236}">
                <a16:creationId xmlns:a16="http://schemas.microsoft.com/office/drawing/2014/main" id="{CCC3B272-EC9B-F247-B6B7-986EB6EE3E5B}"/>
              </a:ext>
            </a:extLst>
          </p:cNvPr>
          <p:cNvSpPr>
            <a:spLocks noGrp="1"/>
          </p:cNvSpPr>
          <p:nvPr>
            <p:ph type="body" sz="quarter" idx="25" hasCustomPrompt="1"/>
          </p:nvPr>
        </p:nvSpPr>
        <p:spPr>
          <a:xfrm>
            <a:off x="3294584" y="1751196"/>
            <a:ext cx="1196721" cy="320857"/>
          </a:xfrm>
          <a:prstGeom prst="rect">
            <a:avLst/>
          </a:prstGeom>
          <a:solidFill>
            <a:schemeClr val="tx2"/>
          </a:solidFill>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6" name="Second Level Placeholder 3.1">
            <a:extLst>
              <a:ext uri="{FF2B5EF4-FFF2-40B4-BE49-F238E27FC236}">
                <a16:creationId xmlns:a16="http://schemas.microsoft.com/office/drawing/2014/main" id="{03E2C121-04C7-6B4A-87D5-3C2C0A2D2258}"/>
              </a:ext>
            </a:extLst>
          </p:cNvPr>
          <p:cNvSpPr>
            <a:spLocks noGrp="1"/>
          </p:cNvSpPr>
          <p:nvPr>
            <p:ph type="body" sz="quarter" idx="40" hasCustomPrompt="1"/>
          </p:nvPr>
        </p:nvSpPr>
        <p:spPr>
          <a:xfrm>
            <a:off x="3294584" y="2178888"/>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7" name="Second Level Placeholder 3.2">
            <a:extLst>
              <a:ext uri="{FF2B5EF4-FFF2-40B4-BE49-F238E27FC236}">
                <a16:creationId xmlns:a16="http://schemas.microsoft.com/office/drawing/2014/main" id="{66FAEAE8-4381-D44B-B40C-113C0FECC1C7}"/>
              </a:ext>
            </a:extLst>
          </p:cNvPr>
          <p:cNvSpPr>
            <a:spLocks noGrp="1"/>
          </p:cNvSpPr>
          <p:nvPr>
            <p:ph type="body" sz="quarter" idx="41" hasCustomPrompt="1"/>
          </p:nvPr>
        </p:nvSpPr>
        <p:spPr>
          <a:xfrm>
            <a:off x="3294584" y="2623727"/>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8" name="Second Level Placeholder 3.3">
            <a:extLst>
              <a:ext uri="{FF2B5EF4-FFF2-40B4-BE49-F238E27FC236}">
                <a16:creationId xmlns:a16="http://schemas.microsoft.com/office/drawing/2014/main" id="{8AE337A1-75B2-8544-AE39-03124E4F7DF5}"/>
              </a:ext>
            </a:extLst>
          </p:cNvPr>
          <p:cNvSpPr>
            <a:spLocks noGrp="1"/>
          </p:cNvSpPr>
          <p:nvPr>
            <p:ph type="body" sz="quarter" idx="42" hasCustomPrompt="1"/>
          </p:nvPr>
        </p:nvSpPr>
        <p:spPr>
          <a:xfrm>
            <a:off x="3294584" y="3068565"/>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9" name="Second Level Placeholder 3.4">
            <a:extLst>
              <a:ext uri="{FF2B5EF4-FFF2-40B4-BE49-F238E27FC236}">
                <a16:creationId xmlns:a16="http://schemas.microsoft.com/office/drawing/2014/main" id="{E29B3EDF-3660-1B45-B039-14935DB799A0}"/>
              </a:ext>
            </a:extLst>
          </p:cNvPr>
          <p:cNvSpPr>
            <a:spLocks noGrp="1"/>
          </p:cNvSpPr>
          <p:nvPr>
            <p:ph type="body" sz="quarter" idx="43" hasCustomPrompt="1"/>
          </p:nvPr>
        </p:nvSpPr>
        <p:spPr>
          <a:xfrm>
            <a:off x="3294584" y="3513404"/>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0" name="Second Level Placeholder 3.5">
            <a:extLst>
              <a:ext uri="{FF2B5EF4-FFF2-40B4-BE49-F238E27FC236}">
                <a16:creationId xmlns:a16="http://schemas.microsoft.com/office/drawing/2014/main" id="{BCE910AE-79C3-A24D-9BC3-42226894DF25}"/>
              </a:ext>
            </a:extLst>
          </p:cNvPr>
          <p:cNvSpPr>
            <a:spLocks noGrp="1"/>
          </p:cNvSpPr>
          <p:nvPr>
            <p:ph type="body" sz="quarter" idx="44" hasCustomPrompt="1"/>
          </p:nvPr>
        </p:nvSpPr>
        <p:spPr>
          <a:xfrm>
            <a:off x="3294584" y="3958241"/>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2" name="Manager Level Placeholder 4">
            <a:extLst>
              <a:ext uri="{FF2B5EF4-FFF2-40B4-BE49-F238E27FC236}">
                <a16:creationId xmlns:a16="http://schemas.microsoft.com/office/drawing/2014/main" id="{AAE3BFA7-676E-D04F-8F92-2D4639EEEF22}"/>
              </a:ext>
            </a:extLst>
          </p:cNvPr>
          <p:cNvSpPr>
            <a:spLocks noGrp="1"/>
          </p:cNvSpPr>
          <p:nvPr>
            <p:ph type="body" sz="quarter" idx="26" hasCustomPrompt="1"/>
          </p:nvPr>
        </p:nvSpPr>
        <p:spPr>
          <a:xfrm>
            <a:off x="4676242" y="1751196"/>
            <a:ext cx="1196721" cy="320857"/>
          </a:xfrm>
          <a:prstGeom prst="rect">
            <a:avLst/>
          </a:prstGeom>
          <a:solidFill>
            <a:schemeClr val="tx2"/>
          </a:solidFill>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1" name="Second Level Placeholder 4.1">
            <a:extLst>
              <a:ext uri="{FF2B5EF4-FFF2-40B4-BE49-F238E27FC236}">
                <a16:creationId xmlns:a16="http://schemas.microsoft.com/office/drawing/2014/main" id="{6B38DB69-74A1-0B45-AF62-637F94841620}"/>
              </a:ext>
            </a:extLst>
          </p:cNvPr>
          <p:cNvSpPr>
            <a:spLocks noGrp="1"/>
          </p:cNvSpPr>
          <p:nvPr>
            <p:ph type="body" sz="quarter" idx="45" hasCustomPrompt="1"/>
          </p:nvPr>
        </p:nvSpPr>
        <p:spPr>
          <a:xfrm>
            <a:off x="4673107" y="2177292"/>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2" name="Second Level Placeholder 4.2">
            <a:extLst>
              <a:ext uri="{FF2B5EF4-FFF2-40B4-BE49-F238E27FC236}">
                <a16:creationId xmlns:a16="http://schemas.microsoft.com/office/drawing/2014/main" id="{502820C2-C294-0942-8F83-848944712AB1}"/>
              </a:ext>
            </a:extLst>
          </p:cNvPr>
          <p:cNvSpPr>
            <a:spLocks noGrp="1"/>
          </p:cNvSpPr>
          <p:nvPr>
            <p:ph type="body" sz="quarter" idx="46" hasCustomPrompt="1"/>
          </p:nvPr>
        </p:nvSpPr>
        <p:spPr>
          <a:xfrm>
            <a:off x="4673107" y="2622130"/>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3" name="Second Level Placeholder 4.3">
            <a:extLst>
              <a:ext uri="{FF2B5EF4-FFF2-40B4-BE49-F238E27FC236}">
                <a16:creationId xmlns:a16="http://schemas.microsoft.com/office/drawing/2014/main" id="{79A597E2-00C5-3840-8A24-D247CE8FC96B}"/>
              </a:ext>
            </a:extLst>
          </p:cNvPr>
          <p:cNvSpPr>
            <a:spLocks noGrp="1"/>
          </p:cNvSpPr>
          <p:nvPr>
            <p:ph type="body" sz="quarter" idx="47" hasCustomPrompt="1"/>
          </p:nvPr>
        </p:nvSpPr>
        <p:spPr>
          <a:xfrm>
            <a:off x="4673107" y="3066969"/>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4" name="Second Level Placeholder 4.4">
            <a:extLst>
              <a:ext uri="{FF2B5EF4-FFF2-40B4-BE49-F238E27FC236}">
                <a16:creationId xmlns:a16="http://schemas.microsoft.com/office/drawing/2014/main" id="{561324B1-B25D-6748-B81E-198A44D6CF43}"/>
              </a:ext>
            </a:extLst>
          </p:cNvPr>
          <p:cNvSpPr>
            <a:spLocks noGrp="1"/>
          </p:cNvSpPr>
          <p:nvPr>
            <p:ph type="body" sz="quarter" idx="48" hasCustomPrompt="1"/>
          </p:nvPr>
        </p:nvSpPr>
        <p:spPr>
          <a:xfrm>
            <a:off x="4673107" y="3511807"/>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5" name="Second Level Placeholder 4.5">
            <a:extLst>
              <a:ext uri="{FF2B5EF4-FFF2-40B4-BE49-F238E27FC236}">
                <a16:creationId xmlns:a16="http://schemas.microsoft.com/office/drawing/2014/main" id="{62982024-77B8-0343-9A8F-FA1A3C94CA3A}"/>
              </a:ext>
            </a:extLst>
          </p:cNvPr>
          <p:cNvSpPr>
            <a:spLocks noGrp="1"/>
          </p:cNvSpPr>
          <p:nvPr>
            <p:ph type="body" sz="quarter" idx="49" hasCustomPrompt="1"/>
          </p:nvPr>
        </p:nvSpPr>
        <p:spPr>
          <a:xfrm>
            <a:off x="4673107" y="3956644"/>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3" name="Manager Level Placeholder 5">
            <a:extLst>
              <a:ext uri="{FF2B5EF4-FFF2-40B4-BE49-F238E27FC236}">
                <a16:creationId xmlns:a16="http://schemas.microsoft.com/office/drawing/2014/main" id="{9F3DA2B9-E071-B543-BD3C-A23A03CD5729}"/>
              </a:ext>
            </a:extLst>
          </p:cNvPr>
          <p:cNvSpPr>
            <a:spLocks noGrp="1"/>
          </p:cNvSpPr>
          <p:nvPr>
            <p:ph type="body" sz="quarter" idx="27" hasCustomPrompt="1"/>
          </p:nvPr>
        </p:nvSpPr>
        <p:spPr>
          <a:xfrm>
            <a:off x="6057900" y="1751196"/>
            <a:ext cx="1196721" cy="320857"/>
          </a:xfrm>
          <a:prstGeom prst="rect">
            <a:avLst/>
          </a:prstGeom>
          <a:solidFill>
            <a:schemeClr val="tx2"/>
          </a:solidFill>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6" name="Second Level Placeholder 5.1">
            <a:extLst>
              <a:ext uri="{FF2B5EF4-FFF2-40B4-BE49-F238E27FC236}">
                <a16:creationId xmlns:a16="http://schemas.microsoft.com/office/drawing/2014/main" id="{4E6844FB-F421-1E4D-91F0-4E06BCA8E5D9}"/>
              </a:ext>
            </a:extLst>
          </p:cNvPr>
          <p:cNvSpPr>
            <a:spLocks noGrp="1"/>
          </p:cNvSpPr>
          <p:nvPr>
            <p:ph type="body" sz="quarter" idx="50" hasCustomPrompt="1"/>
          </p:nvPr>
        </p:nvSpPr>
        <p:spPr>
          <a:xfrm>
            <a:off x="6057900" y="2177292"/>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7" name="Second Level Placeholder 5.2">
            <a:extLst>
              <a:ext uri="{FF2B5EF4-FFF2-40B4-BE49-F238E27FC236}">
                <a16:creationId xmlns:a16="http://schemas.microsoft.com/office/drawing/2014/main" id="{CDACA750-48BD-134C-8B39-53171E2D6519}"/>
              </a:ext>
            </a:extLst>
          </p:cNvPr>
          <p:cNvSpPr>
            <a:spLocks noGrp="1"/>
          </p:cNvSpPr>
          <p:nvPr>
            <p:ph type="body" sz="quarter" idx="51" hasCustomPrompt="1"/>
          </p:nvPr>
        </p:nvSpPr>
        <p:spPr>
          <a:xfrm>
            <a:off x="6057900" y="2622130"/>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8" name="Second Level Placeholder 5.3">
            <a:extLst>
              <a:ext uri="{FF2B5EF4-FFF2-40B4-BE49-F238E27FC236}">
                <a16:creationId xmlns:a16="http://schemas.microsoft.com/office/drawing/2014/main" id="{580D3F0C-8529-654F-BF99-21BF68E346E6}"/>
              </a:ext>
            </a:extLst>
          </p:cNvPr>
          <p:cNvSpPr>
            <a:spLocks noGrp="1"/>
          </p:cNvSpPr>
          <p:nvPr>
            <p:ph type="body" sz="quarter" idx="52" hasCustomPrompt="1"/>
          </p:nvPr>
        </p:nvSpPr>
        <p:spPr>
          <a:xfrm>
            <a:off x="6057900" y="3066969"/>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49" name="Second Level Placeholder 5.4">
            <a:extLst>
              <a:ext uri="{FF2B5EF4-FFF2-40B4-BE49-F238E27FC236}">
                <a16:creationId xmlns:a16="http://schemas.microsoft.com/office/drawing/2014/main" id="{479721BB-A338-F143-BF29-4C117BF2B9CD}"/>
              </a:ext>
            </a:extLst>
          </p:cNvPr>
          <p:cNvSpPr>
            <a:spLocks noGrp="1"/>
          </p:cNvSpPr>
          <p:nvPr>
            <p:ph type="body" sz="quarter" idx="53" hasCustomPrompt="1"/>
          </p:nvPr>
        </p:nvSpPr>
        <p:spPr>
          <a:xfrm>
            <a:off x="6057900" y="3511807"/>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50" name="Second Level Placeholder 5.5">
            <a:extLst>
              <a:ext uri="{FF2B5EF4-FFF2-40B4-BE49-F238E27FC236}">
                <a16:creationId xmlns:a16="http://schemas.microsoft.com/office/drawing/2014/main" id="{18EB0300-C71A-254F-B484-D2F00BF2D4F4}"/>
              </a:ext>
            </a:extLst>
          </p:cNvPr>
          <p:cNvSpPr>
            <a:spLocks noGrp="1"/>
          </p:cNvSpPr>
          <p:nvPr>
            <p:ph type="body" sz="quarter" idx="54" hasCustomPrompt="1"/>
          </p:nvPr>
        </p:nvSpPr>
        <p:spPr>
          <a:xfrm>
            <a:off x="6057900" y="3956644"/>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24" name="Manager Level Placeholder 6">
            <a:extLst>
              <a:ext uri="{FF2B5EF4-FFF2-40B4-BE49-F238E27FC236}">
                <a16:creationId xmlns:a16="http://schemas.microsoft.com/office/drawing/2014/main" id="{1FC93037-72C8-E443-9E5D-D4CCFF29F738}"/>
              </a:ext>
            </a:extLst>
          </p:cNvPr>
          <p:cNvSpPr>
            <a:spLocks noGrp="1"/>
          </p:cNvSpPr>
          <p:nvPr>
            <p:ph type="body" sz="quarter" idx="28" hasCustomPrompt="1"/>
          </p:nvPr>
        </p:nvSpPr>
        <p:spPr>
          <a:xfrm>
            <a:off x="7439559" y="1751194"/>
            <a:ext cx="1196721" cy="320857"/>
          </a:xfrm>
          <a:prstGeom prst="rect">
            <a:avLst/>
          </a:prstGeom>
          <a:solidFill>
            <a:schemeClr val="tx2"/>
          </a:solidFill>
        </p:spPr>
        <p:txBody>
          <a:bodyPr lIns="45720" rIns="45720" anchor="ctr" anchorCtr="0"/>
          <a:lstStyle>
            <a:lvl1pPr algn="ctr">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51" name="Second Level Placeholder 6.1">
            <a:extLst>
              <a:ext uri="{FF2B5EF4-FFF2-40B4-BE49-F238E27FC236}">
                <a16:creationId xmlns:a16="http://schemas.microsoft.com/office/drawing/2014/main" id="{3148316F-5748-6C4C-B920-D376989AE9C0}"/>
              </a:ext>
            </a:extLst>
          </p:cNvPr>
          <p:cNvSpPr>
            <a:spLocks noGrp="1"/>
          </p:cNvSpPr>
          <p:nvPr>
            <p:ph type="body" sz="quarter" idx="55" hasCustomPrompt="1"/>
          </p:nvPr>
        </p:nvSpPr>
        <p:spPr>
          <a:xfrm>
            <a:off x="7439559" y="2177292"/>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52" name="Second Level Placeholder 6.2">
            <a:extLst>
              <a:ext uri="{FF2B5EF4-FFF2-40B4-BE49-F238E27FC236}">
                <a16:creationId xmlns:a16="http://schemas.microsoft.com/office/drawing/2014/main" id="{E9E41AB5-50EC-2F48-BE49-BD3648988A4F}"/>
              </a:ext>
            </a:extLst>
          </p:cNvPr>
          <p:cNvSpPr>
            <a:spLocks noGrp="1"/>
          </p:cNvSpPr>
          <p:nvPr>
            <p:ph type="body" sz="quarter" idx="56" hasCustomPrompt="1"/>
          </p:nvPr>
        </p:nvSpPr>
        <p:spPr>
          <a:xfrm>
            <a:off x="7439559" y="2622130"/>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53" name="Second Level Placeholder 6.3">
            <a:extLst>
              <a:ext uri="{FF2B5EF4-FFF2-40B4-BE49-F238E27FC236}">
                <a16:creationId xmlns:a16="http://schemas.microsoft.com/office/drawing/2014/main" id="{54026AE3-B38B-074F-9931-4FA5CF7A0C97}"/>
              </a:ext>
            </a:extLst>
          </p:cNvPr>
          <p:cNvSpPr>
            <a:spLocks noGrp="1"/>
          </p:cNvSpPr>
          <p:nvPr>
            <p:ph type="body" sz="quarter" idx="57" hasCustomPrompt="1"/>
          </p:nvPr>
        </p:nvSpPr>
        <p:spPr>
          <a:xfrm>
            <a:off x="7439559" y="3066969"/>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54" name="Second Level Placeholder 6.4">
            <a:extLst>
              <a:ext uri="{FF2B5EF4-FFF2-40B4-BE49-F238E27FC236}">
                <a16:creationId xmlns:a16="http://schemas.microsoft.com/office/drawing/2014/main" id="{C79A87EB-6B35-7945-9BD2-F0FFB3EF63D0}"/>
              </a:ext>
            </a:extLst>
          </p:cNvPr>
          <p:cNvSpPr>
            <a:spLocks noGrp="1"/>
          </p:cNvSpPr>
          <p:nvPr>
            <p:ph type="body" sz="quarter" idx="58" hasCustomPrompt="1"/>
          </p:nvPr>
        </p:nvSpPr>
        <p:spPr>
          <a:xfrm>
            <a:off x="7439559" y="3511807"/>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55" name="Second Level Placeholder 6.5">
            <a:extLst>
              <a:ext uri="{FF2B5EF4-FFF2-40B4-BE49-F238E27FC236}">
                <a16:creationId xmlns:a16="http://schemas.microsoft.com/office/drawing/2014/main" id="{17CE0031-1A3A-F94E-8C3A-DC4B8CDF7BA8}"/>
              </a:ext>
            </a:extLst>
          </p:cNvPr>
          <p:cNvSpPr>
            <a:spLocks noGrp="1"/>
          </p:cNvSpPr>
          <p:nvPr>
            <p:ph type="body" sz="quarter" idx="59" hasCustomPrompt="1"/>
          </p:nvPr>
        </p:nvSpPr>
        <p:spPr>
          <a:xfrm>
            <a:off x="7439559" y="3956644"/>
            <a:ext cx="1196721" cy="320857"/>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675"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675"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3" name="Footer Placeholder 2">
            <a:extLst>
              <a:ext uri="{FF2B5EF4-FFF2-40B4-BE49-F238E27FC236}">
                <a16:creationId xmlns:a16="http://schemas.microsoft.com/office/drawing/2014/main" id="{D5A9B7BB-ACA3-BE45-8367-2E96893361BB}"/>
              </a:ext>
            </a:extLst>
          </p:cNvPr>
          <p:cNvSpPr>
            <a:spLocks noGrp="1"/>
          </p:cNvSpPr>
          <p:nvPr>
            <p:ph type="ftr" sz="quarter" idx="6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4" name="Slide Number Placeholder 3">
            <a:extLst>
              <a:ext uri="{FF2B5EF4-FFF2-40B4-BE49-F238E27FC236}">
                <a16:creationId xmlns:a16="http://schemas.microsoft.com/office/drawing/2014/main" id="{7E7D113C-5F86-5C41-A8FB-FA9507C5FA41}"/>
              </a:ext>
            </a:extLst>
          </p:cNvPr>
          <p:cNvSpPr>
            <a:spLocks noGrp="1"/>
          </p:cNvSpPr>
          <p:nvPr>
            <p:ph type="sldNum" sz="quarter" idx="61"/>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776549397"/>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Headshot Organizational Chart ">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778669" y="428626"/>
            <a:ext cx="7586663" cy="452628"/>
          </a:xfrm>
        </p:spPr>
        <p:txBody>
          <a:bodyPr/>
          <a:lstStyle>
            <a:lvl1pPr algn="ctr">
              <a:lnSpc>
                <a:spcPct val="110000"/>
              </a:lnSpc>
              <a:defRPr/>
            </a:lvl1pPr>
          </a:lstStyle>
          <a:p>
            <a:r>
              <a:rPr lang="en-US"/>
              <a:t>Click to edit Master title style</a:t>
            </a:r>
          </a:p>
        </p:txBody>
      </p:sp>
      <p:sp>
        <p:nvSpPr>
          <p:cNvPr id="10" name="Name / Title Placeholder 1">
            <a:extLst>
              <a:ext uri="{FF2B5EF4-FFF2-40B4-BE49-F238E27FC236}">
                <a16:creationId xmlns:a16="http://schemas.microsoft.com/office/drawing/2014/main" id="{6E5CC9C5-FC42-0546-8EDD-FF222D9CDBF0}"/>
              </a:ext>
            </a:extLst>
          </p:cNvPr>
          <p:cNvSpPr>
            <a:spLocks noGrp="1"/>
          </p:cNvSpPr>
          <p:nvPr>
            <p:ph type="body" sz="quarter" idx="21" hasCustomPrompt="1"/>
          </p:nvPr>
        </p:nvSpPr>
        <p:spPr>
          <a:xfrm>
            <a:off x="4287965" y="1241221"/>
            <a:ext cx="1196721" cy="320857"/>
          </a:xfrm>
          <a:prstGeom prst="rect">
            <a:avLst/>
          </a:prstGeom>
          <a:solidFill>
            <a:schemeClr val="tx2"/>
          </a:solidFill>
        </p:spPr>
        <p:txBody>
          <a:bodyPr lIns="91440" tIns="0" rIns="91440" bIns="0" anchor="ctr" anchorCtr="0"/>
          <a:lstStyle>
            <a:lvl1pPr algn="l">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56" name="Headshot Placeholder 1">
            <a:extLst>
              <a:ext uri="{FF2B5EF4-FFF2-40B4-BE49-F238E27FC236}">
                <a16:creationId xmlns:a16="http://schemas.microsoft.com/office/drawing/2014/main" id="{EFFAF860-6497-3D4F-9068-B0620C760F22}"/>
              </a:ext>
            </a:extLst>
          </p:cNvPr>
          <p:cNvSpPr>
            <a:spLocks noGrp="1"/>
          </p:cNvSpPr>
          <p:nvPr>
            <p:ph type="pic" sz="quarter" idx="56" hasCustomPrompt="1"/>
          </p:nvPr>
        </p:nvSpPr>
        <p:spPr>
          <a:xfrm>
            <a:off x="3629597" y="1158192"/>
            <a:ext cx="486918" cy="486918"/>
          </a:xfrm>
          <a:prstGeom prst="ellipse">
            <a:avLst/>
          </a:prstGeom>
        </p:spPr>
        <p:txBody>
          <a:bodyPr tIns="0" anchor="ctr" anchorCtr="0"/>
          <a:lstStyle>
            <a:lvl1pPr algn="ctr">
              <a:defRPr sz="525"/>
            </a:lvl1pPr>
          </a:lstStyle>
          <a:p>
            <a:r>
              <a:rPr lang="en-US"/>
              <a:t>Place Headshot Here</a:t>
            </a:r>
          </a:p>
        </p:txBody>
      </p:sp>
      <p:sp>
        <p:nvSpPr>
          <p:cNvPr id="57" name="Name / Title Placeholder 2">
            <a:extLst>
              <a:ext uri="{FF2B5EF4-FFF2-40B4-BE49-F238E27FC236}">
                <a16:creationId xmlns:a16="http://schemas.microsoft.com/office/drawing/2014/main" id="{9812A757-8CBB-FD47-9181-0CC45F65C495}"/>
              </a:ext>
            </a:extLst>
          </p:cNvPr>
          <p:cNvSpPr>
            <a:spLocks noGrp="1"/>
          </p:cNvSpPr>
          <p:nvPr>
            <p:ph type="body" sz="quarter" idx="57" hasCustomPrompt="1"/>
          </p:nvPr>
        </p:nvSpPr>
        <p:spPr>
          <a:xfrm>
            <a:off x="2459165" y="2212278"/>
            <a:ext cx="1196721" cy="320857"/>
          </a:xfrm>
          <a:prstGeom prst="rect">
            <a:avLst/>
          </a:prstGeom>
          <a:solidFill>
            <a:schemeClr val="tx2"/>
          </a:solidFill>
        </p:spPr>
        <p:txBody>
          <a:bodyPr lIns="91440" tIns="0" rIns="91440" bIns="0" anchor="ctr" anchorCtr="0"/>
          <a:lstStyle>
            <a:lvl1pPr algn="l">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58" name="Headshot Placeholder 2">
            <a:extLst>
              <a:ext uri="{FF2B5EF4-FFF2-40B4-BE49-F238E27FC236}">
                <a16:creationId xmlns:a16="http://schemas.microsoft.com/office/drawing/2014/main" id="{68A0283C-0762-2D4D-9ECA-4F8B7CBBF2B4}"/>
              </a:ext>
            </a:extLst>
          </p:cNvPr>
          <p:cNvSpPr>
            <a:spLocks noGrp="1"/>
          </p:cNvSpPr>
          <p:nvPr>
            <p:ph type="pic" sz="quarter" idx="58" hasCustomPrompt="1"/>
          </p:nvPr>
        </p:nvSpPr>
        <p:spPr>
          <a:xfrm>
            <a:off x="1800797" y="2129249"/>
            <a:ext cx="486918" cy="486918"/>
          </a:xfrm>
          <a:prstGeom prst="ellipse">
            <a:avLst/>
          </a:prstGeom>
        </p:spPr>
        <p:txBody>
          <a:bodyPr tIns="0" anchor="ctr" anchorCtr="0"/>
          <a:lstStyle>
            <a:lvl1pPr algn="ctr">
              <a:defRPr sz="525"/>
            </a:lvl1pPr>
          </a:lstStyle>
          <a:p>
            <a:r>
              <a:rPr lang="en-US"/>
              <a:t>Place Headshot Here</a:t>
            </a:r>
          </a:p>
        </p:txBody>
      </p:sp>
      <p:sp>
        <p:nvSpPr>
          <p:cNvPr id="59" name="Name / Title Placeholder 3">
            <a:extLst>
              <a:ext uri="{FF2B5EF4-FFF2-40B4-BE49-F238E27FC236}">
                <a16:creationId xmlns:a16="http://schemas.microsoft.com/office/drawing/2014/main" id="{1C4C6204-6329-D54D-8744-E5B38F8F6294}"/>
              </a:ext>
            </a:extLst>
          </p:cNvPr>
          <p:cNvSpPr>
            <a:spLocks noGrp="1"/>
          </p:cNvSpPr>
          <p:nvPr>
            <p:ph type="body" sz="quarter" idx="59" hasCustomPrompt="1"/>
          </p:nvPr>
        </p:nvSpPr>
        <p:spPr>
          <a:xfrm>
            <a:off x="1086993" y="3189950"/>
            <a:ext cx="1196721" cy="320857"/>
          </a:xfrm>
          <a:prstGeom prst="rect">
            <a:avLst/>
          </a:prstGeom>
          <a:solidFill>
            <a:schemeClr val="tx2"/>
          </a:solidFill>
        </p:spPr>
        <p:txBody>
          <a:bodyPr lIns="91440" tIns="0" rIns="91440" bIns="0" anchor="ctr" anchorCtr="0"/>
          <a:lstStyle>
            <a:lvl1pPr algn="l">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60" name="Headshot Placeholder 3">
            <a:extLst>
              <a:ext uri="{FF2B5EF4-FFF2-40B4-BE49-F238E27FC236}">
                <a16:creationId xmlns:a16="http://schemas.microsoft.com/office/drawing/2014/main" id="{28708124-38C6-BD42-A82D-1DE1B92914FF}"/>
              </a:ext>
            </a:extLst>
          </p:cNvPr>
          <p:cNvSpPr>
            <a:spLocks noGrp="1"/>
          </p:cNvSpPr>
          <p:nvPr>
            <p:ph type="pic" sz="quarter" idx="60" hasCustomPrompt="1"/>
          </p:nvPr>
        </p:nvSpPr>
        <p:spPr>
          <a:xfrm>
            <a:off x="428625" y="3106922"/>
            <a:ext cx="486918" cy="486918"/>
          </a:xfrm>
          <a:prstGeom prst="ellipse">
            <a:avLst/>
          </a:prstGeom>
        </p:spPr>
        <p:txBody>
          <a:bodyPr tIns="0" anchor="ctr" anchorCtr="0"/>
          <a:lstStyle>
            <a:lvl1pPr algn="ctr">
              <a:defRPr sz="525"/>
            </a:lvl1pPr>
          </a:lstStyle>
          <a:p>
            <a:r>
              <a:rPr lang="en-US"/>
              <a:t>Place Headshot Here</a:t>
            </a:r>
          </a:p>
        </p:txBody>
      </p:sp>
      <p:sp>
        <p:nvSpPr>
          <p:cNvPr id="61" name="Name / Title Placeholder 4">
            <a:extLst>
              <a:ext uri="{FF2B5EF4-FFF2-40B4-BE49-F238E27FC236}">
                <a16:creationId xmlns:a16="http://schemas.microsoft.com/office/drawing/2014/main" id="{D138F158-D28C-D546-A300-B767FF7FC029}"/>
              </a:ext>
            </a:extLst>
          </p:cNvPr>
          <p:cNvSpPr>
            <a:spLocks noGrp="1"/>
          </p:cNvSpPr>
          <p:nvPr>
            <p:ph type="body" sz="quarter" idx="61" hasCustomPrompt="1"/>
          </p:nvPr>
        </p:nvSpPr>
        <p:spPr>
          <a:xfrm>
            <a:off x="3286805" y="3189950"/>
            <a:ext cx="1196721" cy="320857"/>
          </a:xfrm>
          <a:prstGeom prst="rect">
            <a:avLst/>
          </a:prstGeom>
          <a:solidFill>
            <a:schemeClr val="tx2"/>
          </a:solidFill>
        </p:spPr>
        <p:txBody>
          <a:bodyPr lIns="91440" tIns="0" rIns="91440" bIns="0" anchor="ctr" anchorCtr="0"/>
          <a:lstStyle>
            <a:lvl1pPr algn="l">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62" name="Headshot Placeholder 4">
            <a:extLst>
              <a:ext uri="{FF2B5EF4-FFF2-40B4-BE49-F238E27FC236}">
                <a16:creationId xmlns:a16="http://schemas.microsoft.com/office/drawing/2014/main" id="{9D09A595-D9CB-1047-B097-1C5D4154AE09}"/>
              </a:ext>
            </a:extLst>
          </p:cNvPr>
          <p:cNvSpPr>
            <a:spLocks noGrp="1"/>
          </p:cNvSpPr>
          <p:nvPr>
            <p:ph type="pic" sz="quarter" idx="62" hasCustomPrompt="1"/>
          </p:nvPr>
        </p:nvSpPr>
        <p:spPr>
          <a:xfrm>
            <a:off x="2628437" y="3106922"/>
            <a:ext cx="486918" cy="486918"/>
          </a:xfrm>
          <a:prstGeom prst="ellipse">
            <a:avLst/>
          </a:prstGeom>
        </p:spPr>
        <p:txBody>
          <a:bodyPr tIns="0" anchor="ctr" anchorCtr="0"/>
          <a:lstStyle>
            <a:lvl1pPr algn="ctr">
              <a:defRPr sz="525"/>
            </a:lvl1pPr>
          </a:lstStyle>
          <a:p>
            <a:r>
              <a:rPr lang="en-US"/>
              <a:t>Place Headshot Here</a:t>
            </a:r>
          </a:p>
        </p:txBody>
      </p:sp>
      <p:sp>
        <p:nvSpPr>
          <p:cNvPr id="63" name="Name / Title Placeholder 5">
            <a:extLst>
              <a:ext uri="{FF2B5EF4-FFF2-40B4-BE49-F238E27FC236}">
                <a16:creationId xmlns:a16="http://schemas.microsoft.com/office/drawing/2014/main" id="{21395E66-4906-C241-BB43-F2C95F3E9675}"/>
              </a:ext>
            </a:extLst>
          </p:cNvPr>
          <p:cNvSpPr>
            <a:spLocks noGrp="1"/>
          </p:cNvSpPr>
          <p:nvPr>
            <p:ph type="body" sz="quarter" idx="63" hasCustomPrompt="1"/>
          </p:nvPr>
        </p:nvSpPr>
        <p:spPr>
          <a:xfrm>
            <a:off x="6687014" y="2292364"/>
            <a:ext cx="1196721" cy="320857"/>
          </a:xfrm>
          <a:prstGeom prst="rect">
            <a:avLst/>
          </a:prstGeom>
          <a:solidFill>
            <a:schemeClr val="tx2"/>
          </a:solidFill>
        </p:spPr>
        <p:txBody>
          <a:bodyPr lIns="91440" tIns="0" rIns="91440" bIns="0" anchor="ctr" anchorCtr="0"/>
          <a:lstStyle>
            <a:lvl1pPr algn="l">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64" name="Headshot Placeholder 5">
            <a:extLst>
              <a:ext uri="{FF2B5EF4-FFF2-40B4-BE49-F238E27FC236}">
                <a16:creationId xmlns:a16="http://schemas.microsoft.com/office/drawing/2014/main" id="{C96BB3F4-0E01-4F42-9261-6BE4E5301539}"/>
              </a:ext>
            </a:extLst>
          </p:cNvPr>
          <p:cNvSpPr>
            <a:spLocks noGrp="1"/>
          </p:cNvSpPr>
          <p:nvPr>
            <p:ph type="pic" sz="quarter" idx="64" hasCustomPrompt="1"/>
          </p:nvPr>
        </p:nvSpPr>
        <p:spPr>
          <a:xfrm>
            <a:off x="6028646" y="2209335"/>
            <a:ext cx="486918" cy="486918"/>
          </a:xfrm>
          <a:prstGeom prst="ellipse">
            <a:avLst/>
          </a:prstGeom>
        </p:spPr>
        <p:txBody>
          <a:bodyPr tIns="0" anchor="ctr" anchorCtr="0"/>
          <a:lstStyle>
            <a:lvl1pPr algn="ctr">
              <a:defRPr sz="525"/>
            </a:lvl1pPr>
          </a:lstStyle>
          <a:p>
            <a:r>
              <a:rPr lang="en-US"/>
              <a:t>Place Headshot Here</a:t>
            </a:r>
          </a:p>
        </p:txBody>
      </p:sp>
      <p:sp>
        <p:nvSpPr>
          <p:cNvPr id="65" name="Name / Title Placeholder 6">
            <a:extLst>
              <a:ext uri="{FF2B5EF4-FFF2-40B4-BE49-F238E27FC236}">
                <a16:creationId xmlns:a16="http://schemas.microsoft.com/office/drawing/2014/main" id="{70552A5E-75BE-A64B-9B5F-A1048CB5462A}"/>
              </a:ext>
            </a:extLst>
          </p:cNvPr>
          <p:cNvSpPr>
            <a:spLocks noGrp="1"/>
          </p:cNvSpPr>
          <p:nvPr>
            <p:ph type="body" sz="quarter" idx="65" hasCustomPrompt="1"/>
          </p:nvPr>
        </p:nvSpPr>
        <p:spPr>
          <a:xfrm>
            <a:off x="6687014" y="3189950"/>
            <a:ext cx="1196721" cy="320857"/>
          </a:xfrm>
          <a:prstGeom prst="rect">
            <a:avLst/>
          </a:prstGeom>
          <a:solidFill>
            <a:schemeClr val="tx2"/>
          </a:solidFill>
        </p:spPr>
        <p:txBody>
          <a:bodyPr lIns="91440" tIns="0" rIns="91440" bIns="0" anchor="ctr" anchorCtr="0"/>
          <a:lstStyle>
            <a:lvl1pPr algn="l">
              <a:lnSpc>
                <a:spcPct val="130000"/>
              </a:lnSpc>
              <a:spcAft>
                <a:spcPts val="0"/>
              </a:spcAft>
              <a:defRPr sz="675"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defRPr sz="675"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a:t>Name goes here</a:t>
            </a:r>
          </a:p>
          <a:p>
            <a:pPr lvl="1"/>
            <a:r>
              <a:rPr lang="en-US"/>
              <a:t>Title goes here</a:t>
            </a:r>
          </a:p>
        </p:txBody>
      </p:sp>
      <p:sp>
        <p:nvSpPr>
          <p:cNvPr id="66" name="Headshot Placeholder 6">
            <a:extLst>
              <a:ext uri="{FF2B5EF4-FFF2-40B4-BE49-F238E27FC236}">
                <a16:creationId xmlns:a16="http://schemas.microsoft.com/office/drawing/2014/main" id="{8481D0BB-277B-2341-84F7-F817AF1A4CF2}"/>
              </a:ext>
            </a:extLst>
          </p:cNvPr>
          <p:cNvSpPr>
            <a:spLocks noGrp="1"/>
          </p:cNvSpPr>
          <p:nvPr>
            <p:ph type="pic" sz="quarter" idx="66" hasCustomPrompt="1"/>
          </p:nvPr>
        </p:nvSpPr>
        <p:spPr>
          <a:xfrm>
            <a:off x="6028646" y="3106922"/>
            <a:ext cx="486918" cy="486918"/>
          </a:xfrm>
          <a:prstGeom prst="ellipse">
            <a:avLst/>
          </a:prstGeom>
        </p:spPr>
        <p:txBody>
          <a:bodyPr tIns="0" anchor="ctr" anchorCtr="0"/>
          <a:lstStyle>
            <a:lvl1pPr algn="ctr">
              <a:defRPr sz="525"/>
            </a:lvl1pPr>
          </a:lstStyle>
          <a:p>
            <a:r>
              <a:rPr lang="en-US"/>
              <a:t>Place Headshot Here</a:t>
            </a:r>
          </a:p>
        </p:txBody>
      </p:sp>
      <p:sp>
        <p:nvSpPr>
          <p:cNvPr id="3" name="Footer Placeholder 2">
            <a:extLst>
              <a:ext uri="{FF2B5EF4-FFF2-40B4-BE49-F238E27FC236}">
                <a16:creationId xmlns:a16="http://schemas.microsoft.com/office/drawing/2014/main" id="{0B601FD9-2B7B-8A46-99BC-922CFF2ED45F}"/>
              </a:ext>
            </a:extLst>
          </p:cNvPr>
          <p:cNvSpPr>
            <a:spLocks noGrp="1"/>
          </p:cNvSpPr>
          <p:nvPr>
            <p:ph type="ftr" sz="quarter" idx="6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4" name="Slide Number Placeholder 3">
            <a:extLst>
              <a:ext uri="{FF2B5EF4-FFF2-40B4-BE49-F238E27FC236}">
                <a16:creationId xmlns:a16="http://schemas.microsoft.com/office/drawing/2014/main" id="{A09E1C3B-0E9F-5F4E-9FA2-BC81125400AD}"/>
              </a:ext>
            </a:extLst>
          </p:cNvPr>
          <p:cNvSpPr>
            <a:spLocks noGrp="1"/>
          </p:cNvSpPr>
          <p:nvPr>
            <p:ph type="sldNum" sz="quarter" idx="68"/>
          </p:nvPr>
        </p:nvSpPr>
        <p:spPr/>
        <p:txBody>
          <a:bodyPr/>
          <a:lstStyle/>
          <a:p>
            <a:fld id="{64B53FD8-04EE-4F67-B5CA-77D45BC12F90}" type="slidenum">
              <a:rPr lang="en-US" smtClean="0"/>
              <a:pPr/>
              <a:t>‹#›</a:t>
            </a:fld>
            <a:endParaRPr lang="en-US" sz="600"/>
          </a:p>
        </p:txBody>
      </p:sp>
      <p:sp>
        <p:nvSpPr>
          <p:cNvPr id="19" name="Explanation copy, delete!">
            <a:extLst>
              <a:ext uri="{FF2B5EF4-FFF2-40B4-BE49-F238E27FC236}">
                <a16:creationId xmlns:a16="http://schemas.microsoft.com/office/drawing/2014/main" id="{FF19C94C-984B-8F4E-9412-3F65D6DB4214}"/>
              </a:ext>
            </a:extLst>
          </p:cNvPr>
          <p:cNvSpPr>
            <a:spLocks noGrp="1"/>
          </p:cNvSpPr>
          <p:nvPr>
            <p:ph type="body" sz="quarter" idx="23" hasCustomPrompt="1"/>
          </p:nvPr>
        </p:nvSpPr>
        <p:spPr>
          <a:xfrm>
            <a:off x="6057900" y="-1"/>
            <a:ext cx="3086100" cy="197578"/>
          </a:xfrm>
          <a:prstGeom prst="rect">
            <a:avLst/>
          </a:prstGeom>
          <a:solidFill>
            <a:srgbClr val="FF00FF"/>
          </a:solidFill>
        </p:spPr>
        <p:txBody>
          <a:bodyPr lIns="45720" rIns="91440" anchor="ctr" anchorCtr="0"/>
          <a:lstStyle>
            <a:lvl1pPr algn="l">
              <a:lnSpc>
                <a:spcPct val="110000"/>
              </a:lnSpc>
              <a:spcAft>
                <a:spcPts val="0"/>
              </a:spcAft>
              <a:defRPr sz="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r>
              <a:rPr lang="en-US"/>
              <a:t>Use this layout  as the starting place for building your organizational charts.</a:t>
            </a:r>
          </a:p>
          <a:p>
            <a:pPr lvl="0"/>
            <a:r>
              <a:rPr lang="en-US"/>
              <a:t>DELETE THIS BOX &amp; SEE NOTES FOR ADDITONAL INSTRUCTIONS.</a:t>
            </a:r>
          </a:p>
        </p:txBody>
      </p:sp>
    </p:spTree>
    <p:extLst>
      <p:ext uri="{BB962C8B-B14F-4D97-AF65-F5344CB8AC3E}">
        <p14:creationId xmlns:p14="http://schemas.microsoft.com/office/powerpoint/2010/main" val="1217600266"/>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userDrawn="1">
  <p:cSld name="Title (1 line) &amp; Tex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p>
        </p:txBody>
      </p:sp>
      <p:sp>
        <p:nvSpPr>
          <p:cNvPr id="7" name="Text Placeholder">
            <a:extLst>
              <a:ext uri="{FF2B5EF4-FFF2-40B4-BE49-F238E27FC236}">
                <a16:creationId xmlns:a16="http://schemas.microsoft.com/office/drawing/2014/main" id="{6592F3C6-568D-8944-9BFB-F6E8DC4D3BA5}"/>
              </a:ext>
            </a:extLst>
          </p:cNvPr>
          <p:cNvSpPr>
            <a:spLocks noGrp="1"/>
          </p:cNvSpPr>
          <p:nvPr>
            <p:ph type="body" orient="vert" idx="1"/>
          </p:nvPr>
        </p:nvSpPr>
        <p:spPr>
          <a:xfrm>
            <a:off x="432055" y="1143000"/>
            <a:ext cx="6883145" cy="3371850"/>
          </a:xfrm>
        </p:spPr>
        <p:txBody>
          <a:bodyPr vert="horz"/>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6" name="Caption Placeholder 1">
            <a:extLst>
              <a:ext uri="{FF2B5EF4-FFF2-40B4-BE49-F238E27FC236}">
                <a16:creationId xmlns:a16="http://schemas.microsoft.com/office/drawing/2014/main" id="{DB007ED1-79E2-6A4E-8060-0908970F4173}"/>
              </a:ext>
            </a:extLst>
          </p:cNvPr>
          <p:cNvSpPr>
            <a:spLocks noGrp="1"/>
          </p:cNvSpPr>
          <p:nvPr>
            <p:ph type="body" sz="quarter" idx="32" hasCustomPrompt="1"/>
          </p:nvPr>
        </p:nvSpPr>
        <p:spPr>
          <a:xfrm>
            <a:off x="432435" y="4572000"/>
            <a:ext cx="4039362" cy="114300"/>
          </a:xfrm>
        </p:spPr>
        <p:txBody>
          <a:bodyPr anchor="b" anchorCtr="0"/>
          <a:lstStyle>
            <a:lvl1pPr>
              <a:defRPr sz="600">
                <a:solidFill>
                  <a:schemeClr val="accent4"/>
                </a:solidFill>
              </a:defRPr>
            </a:lvl1pPr>
          </a:lstStyle>
          <a:p>
            <a:pPr lvl="0"/>
            <a:r>
              <a:rPr lang="en-US"/>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1183532393"/>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userDrawn="1">
  <p:cSld name="Title &amp; Content (large)">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p>
        </p:txBody>
      </p:sp>
      <p:sp>
        <p:nvSpPr>
          <p:cNvPr id="5" name="Chart Placeholder 4">
            <a:extLst>
              <a:ext uri="{FF2B5EF4-FFF2-40B4-BE49-F238E27FC236}">
                <a16:creationId xmlns:a16="http://schemas.microsoft.com/office/drawing/2014/main" id="{74B8394F-235F-AB4B-BEA3-40E53DCFE116}"/>
              </a:ext>
            </a:extLst>
          </p:cNvPr>
          <p:cNvSpPr>
            <a:spLocks noGrp="1"/>
          </p:cNvSpPr>
          <p:nvPr>
            <p:ph type="chart" sz="quarter" idx="23"/>
          </p:nvPr>
        </p:nvSpPr>
        <p:spPr>
          <a:xfrm>
            <a:off x="428625" y="1143000"/>
            <a:ext cx="8286750" cy="3371850"/>
          </a:xfrm>
        </p:spPr>
        <p:txBody>
          <a:bodyPr anchor="ctr" anchorCtr="0"/>
          <a:lstStyle>
            <a:lvl1pPr algn="ctr">
              <a:defRPr sz="1050"/>
            </a:lvl1pPr>
          </a:lstStyle>
          <a:p>
            <a:endParaRPr lang="en-US"/>
          </a:p>
        </p:txBody>
      </p:sp>
      <p:sp>
        <p:nvSpPr>
          <p:cNvPr id="6" name="Caption Placeholder 1">
            <a:extLst>
              <a:ext uri="{FF2B5EF4-FFF2-40B4-BE49-F238E27FC236}">
                <a16:creationId xmlns:a16="http://schemas.microsoft.com/office/drawing/2014/main" id="{236A8042-0CAE-8C4B-A50D-5FCA8418E2E2}"/>
              </a:ext>
            </a:extLst>
          </p:cNvPr>
          <p:cNvSpPr>
            <a:spLocks noGrp="1"/>
          </p:cNvSpPr>
          <p:nvPr>
            <p:ph type="body" sz="quarter" idx="22" hasCustomPrompt="1"/>
          </p:nvPr>
        </p:nvSpPr>
        <p:spPr>
          <a:xfrm>
            <a:off x="432435" y="4572000"/>
            <a:ext cx="5417820" cy="114300"/>
          </a:xfrm>
        </p:spPr>
        <p:txBody>
          <a:bodyPr anchor="b" anchorCtr="0"/>
          <a:lstStyle>
            <a:lvl1pPr>
              <a:defRPr sz="600">
                <a:solidFill>
                  <a:schemeClr val="accent4"/>
                </a:solidFill>
              </a:defRPr>
            </a:lvl1pPr>
          </a:lstStyle>
          <a:p>
            <a:pPr lvl="0"/>
            <a:r>
              <a:rPr lang="en-US"/>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Package Research &amp; Recovery | FedEx Proprietary &amp; Confidential © </a:t>
            </a: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600"/>
          </a:p>
        </p:txBody>
      </p:sp>
    </p:spTree>
    <p:extLst>
      <p:ext uri="{BB962C8B-B14F-4D97-AF65-F5344CB8AC3E}">
        <p14:creationId xmlns:p14="http://schemas.microsoft.com/office/powerpoint/2010/main" val="1180415430"/>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Appendix Section Divider (purple)">
    <p:bg>
      <p:bgPr>
        <a:solidFill>
          <a:schemeClr val="tx2"/>
        </a:solidFill>
        <a:effectLst/>
      </p:bgPr>
    </p:bg>
    <p:spTree>
      <p:nvGrpSpPr>
        <p:cNvPr id="1" name=""/>
        <p:cNvGrpSpPr/>
        <p:nvPr/>
      </p:nvGrpSpPr>
      <p:grpSpPr>
        <a:xfrm>
          <a:off x="0" y="0"/>
          <a:ext cx="0" cy="0"/>
          <a:chOff x="0" y="0"/>
          <a:chExt cx="0" cy="0"/>
        </a:xfrm>
      </p:grpSpPr>
      <p:sp>
        <p:nvSpPr>
          <p:cNvPr id="7" name="Text Placeholder">
            <a:extLst>
              <a:ext uri="{FF2B5EF4-FFF2-40B4-BE49-F238E27FC236}">
                <a16:creationId xmlns:a16="http://schemas.microsoft.com/office/drawing/2014/main" id="{81E49525-6FBB-994F-9B9B-1C60756E4C9E}"/>
              </a:ext>
            </a:extLst>
          </p:cNvPr>
          <p:cNvSpPr>
            <a:spLocks noGrp="1"/>
          </p:cNvSpPr>
          <p:nvPr>
            <p:ph type="body" sz="quarter" idx="13" hasCustomPrompt="1"/>
          </p:nvPr>
        </p:nvSpPr>
        <p:spPr>
          <a:xfrm>
            <a:off x="428625" y="1554956"/>
            <a:ext cx="6886575" cy="2033588"/>
          </a:xfrm>
          <a:prstGeom prst="rect">
            <a:avLst/>
          </a:prstGeom>
        </p:spPr>
        <p:txBody>
          <a:bodyPr lIns="0" tIns="0" rIns="0" bIns="0" anchor="ctr" anchorCtr="0"/>
          <a:lstStyle>
            <a:lvl1pPr marL="0" indent="0">
              <a:lnSpc>
                <a:spcPct val="110000"/>
              </a:lnSpc>
              <a:spcAft>
                <a:spcPts val="900"/>
              </a:spcAft>
              <a:buNone/>
              <a:defRPr sz="36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marL="5954" indent="0">
              <a:lnSpc>
                <a:spcPct val="130000"/>
              </a:lnSpc>
              <a:spcBef>
                <a:spcPts val="0"/>
              </a:spcBef>
              <a:spcAft>
                <a:spcPts val="450"/>
              </a:spcAft>
              <a:buNone/>
              <a:tabLst/>
              <a:defRPr sz="135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marL="685800" indent="0">
              <a:buNone/>
              <a:defRPr sz="4500"/>
            </a:lvl3pPr>
            <a:lvl4pPr marL="1028700" indent="0">
              <a:buNone/>
              <a:defRPr sz="4500"/>
            </a:lvl4pPr>
            <a:lvl5pPr marL="1371600" indent="0">
              <a:buNone/>
              <a:defRPr sz="4500"/>
            </a:lvl5pPr>
          </a:lstStyle>
          <a:p>
            <a:pPr lvl="0"/>
            <a:r>
              <a:rPr lang="en-US"/>
              <a:t>Appendix title goes here</a:t>
            </a:r>
          </a:p>
          <a:p>
            <a:pPr lvl="1"/>
            <a:r>
              <a:rPr lang="en-US"/>
              <a:t>Subheading goes here if needed </a:t>
            </a:r>
          </a:p>
        </p:txBody>
      </p:sp>
      <p:sp>
        <p:nvSpPr>
          <p:cNvPr id="3" name="Footer Placeholder ">
            <a:extLst>
              <a:ext uri="{FF2B5EF4-FFF2-40B4-BE49-F238E27FC236}">
                <a16:creationId xmlns:a16="http://schemas.microsoft.com/office/drawing/2014/main" id="{0C18DA4E-9EA2-854F-B1B6-2B45636FBA60}"/>
              </a:ext>
            </a:extLst>
          </p:cNvPr>
          <p:cNvSpPr>
            <a:spLocks noGrp="1"/>
          </p:cNvSpPr>
          <p:nvPr>
            <p:ph type="ftr" sz="quarter" idx="14"/>
          </p:nvPr>
        </p:nvSpPr>
        <p:spPr/>
        <p:txBody>
          <a:bodyPr/>
          <a:lstStyle>
            <a:lvl1pPr>
              <a:defRPr>
                <a:solidFill>
                  <a:schemeClr val="bg1"/>
                </a:solidFill>
              </a:defRPr>
            </a:lvl1pPr>
          </a:lstStyle>
          <a:p>
            <a:r>
              <a:rPr lang="en-US" b="1"/>
              <a:t>Package Research &amp; Recovery | FedEx Proprietary &amp; Confidential © </a:t>
            </a:r>
            <a:endParaRPr lang="en-US"/>
          </a:p>
        </p:txBody>
      </p:sp>
      <p:sp>
        <p:nvSpPr>
          <p:cNvPr id="5" name="Slide Number Placeholder">
            <a:extLst>
              <a:ext uri="{FF2B5EF4-FFF2-40B4-BE49-F238E27FC236}">
                <a16:creationId xmlns:a16="http://schemas.microsoft.com/office/drawing/2014/main" id="{E9A99293-7FD4-9549-898A-E81D84805016}"/>
              </a:ext>
            </a:extLst>
          </p:cNvPr>
          <p:cNvSpPr>
            <a:spLocks noGrp="1"/>
          </p:cNvSpPr>
          <p:nvPr>
            <p:ph type="sldNum" sz="quarter" idx="15"/>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3323873535"/>
      </p:ext>
    </p:extLst>
  </p:cSld>
  <p:clrMapOvr>
    <a:masterClrMapping/>
  </p:clrMapOvr>
  <p:extLst>
    <p:ext uri="{DCECCB84-F9BA-43D5-87BE-67443E8EF086}">
      <p15:sldGuideLst xmlns:p15="http://schemas.microsoft.com/office/powerpoint/2012/main"/>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6988CCD-2F4E-496C-B46C-045BF82B1D41}" type="datetimeFigureOut">
              <a:rPr lang="en-US" smtClean="0"/>
              <a:t>11/23/2023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A18F0C-D541-4570-B1A5-8D7336298819}" type="slidenum">
              <a:rPr lang="en-US" smtClean="0"/>
              <a:t>‹#›</a:t>
            </a:fld>
            <a:endParaRPr lang="en-US"/>
          </a:p>
        </p:txBody>
      </p:sp>
    </p:spTree>
    <p:extLst>
      <p:ext uri="{BB962C8B-B14F-4D97-AF65-F5344CB8AC3E}">
        <p14:creationId xmlns:p14="http://schemas.microsoft.com/office/powerpoint/2010/main" val="384577677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userDrawn="1">
  <p:cSld name="1_Content slide">
    <p:spTree>
      <p:nvGrpSpPr>
        <p:cNvPr id="1" name=""/>
        <p:cNvGrpSpPr/>
        <p:nvPr/>
      </p:nvGrpSpPr>
      <p:grpSpPr>
        <a:xfrm>
          <a:off x="0" y="0"/>
          <a:ext cx="0" cy="0"/>
          <a:chOff x="0" y="0"/>
          <a:chExt cx="0" cy="0"/>
        </a:xfrm>
      </p:grpSpPr>
      <p:sp>
        <p:nvSpPr>
          <p:cNvPr id="5" name="Text Placeholder 14"/>
          <p:cNvSpPr>
            <a:spLocks noGrp="1"/>
          </p:cNvSpPr>
          <p:nvPr>
            <p:ph type="body" sz="quarter" idx="11" hasCustomPrompt="1"/>
          </p:nvPr>
        </p:nvSpPr>
        <p:spPr>
          <a:xfrm>
            <a:off x="460376" y="108855"/>
            <a:ext cx="8229600" cy="506101"/>
          </a:xfrm>
          <a:noFill/>
          <a:ln w="9525">
            <a:noFill/>
            <a:miter lim="800000"/>
            <a:headEnd/>
            <a:tailEnd/>
          </a:ln>
        </p:spPr>
        <p:txBody>
          <a:bodyPr vert="horz" wrap="square" lIns="91440" tIns="45720" rIns="91440" bIns="45720" numCol="1" rtlCol="0" anchor="t" anchorCtr="0" compatLnSpc="1">
            <a:prstTxWarp prst="textNoShape">
              <a:avLst/>
            </a:prstTxWarp>
            <a:spAutoFit/>
          </a:bodyPr>
          <a:lstStyle>
            <a:lvl1pPr algn="l" defTabSz="342900" rtl="0" eaLnBrk="1" latinLnBrk="0" hangingPunct="1">
              <a:spcBef>
                <a:spcPct val="0"/>
              </a:spcBef>
              <a:buNone/>
              <a:defRPr lang="en-US" sz="2250" b="1" kern="1200" baseline="0" dirty="0" smtClean="0">
                <a:solidFill>
                  <a:schemeClr val="tx1">
                    <a:lumMod val="65000"/>
                    <a:lumOff val="35000"/>
                  </a:schemeClr>
                </a:solidFill>
                <a:latin typeface="+mj-lt"/>
                <a:ea typeface="+mn-ea"/>
                <a:cs typeface="Arial"/>
              </a:defRPr>
            </a:lvl1pPr>
          </a:lstStyle>
          <a:p>
            <a:pPr lvl="0"/>
            <a:r>
              <a:rPr lang="en-US"/>
              <a:t>Insert Title Here</a:t>
            </a:r>
          </a:p>
        </p:txBody>
      </p:sp>
      <p:sp>
        <p:nvSpPr>
          <p:cNvPr id="7" name="Text Placeholder 5"/>
          <p:cNvSpPr>
            <a:spLocks noGrp="1"/>
          </p:cNvSpPr>
          <p:nvPr>
            <p:ph type="body" sz="quarter" idx="16" hasCustomPrompt="1"/>
          </p:nvPr>
        </p:nvSpPr>
        <p:spPr>
          <a:xfrm>
            <a:off x="457201" y="1020367"/>
            <a:ext cx="8240713" cy="3355181"/>
          </a:xfrm>
        </p:spPr>
        <p:txBody>
          <a:bodyPr/>
          <a:lstStyle>
            <a:lvl1pPr>
              <a:buClr>
                <a:srgbClr val="0070C0"/>
              </a:buClr>
              <a:defRPr sz="1650">
                <a:solidFill>
                  <a:srgbClr val="595959"/>
                </a:solidFill>
              </a:defRPr>
            </a:lvl1pPr>
            <a:lvl2pPr>
              <a:buClr>
                <a:srgbClr val="0070C0"/>
              </a:buClr>
              <a:buFont typeface="Arial" pitchFamily="34" charset="0"/>
              <a:buChar char="•"/>
              <a:defRPr>
                <a:solidFill>
                  <a:srgbClr val="595959"/>
                </a:solidFill>
              </a:defRPr>
            </a:lvl2pPr>
            <a:lvl3pPr>
              <a:buClr>
                <a:srgbClr val="0070C0"/>
              </a:buClr>
              <a:buFont typeface="Arial" pitchFamily="34" charset="0"/>
              <a:buChar char="•"/>
              <a:defRPr>
                <a:solidFill>
                  <a:srgbClr val="595959"/>
                </a:solidFill>
              </a:defRPr>
            </a:lvl3pPr>
            <a:lvl4pPr>
              <a:buClr>
                <a:srgbClr val="0070C0"/>
              </a:buClr>
              <a:buFont typeface="Arial" pitchFamily="34" charset="0"/>
              <a:buChar char="•"/>
              <a:defRPr>
                <a:solidFill>
                  <a:srgbClr val="595959"/>
                </a:solidFill>
              </a:defRPr>
            </a:lvl4pPr>
            <a:lvl5pPr>
              <a:buClr>
                <a:srgbClr val="0070C0"/>
              </a:buClr>
              <a:buFont typeface="Arial" pitchFamily="34" charset="0"/>
              <a:buChar char="•"/>
              <a:defRPr>
                <a:solidFill>
                  <a:srgbClr val="595959"/>
                </a:solidFill>
              </a:defRPr>
            </a:lvl5pPr>
          </a:lstStyle>
          <a:p>
            <a:pPr lvl="0"/>
            <a:r>
              <a:rPr lang="en-IN"/>
              <a:t>Please use bullet points on this slide when the content is heavy break it up into highlights, don’t use paragraphs of text</a:t>
            </a:r>
            <a:endParaRPr lang="en-US"/>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09831746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40300" y="987574"/>
            <a:ext cx="8748000" cy="3638304"/>
          </a:xfrm>
          <a:prstGeom prst="rect">
            <a:avLst/>
          </a:prstGeom>
        </p:spPr>
        <p:txBody>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sp>
        <p:nvSpPr>
          <p:cNvPr id="7" name="Slide Number Placeholder 5">
            <a:extLst>
              <a:ext uri="{FF2B5EF4-FFF2-40B4-BE49-F238E27FC236}">
                <a16:creationId xmlns:a16="http://schemas.microsoft.com/office/drawing/2014/main" id="{A62A407F-2169-4875-8781-38A7B064164B}"/>
              </a:ext>
            </a:extLst>
          </p:cNvPr>
          <p:cNvSpPr>
            <a:spLocks noGrp="1"/>
          </p:cNvSpPr>
          <p:nvPr>
            <p:ph type="sldNum" sz="quarter" idx="4"/>
          </p:nvPr>
        </p:nvSpPr>
        <p:spPr>
          <a:xfrm>
            <a:off x="4350366" y="4782570"/>
            <a:ext cx="443268" cy="216025"/>
          </a:xfrm>
          <a:prstGeom prst="rect">
            <a:avLst/>
          </a:prstGeom>
        </p:spPr>
        <p:txBody>
          <a:bodyPr vert="horz" lIns="91440" tIns="45720" rIns="91440" bIns="45720" rtlCol="0" anchor="ctr"/>
          <a:lstStyle>
            <a:lvl1pPr algn="ctr">
              <a:defRPr sz="1000">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074268489"/>
      </p:ext>
    </p:extLst>
  </p:cSld>
  <p:clrMapOvr>
    <a:masterClrMapping/>
  </p:clrMapOvr>
  <p:hf hdr="0" ftr="0" dt="0"/>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0451" y="4652162"/>
            <a:ext cx="14830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800"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3" y="1487559"/>
            <a:ext cx="5095836" cy="2168382"/>
          </a:xfrm>
          <a:prstGeom prst="rect">
            <a:avLst/>
          </a:prstGeom>
        </p:spPr>
        <p:txBody>
          <a:bodyPr wrap="square" lIns="0" tIns="0" rIns="0" bIns="0" anchor="ctr">
            <a:spAutoFit/>
          </a:bodyPr>
          <a:lstStyle>
            <a:lvl1pPr>
              <a:lnSpc>
                <a:spcPts val="5625"/>
              </a:lnSpc>
              <a:defRPr sz="4800"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1" y="4037849"/>
            <a:ext cx="1107996" cy="276999"/>
          </a:xfrm>
          <a:prstGeom prst="rect">
            <a:avLst/>
          </a:prstGeom>
          <a:noFill/>
        </p:spPr>
        <p:txBody>
          <a:bodyPr wrap="none" rtlCol="0">
            <a:spAutoFit/>
          </a:bodyPr>
          <a:lstStyle/>
          <a:p>
            <a:pPr algn="l"/>
            <a:r>
              <a:rPr lang="nl-NL" sz="1200" b="0">
                <a:solidFill>
                  <a:srgbClr val="0066A1"/>
                </a:solidFill>
                <a:latin typeface="Verdana" pitchFamily="34" charset="0"/>
                <a:ea typeface="Verdana" pitchFamily="34" charset="0"/>
                <a:cs typeface="Verdana" pitchFamily="34" charset="0"/>
              </a:rPr>
              <a:t>07-04-2023</a:t>
            </a:r>
          </a:p>
        </p:txBody>
      </p:sp>
      <p:sp>
        <p:nvSpPr>
          <p:cNvPr id="149" name="Freeform: Shape 148">
            <a:extLst>
              <a:ext uri="{FF2B5EF4-FFF2-40B4-BE49-F238E27FC236}">
                <a16:creationId xmlns:a16="http://schemas.microsoft.com/office/drawing/2014/main" id="{A9BEF42F-A521-4DFA-A311-5DDE7CB938AF}"/>
              </a:ext>
            </a:extLst>
          </p:cNvPr>
          <p:cNvSpPr/>
          <p:nvPr userDrawn="1"/>
        </p:nvSpPr>
        <p:spPr>
          <a:xfrm>
            <a:off x="5904000" y="0"/>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t="13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grpSp>
        <p:nvGrpSpPr>
          <p:cNvPr id="97" name="Group 96">
            <a:extLst>
              <a:ext uri="{FF2B5EF4-FFF2-40B4-BE49-F238E27FC236}">
                <a16:creationId xmlns:a16="http://schemas.microsoft.com/office/drawing/2014/main" id="{7BF606E6-FC07-4103-8919-61E97086F063}"/>
              </a:ext>
            </a:extLst>
          </p:cNvPr>
          <p:cNvGrpSpPr/>
          <p:nvPr userDrawn="1"/>
        </p:nvGrpSpPr>
        <p:grpSpPr>
          <a:xfrm>
            <a:off x="344326"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148" name="Graphic 147">
            <a:extLst>
              <a:ext uri="{FF2B5EF4-FFF2-40B4-BE49-F238E27FC236}">
                <a16:creationId xmlns:a16="http://schemas.microsoft.com/office/drawing/2014/main" id="{CCB4843F-A462-48E0-9A60-903220320E45}"/>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0"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3802812019"/>
      </p:ext>
    </p:extLst>
  </p:cSld>
  <p:clrMapOvr>
    <a:masterClrMapping/>
  </p:clrMapOvr>
  <p:extLst>
    <p:ext uri="{DCECCB84-F9BA-43D5-87BE-67443E8EF086}">
      <p15:sldGuideLst xmlns:p15="http://schemas.microsoft.com/office/powerpoint/2012/main"/>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0451" y="4652162"/>
            <a:ext cx="14830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800"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3" y="1487559"/>
            <a:ext cx="5095836" cy="2168382"/>
          </a:xfrm>
          <a:prstGeom prst="rect">
            <a:avLst/>
          </a:prstGeom>
        </p:spPr>
        <p:txBody>
          <a:bodyPr wrap="square" lIns="0" tIns="0" rIns="0" bIns="0" anchor="ctr">
            <a:spAutoFit/>
          </a:bodyPr>
          <a:lstStyle>
            <a:lvl1pPr>
              <a:lnSpc>
                <a:spcPts val="5625"/>
              </a:lnSpc>
              <a:defRPr sz="4800"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1" y="4037849"/>
            <a:ext cx="1107996" cy="276999"/>
          </a:xfrm>
          <a:prstGeom prst="rect">
            <a:avLst/>
          </a:prstGeom>
          <a:noFill/>
        </p:spPr>
        <p:txBody>
          <a:bodyPr wrap="none" rtlCol="0">
            <a:spAutoFit/>
          </a:bodyPr>
          <a:lstStyle/>
          <a:p>
            <a:pPr algn="l"/>
            <a:r>
              <a:rPr lang="nl-NL" sz="1200" b="0">
                <a:solidFill>
                  <a:srgbClr val="0066A1"/>
                </a:solidFill>
                <a:latin typeface="Verdana" pitchFamily="34" charset="0"/>
                <a:ea typeface="Verdana" pitchFamily="34" charset="0"/>
                <a:cs typeface="Verdana" pitchFamily="34" charset="0"/>
              </a:rPr>
              <a:t>07-04-2023</a:t>
            </a:r>
          </a:p>
        </p:txBody>
      </p:sp>
      <p:sp>
        <p:nvSpPr>
          <p:cNvPr id="149" name="Freeform: Shape 148">
            <a:extLst>
              <a:ext uri="{FF2B5EF4-FFF2-40B4-BE49-F238E27FC236}">
                <a16:creationId xmlns:a16="http://schemas.microsoft.com/office/drawing/2014/main" id="{A9BEF42F-A521-4DFA-A311-5DDE7CB938AF}"/>
              </a:ext>
            </a:extLst>
          </p:cNvPr>
          <p:cNvSpPr/>
          <p:nvPr userDrawn="1"/>
        </p:nvSpPr>
        <p:spPr>
          <a:xfrm>
            <a:off x="5904000" y="0"/>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grpSp>
        <p:nvGrpSpPr>
          <p:cNvPr id="4" name="Group 3">
            <a:extLst>
              <a:ext uri="{FF2B5EF4-FFF2-40B4-BE49-F238E27FC236}">
                <a16:creationId xmlns:a16="http://schemas.microsoft.com/office/drawing/2014/main" id="{3DD620FE-8069-4BD5-847E-74877DCC7218}"/>
              </a:ext>
            </a:extLst>
          </p:cNvPr>
          <p:cNvGrpSpPr/>
          <p:nvPr userDrawn="1"/>
        </p:nvGrpSpPr>
        <p:grpSpPr>
          <a:xfrm>
            <a:off x="344326"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148" name="Graphic 147">
            <a:extLst>
              <a:ext uri="{FF2B5EF4-FFF2-40B4-BE49-F238E27FC236}">
                <a16:creationId xmlns:a16="http://schemas.microsoft.com/office/drawing/2014/main" id="{CCB4843F-A462-48E0-9A60-903220320E45}"/>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0"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1658368659"/>
      </p:ext>
    </p:extLst>
  </p:cSld>
  <p:clrMapOvr>
    <a:masterClrMapping/>
  </p:clrMapOvr>
  <p:extLst>
    <p:ext uri="{DCECCB84-F9BA-43D5-87BE-67443E8EF086}">
      <p15:sldGuideLst xmlns:p15="http://schemas.microsoft.com/office/powerpoint/2012/main"/>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0451" y="4652162"/>
            <a:ext cx="14830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800"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3" y="1487559"/>
            <a:ext cx="5095835" cy="2168382"/>
          </a:xfrm>
          <a:prstGeom prst="rect">
            <a:avLst/>
          </a:prstGeom>
        </p:spPr>
        <p:txBody>
          <a:bodyPr wrap="square" lIns="0" tIns="0" rIns="0" bIns="0" anchor="ctr">
            <a:spAutoFit/>
          </a:bodyPr>
          <a:lstStyle>
            <a:lvl1pPr>
              <a:lnSpc>
                <a:spcPts val="5625"/>
              </a:lnSpc>
              <a:defRPr sz="4800"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1" y="4037849"/>
            <a:ext cx="1107996" cy="276999"/>
          </a:xfrm>
          <a:prstGeom prst="rect">
            <a:avLst/>
          </a:prstGeom>
          <a:noFill/>
        </p:spPr>
        <p:txBody>
          <a:bodyPr wrap="none" rtlCol="0">
            <a:spAutoFit/>
          </a:bodyPr>
          <a:lstStyle/>
          <a:p>
            <a:pPr algn="l"/>
            <a:r>
              <a:rPr lang="nl-NL" sz="1200"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558"/>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6"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0"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1018440606"/>
      </p:ext>
    </p:extLst>
  </p:cSld>
  <p:clrMapOvr>
    <a:masterClrMapping/>
  </p:clrMapOvr>
  <p:extLst>
    <p:ext uri="{DCECCB84-F9BA-43D5-87BE-67443E8EF086}">
      <p15:sldGuideLst xmlns:p15="http://schemas.microsoft.com/office/powerpoint/2012/main"/>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Title Slide #4">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0451" y="4652162"/>
            <a:ext cx="14830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800"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3" y="1487559"/>
            <a:ext cx="5095835" cy="2168382"/>
          </a:xfrm>
          <a:prstGeom prst="rect">
            <a:avLst/>
          </a:prstGeom>
        </p:spPr>
        <p:txBody>
          <a:bodyPr wrap="square" lIns="0" tIns="0" rIns="0" bIns="0" anchor="ctr">
            <a:spAutoFit/>
          </a:bodyPr>
          <a:lstStyle>
            <a:lvl1pPr>
              <a:lnSpc>
                <a:spcPts val="5625"/>
              </a:lnSpc>
              <a:defRPr sz="4800"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1" y="4037849"/>
            <a:ext cx="1107996" cy="276999"/>
          </a:xfrm>
          <a:prstGeom prst="rect">
            <a:avLst/>
          </a:prstGeom>
          <a:noFill/>
        </p:spPr>
        <p:txBody>
          <a:bodyPr wrap="none" rtlCol="0">
            <a:spAutoFit/>
          </a:bodyPr>
          <a:lstStyle/>
          <a:p>
            <a:pPr algn="l"/>
            <a:r>
              <a:rPr lang="nl-NL" sz="1200"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0"/>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6"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0" y="-75931"/>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2404310398"/>
      </p:ext>
    </p:extLst>
  </p:cSld>
  <p:clrMapOvr>
    <a:masterClrMapping/>
  </p:clrMapOvr>
  <p:extLst>
    <p:ext uri="{DCECCB84-F9BA-43D5-87BE-67443E8EF086}">
      <p15:sldGuideLst xmlns:p15="http://schemas.microsoft.com/office/powerpoint/2012/main"/>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Title Slide #5">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0451" y="4652162"/>
            <a:ext cx="14830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800"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3" y="1487559"/>
            <a:ext cx="5095835" cy="2168382"/>
          </a:xfrm>
          <a:prstGeom prst="rect">
            <a:avLst/>
          </a:prstGeom>
        </p:spPr>
        <p:txBody>
          <a:bodyPr wrap="square" lIns="0" tIns="0" rIns="0" bIns="0" anchor="ctr">
            <a:spAutoFit/>
          </a:bodyPr>
          <a:lstStyle>
            <a:lvl1pPr>
              <a:lnSpc>
                <a:spcPts val="5625"/>
              </a:lnSpc>
              <a:defRPr sz="4800"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1" y="4037849"/>
            <a:ext cx="1107996" cy="276999"/>
          </a:xfrm>
          <a:prstGeom prst="rect">
            <a:avLst/>
          </a:prstGeom>
          <a:noFill/>
        </p:spPr>
        <p:txBody>
          <a:bodyPr wrap="none" rtlCol="0">
            <a:spAutoFit/>
          </a:bodyPr>
          <a:lstStyle/>
          <a:p>
            <a:pPr algn="l"/>
            <a:r>
              <a:rPr lang="nl-NL" sz="1200"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3429"/>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t="109"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6"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0" y="-75934"/>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4106103001"/>
      </p:ext>
    </p:extLst>
  </p:cSld>
  <p:clrMapOvr>
    <a:masterClrMapping/>
  </p:clrMapOvr>
  <p:extLst>
    <p:ext uri="{DCECCB84-F9BA-43D5-87BE-67443E8EF086}">
      <p15:sldGuideLst xmlns:p15="http://schemas.microsoft.com/office/powerpoint/2012/main"/>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Title Slide #6">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0451" y="4652162"/>
            <a:ext cx="14830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800"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3" y="1487559"/>
            <a:ext cx="5095835" cy="2168382"/>
          </a:xfrm>
          <a:prstGeom prst="rect">
            <a:avLst/>
          </a:prstGeom>
        </p:spPr>
        <p:txBody>
          <a:bodyPr wrap="square" lIns="0" tIns="0" rIns="0" bIns="0" anchor="ctr">
            <a:spAutoFit/>
          </a:bodyPr>
          <a:lstStyle>
            <a:lvl1pPr>
              <a:lnSpc>
                <a:spcPts val="5625"/>
              </a:lnSpc>
              <a:defRPr sz="4800"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1" y="4037849"/>
            <a:ext cx="1107996" cy="276999"/>
          </a:xfrm>
          <a:prstGeom prst="rect">
            <a:avLst/>
          </a:prstGeom>
          <a:noFill/>
        </p:spPr>
        <p:txBody>
          <a:bodyPr wrap="none" rtlCol="0">
            <a:spAutoFit/>
          </a:bodyPr>
          <a:lstStyle/>
          <a:p>
            <a:pPr algn="l"/>
            <a:r>
              <a:rPr lang="nl-NL" sz="1200"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0"/>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6"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0"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1807190668"/>
      </p:ext>
    </p:extLst>
  </p:cSld>
  <p:clrMapOvr>
    <a:masterClrMapping/>
  </p:clrMapOvr>
  <p:extLst>
    <p:ext uri="{DCECCB84-F9BA-43D5-87BE-67443E8EF086}">
      <p15:sldGuideLst xmlns:p15="http://schemas.microsoft.com/office/powerpoint/2012/main"/>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Title Slide #7">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0451" y="4652162"/>
            <a:ext cx="14830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800"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3" y="1487559"/>
            <a:ext cx="5095835" cy="2168382"/>
          </a:xfrm>
          <a:prstGeom prst="rect">
            <a:avLst/>
          </a:prstGeom>
        </p:spPr>
        <p:txBody>
          <a:bodyPr wrap="square" lIns="0" tIns="0" rIns="0" bIns="0" anchor="ctr">
            <a:spAutoFit/>
          </a:bodyPr>
          <a:lstStyle>
            <a:lvl1pPr>
              <a:lnSpc>
                <a:spcPts val="5625"/>
              </a:lnSpc>
              <a:defRPr sz="4800"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1" y="4037849"/>
            <a:ext cx="1107996" cy="276999"/>
          </a:xfrm>
          <a:prstGeom prst="rect">
            <a:avLst/>
          </a:prstGeom>
          <a:noFill/>
        </p:spPr>
        <p:txBody>
          <a:bodyPr wrap="none" rtlCol="0">
            <a:spAutoFit/>
          </a:bodyPr>
          <a:lstStyle/>
          <a:p>
            <a:pPr algn="l"/>
            <a:r>
              <a:rPr lang="nl-NL" sz="1200"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6"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0"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2394640753"/>
      </p:ext>
    </p:extLst>
  </p:cSld>
  <p:clrMapOvr>
    <a:masterClrMapping/>
  </p:clrMapOvr>
  <p:extLst>
    <p:ext uri="{DCECCB84-F9BA-43D5-87BE-67443E8EF086}">
      <p15:sldGuideLst xmlns:p15="http://schemas.microsoft.com/office/powerpoint/2012/main"/>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Title Slide #8">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0451" y="4652162"/>
            <a:ext cx="14830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800"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3" y="1487559"/>
            <a:ext cx="5095835" cy="2168382"/>
          </a:xfrm>
          <a:prstGeom prst="rect">
            <a:avLst/>
          </a:prstGeom>
        </p:spPr>
        <p:txBody>
          <a:bodyPr wrap="square" lIns="0" tIns="0" rIns="0" bIns="0" anchor="ctr">
            <a:spAutoFit/>
          </a:bodyPr>
          <a:lstStyle>
            <a:lvl1pPr>
              <a:lnSpc>
                <a:spcPts val="5625"/>
              </a:lnSpc>
              <a:defRPr sz="4800"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1" y="4037849"/>
            <a:ext cx="1107996" cy="276999"/>
          </a:xfrm>
          <a:prstGeom prst="rect">
            <a:avLst/>
          </a:prstGeom>
          <a:noFill/>
        </p:spPr>
        <p:txBody>
          <a:bodyPr wrap="none" rtlCol="0">
            <a:spAutoFit/>
          </a:bodyPr>
          <a:lstStyle/>
          <a:p>
            <a:pPr algn="l"/>
            <a:r>
              <a:rPr lang="nl-NL" sz="1200"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6"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0"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1511787894"/>
      </p:ext>
    </p:extLst>
  </p:cSld>
  <p:clrMapOvr>
    <a:masterClrMapping/>
  </p:clrMapOvr>
  <p:extLst>
    <p:ext uri="{DCECCB84-F9BA-43D5-87BE-67443E8EF086}">
      <p15:sldGuideLst xmlns:p15="http://schemas.microsoft.com/office/powerpoint/2012/main"/>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Title Slide #9">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0451" y="4652162"/>
            <a:ext cx="14830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800"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3" y="1487559"/>
            <a:ext cx="5095835" cy="2168382"/>
          </a:xfrm>
          <a:prstGeom prst="rect">
            <a:avLst/>
          </a:prstGeom>
        </p:spPr>
        <p:txBody>
          <a:bodyPr wrap="square" lIns="0" tIns="0" rIns="0" bIns="0" anchor="ctr">
            <a:spAutoFit/>
          </a:bodyPr>
          <a:lstStyle>
            <a:lvl1pPr>
              <a:lnSpc>
                <a:spcPts val="5625"/>
              </a:lnSpc>
              <a:defRPr sz="4800"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1" y="4037849"/>
            <a:ext cx="1107996" cy="276999"/>
          </a:xfrm>
          <a:prstGeom prst="rect">
            <a:avLst/>
          </a:prstGeom>
          <a:noFill/>
        </p:spPr>
        <p:txBody>
          <a:bodyPr wrap="none" rtlCol="0">
            <a:spAutoFit/>
          </a:bodyPr>
          <a:lstStyle/>
          <a:p>
            <a:pPr algn="l"/>
            <a:r>
              <a:rPr lang="nl-NL" sz="1200"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6"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0"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1169580861"/>
      </p:ext>
    </p:extLst>
  </p:cSld>
  <p:clrMapOvr>
    <a:masterClrMapping/>
  </p:clrMapOvr>
  <p:extLst>
    <p:ext uri="{DCECCB84-F9BA-43D5-87BE-67443E8EF086}">
      <p15:sldGuideLst xmlns:p15="http://schemas.microsoft.com/office/powerpoint/2012/main"/>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Title Slide #10">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0451" y="4652162"/>
            <a:ext cx="14830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800"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3" y="1487559"/>
            <a:ext cx="5095835" cy="2168382"/>
          </a:xfrm>
          <a:prstGeom prst="rect">
            <a:avLst/>
          </a:prstGeom>
        </p:spPr>
        <p:txBody>
          <a:bodyPr wrap="square" lIns="0" tIns="0" rIns="0" bIns="0" anchor="ctr">
            <a:spAutoFit/>
          </a:bodyPr>
          <a:lstStyle>
            <a:lvl1pPr>
              <a:lnSpc>
                <a:spcPts val="5625"/>
              </a:lnSpc>
              <a:defRPr sz="4800"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1" y="4037849"/>
            <a:ext cx="1107996" cy="276999"/>
          </a:xfrm>
          <a:prstGeom prst="rect">
            <a:avLst/>
          </a:prstGeom>
          <a:noFill/>
        </p:spPr>
        <p:txBody>
          <a:bodyPr wrap="none" rtlCol="0">
            <a:spAutoFit/>
          </a:bodyPr>
          <a:lstStyle/>
          <a:p>
            <a:pPr algn="l"/>
            <a:r>
              <a:rPr lang="nl-NL" sz="1200"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6"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0"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1482620222"/>
      </p:ext>
    </p:extLst>
  </p:cSld>
  <p:clrMapOvr>
    <a:masterClrMapping/>
  </p:clrMapOvr>
  <p:extLst>
    <p:ext uri="{DCECCB84-F9BA-43D5-87BE-67443E8EF086}">
      <p15:sldGuideLst xmlns:p15="http://schemas.microsoft.com/office/powerpoint/2012/main"/>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Title Slide #11">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0451" y="4652162"/>
            <a:ext cx="14830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800"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3" y="1487559"/>
            <a:ext cx="5095835" cy="2168382"/>
          </a:xfrm>
          <a:prstGeom prst="rect">
            <a:avLst/>
          </a:prstGeom>
        </p:spPr>
        <p:txBody>
          <a:bodyPr wrap="square" lIns="0" tIns="0" rIns="0" bIns="0" anchor="ctr">
            <a:spAutoFit/>
          </a:bodyPr>
          <a:lstStyle>
            <a:lvl1pPr>
              <a:lnSpc>
                <a:spcPts val="5625"/>
              </a:lnSpc>
              <a:defRPr sz="4800"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1" y="4037849"/>
            <a:ext cx="1107996" cy="276999"/>
          </a:xfrm>
          <a:prstGeom prst="rect">
            <a:avLst/>
          </a:prstGeom>
          <a:noFill/>
        </p:spPr>
        <p:txBody>
          <a:bodyPr wrap="none" rtlCol="0">
            <a:spAutoFit/>
          </a:bodyPr>
          <a:lstStyle/>
          <a:p>
            <a:pPr algn="l"/>
            <a:r>
              <a:rPr lang="nl-NL" sz="1200"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t="13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6"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0"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3949250308"/>
      </p:ext>
    </p:extLst>
  </p:cSld>
  <p:clrMapOvr>
    <a:masterClrMapping/>
  </p:clrMapOvr>
  <p:extLst>
    <p:ext uri="{DCECCB84-F9BA-43D5-87BE-67443E8EF086}">
      <p15:sldGuideLst xmlns:p15="http://schemas.microsoft.com/office/powerpoint/2012/main"/>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Title Slide #12">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0451" y="4652162"/>
            <a:ext cx="14830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800"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3" y="1487559"/>
            <a:ext cx="5095835" cy="2168382"/>
          </a:xfrm>
          <a:prstGeom prst="rect">
            <a:avLst/>
          </a:prstGeom>
        </p:spPr>
        <p:txBody>
          <a:bodyPr wrap="square" lIns="0" tIns="0" rIns="0" bIns="0" anchor="ctr">
            <a:spAutoFit/>
          </a:bodyPr>
          <a:lstStyle>
            <a:lvl1pPr>
              <a:lnSpc>
                <a:spcPts val="5625"/>
              </a:lnSpc>
              <a:defRPr sz="4800"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1" y="4037849"/>
            <a:ext cx="1107996" cy="276999"/>
          </a:xfrm>
          <a:prstGeom prst="rect">
            <a:avLst/>
          </a:prstGeom>
          <a:noFill/>
        </p:spPr>
        <p:txBody>
          <a:bodyPr wrap="none" rtlCol="0">
            <a:spAutoFit/>
          </a:bodyPr>
          <a:lstStyle/>
          <a:p>
            <a:pPr algn="l"/>
            <a:r>
              <a:rPr lang="nl-NL" sz="1200"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6"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0"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3901382561"/>
      </p:ext>
    </p:extLst>
  </p:cSld>
  <p:clrMapOvr>
    <a:masterClrMapping/>
  </p:clrMapOvr>
  <p:extLst>
    <p:ext uri="{DCECCB84-F9BA-43D5-87BE-67443E8EF086}">
      <p15:sldGuideLst xmlns:p15="http://schemas.microsoft.com/office/powerpoint/2012/main"/>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Title Slide #13">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0451" y="4652162"/>
            <a:ext cx="14830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800"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3" y="1487559"/>
            <a:ext cx="5095835" cy="2168382"/>
          </a:xfrm>
          <a:prstGeom prst="rect">
            <a:avLst/>
          </a:prstGeom>
        </p:spPr>
        <p:txBody>
          <a:bodyPr wrap="square" lIns="0" tIns="0" rIns="0" bIns="0" anchor="ctr">
            <a:spAutoFit/>
          </a:bodyPr>
          <a:lstStyle>
            <a:lvl1pPr>
              <a:lnSpc>
                <a:spcPts val="5625"/>
              </a:lnSpc>
              <a:defRPr sz="4800"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1" y="4037849"/>
            <a:ext cx="1107996" cy="276999"/>
          </a:xfrm>
          <a:prstGeom prst="rect">
            <a:avLst/>
          </a:prstGeom>
          <a:noFill/>
        </p:spPr>
        <p:txBody>
          <a:bodyPr wrap="none" rtlCol="0">
            <a:spAutoFit/>
          </a:bodyPr>
          <a:lstStyle/>
          <a:p>
            <a:pPr algn="l"/>
            <a:r>
              <a:rPr lang="nl-NL" sz="1200"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t="2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6"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0"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3022064127"/>
      </p:ext>
    </p:extLst>
  </p:cSld>
  <p:clrMapOvr>
    <a:masterClrMapping/>
  </p:clrMapOvr>
  <p:extLst>
    <p:ext uri="{DCECCB84-F9BA-43D5-87BE-67443E8EF086}">
      <p15:sldGuideLst xmlns:p15="http://schemas.microsoft.com/office/powerpoint/2012/main"/>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Title Slide #14">
    <p:bg>
      <p:bgPr>
        <a:solidFill>
          <a:schemeClr val="bg1"/>
        </a:solidFill>
        <a:effectLst/>
      </p:bgPr>
    </p:bg>
    <p:spTree>
      <p:nvGrpSpPr>
        <p:cNvPr id="1" name=""/>
        <p:cNvGrpSpPr/>
        <p:nvPr/>
      </p:nvGrpSpPr>
      <p:grpSpPr>
        <a:xfrm>
          <a:off x="0" y="0"/>
          <a:ext cx="0" cy="0"/>
          <a:chOff x="0" y="0"/>
          <a:chExt cx="0" cy="0"/>
        </a:xfrm>
      </p:grpSpPr>
      <p:sp>
        <p:nvSpPr>
          <p:cNvPr id="10" name="AddClassification"/>
          <p:cNvSpPr txBox="1">
            <a:spLocks noChangeArrowheads="1"/>
          </p:cNvSpPr>
          <p:nvPr userDrawn="1"/>
        </p:nvSpPr>
        <p:spPr bwMode="auto">
          <a:xfrm>
            <a:off x="3830451" y="4652162"/>
            <a:ext cx="14830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800"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3" y="1487559"/>
            <a:ext cx="5095835" cy="2168382"/>
          </a:xfrm>
          <a:prstGeom prst="rect">
            <a:avLst/>
          </a:prstGeom>
        </p:spPr>
        <p:txBody>
          <a:bodyPr wrap="square" lIns="0" tIns="0" rIns="0" bIns="0" anchor="ctr">
            <a:spAutoFit/>
          </a:bodyPr>
          <a:lstStyle>
            <a:lvl1pPr>
              <a:lnSpc>
                <a:spcPts val="5625"/>
              </a:lnSpc>
              <a:defRPr sz="4800"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1" y="4037849"/>
            <a:ext cx="1107996" cy="276999"/>
          </a:xfrm>
          <a:prstGeom prst="rect">
            <a:avLst/>
          </a:prstGeom>
          <a:noFill/>
        </p:spPr>
        <p:txBody>
          <a:bodyPr wrap="none" rtlCol="0">
            <a:spAutoFit/>
          </a:bodyPr>
          <a:lstStyle/>
          <a:p>
            <a:pPr algn="l"/>
            <a:r>
              <a:rPr lang="nl-NL" sz="1200" b="0">
                <a:solidFill>
                  <a:srgbClr val="0066A1"/>
                </a:solidFill>
                <a:latin typeface="Verdana" pitchFamily="34" charset="0"/>
                <a:ea typeface="Verdana" pitchFamily="34" charset="0"/>
                <a:cs typeface="Verdana" pitchFamily="34" charset="0"/>
              </a:rPr>
              <a:t>07-04-2023</a:t>
            </a:r>
          </a:p>
        </p:txBody>
      </p:sp>
      <p:sp>
        <p:nvSpPr>
          <p:cNvPr id="145" name="Freeform: Shape 144">
            <a:extLst>
              <a:ext uri="{FF2B5EF4-FFF2-40B4-BE49-F238E27FC236}">
                <a16:creationId xmlns:a16="http://schemas.microsoft.com/office/drawing/2014/main" id="{8F66D3D1-1CCC-4024-AAA0-17F4F431BCCF}"/>
              </a:ext>
            </a:extLst>
          </p:cNvPr>
          <p:cNvSpPr/>
          <p:nvPr userDrawn="1"/>
        </p:nvSpPr>
        <p:spPr>
          <a:xfrm>
            <a:off x="5904000" y="-1"/>
            <a:ext cx="3240000" cy="3142800"/>
          </a:xfrm>
          <a:custGeom>
            <a:avLst/>
            <a:gdLst>
              <a:gd name="connsiteX0" fmla="*/ 314807 w 3261639"/>
              <a:gd name="connsiteY0" fmla="*/ 0 h 3147814"/>
              <a:gd name="connsiteX1" fmla="*/ 3261639 w 3261639"/>
              <a:gd name="connsiteY1" fmla="*/ 0 h 3147814"/>
              <a:gd name="connsiteX2" fmla="*/ 3261639 w 3261639"/>
              <a:gd name="connsiteY2" fmla="*/ 2660486 h 3147814"/>
              <a:gd name="connsiteX3" fmla="*/ 3239824 w 3261639"/>
              <a:gd name="connsiteY3" fmla="*/ 2680956 h 3147814"/>
              <a:gd name="connsiteX4" fmla="*/ 1980220 w 3261639"/>
              <a:gd name="connsiteY4" fmla="*/ 3147814 h 3147814"/>
              <a:gd name="connsiteX5" fmla="*/ 0 w 3261639"/>
              <a:gd name="connsiteY5" fmla="*/ 1103343 h 3147814"/>
              <a:gd name="connsiteX6" fmla="*/ 239002 w 3261639"/>
              <a:gd name="connsiteY6" fmla="*/ 128827 h 31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639" h="3147814">
                <a:moveTo>
                  <a:pt x="314807" y="0"/>
                </a:moveTo>
                <a:lnTo>
                  <a:pt x="3261639" y="0"/>
                </a:lnTo>
                <a:lnTo>
                  <a:pt x="3261639" y="2660486"/>
                </a:lnTo>
                <a:lnTo>
                  <a:pt x="3239824" y="2680956"/>
                </a:lnTo>
                <a:cubicBezTo>
                  <a:pt x="2897525" y="2972612"/>
                  <a:pt x="2458690" y="3147814"/>
                  <a:pt x="1980220" y="3147814"/>
                </a:cubicBezTo>
                <a:cubicBezTo>
                  <a:pt x="886575" y="3147814"/>
                  <a:pt x="0" y="2232473"/>
                  <a:pt x="0" y="1103343"/>
                </a:cubicBezTo>
                <a:cubicBezTo>
                  <a:pt x="0" y="750490"/>
                  <a:pt x="86580" y="418515"/>
                  <a:pt x="239002" y="128827"/>
                </a:cubicBez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6"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r="25294" b="23349"/>
          <a:stretch>
            <a:fillRect/>
          </a:stretch>
        </p:blipFill>
        <p:spPr>
          <a:xfrm rot="16200000">
            <a:off x="5516920"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282960853"/>
      </p:ext>
    </p:extLst>
  </p:cSld>
  <p:clrMapOvr>
    <a:masterClrMapping/>
  </p:clrMapOvr>
  <p:extLst>
    <p:ext uri="{DCECCB84-F9BA-43D5-87BE-67443E8EF086}">
      <p15:sldGuideLst xmlns:p15="http://schemas.microsoft.com/office/powerpoint/2012/main"/>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Title Slide (select own image)">
    <p:bg>
      <p:bgPr>
        <a:solidFill>
          <a:schemeClr val="bg1"/>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151BC074-9CDD-4182-BCD5-F812F827E49B}"/>
              </a:ext>
            </a:extLst>
          </p:cNvPr>
          <p:cNvSpPr>
            <a:spLocks noGrp="1"/>
          </p:cNvSpPr>
          <p:nvPr>
            <p:ph type="pic" sz="quarter" idx="10" hasCustomPrompt="1"/>
          </p:nvPr>
        </p:nvSpPr>
        <p:spPr>
          <a:xfrm>
            <a:off x="5968786" y="1"/>
            <a:ext cx="3178800" cy="3114116"/>
          </a:xfrm>
          <a:custGeom>
            <a:avLst/>
            <a:gdLst>
              <a:gd name="connsiteX0" fmla="*/ 410738 w 3175216"/>
              <a:gd name="connsiteY0" fmla="*/ 0 h 3111734"/>
              <a:gd name="connsiteX1" fmla="*/ 3175216 w 3175216"/>
              <a:gd name="connsiteY1" fmla="*/ 0 h 3111734"/>
              <a:gd name="connsiteX2" fmla="*/ 3172834 w 3175216"/>
              <a:gd name="connsiteY2" fmla="*/ 2644909 h 3111734"/>
              <a:gd name="connsiteX3" fmla="*/ 3014485 w 3175216"/>
              <a:gd name="connsiteY3" fmla="*/ 2770425 h 3111734"/>
              <a:gd name="connsiteX4" fmla="*/ 1924003 w 3175216"/>
              <a:gd name="connsiteY4" fmla="*/ 3111734 h 3111734"/>
              <a:gd name="connsiteX5" fmla="*/ 1234497 w 3175216"/>
              <a:gd name="connsiteY5" fmla="*/ 2990850 h 3111734"/>
              <a:gd name="connsiteX6" fmla="*/ 624896 w 3175216"/>
              <a:gd name="connsiteY6" fmla="*/ 2626520 h 3111734"/>
              <a:gd name="connsiteX7" fmla="*/ 310571 w 3175216"/>
              <a:gd name="connsiteY7" fmla="*/ 2274095 h 3111734"/>
              <a:gd name="connsiteX8" fmla="*/ 177222 w 3175216"/>
              <a:gd name="connsiteY8" fmla="*/ 2045495 h 3111734"/>
              <a:gd name="connsiteX9" fmla="*/ 70065 w 3175216"/>
              <a:gd name="connsiteY9" fmla="*/ 1778793 h 3111734"/>
              <a:gd name="connsiteX10" fmla="*/ 98639 w 3175216"/>
              <a:gd name="connsiteY10" fmla="*/ 1762125 h 3111734"/>
              <a:gd name="connsiteX11" fmla="*/ 0 w 3175216"/>
              <a:gd name="connsiteY11" fmla="*/ 1160609 h 3111734"/>
              <a:gd name="connsiteX12" fmla="*/ 334775 w 3175216"/>
              <a:gd name="connsiteY12" fmla="*/ 100902 h 3111734"/>
              <a:gd name="connsiteX13" fmla="*/ 398297 w 3175216"/>
              <a:gd name="connsiteY13" fmla="*/ 15950 h 3111734"/>
              <a:gd name="connsiteX0" fmla="*/ 410738 w 3175216"/>
              <a:gd name="connsiteY0" fmla="*/ 0 h 3111734"/>
              <a:gd name="connsiteX1" fmla="*/ 3175216 w 3175216"/>
              <a:gd name="connsiteY1" fmla="*/ 0 h 3111734"/>
              <a:gd name="connsiteX2" fmla="*/ 3172834 w 3175216"/>
              <a:gd name="connsiteY2" fmla="*/ 2644909 h 3111734"/>
              <a:gd name="connsiteX3" fmla="*/ 3014485 w 3175216"/>
              <a:gd name="connsiteY3" fmla="*/ 2770425 h 3111734"/>
              <a:gd name="connsiteX4" fmla="*/ 1924003 w 3175216"/>
              <a:gd name="connsiteY4" fmla="*/ 3111734 h 3111734"/>
              <a:gd name="connsiteX5" fmla="*/ 1234497 w 3175216"/>
              <a:gd name="connsiteY5" fmla="*/ 2990850 h 3111734"/>
              <a:gd name="connsiteX6" fmla="*/ 624896 w 3175216"/>
              <a:gd name="connsiteY6" fmla="*/ 2626520 h 3111734"/>
              <a:gd name="connsiteX7" fmla="*/ 310571 w 3175216"/>
              <a:gd name="connsiteY7" fmla="*/ 2274095 h 3111734"/>
              <a:gd name="connsiteX8" fmla="*/ 177222 w 3175216"/>
              <a:gd name="connsiteY8" fmla="*/ 2045495 h 3111734"/>
              <a:gd name="connsiteX9" fmla="*/ 70065 w 3175216"/>
              <a:gd name="connsiteY9" fmla="*/ 1778793 h 3111734"/>
              <a:gd name="connsiteX10" fmla="*/ 98639 w 3175216"/>
              <a:gd name="connsiteY10" fmla="*/ 1762125 h 3111734"/>
              <a:gd name="connsiteX11" fmla="*/ 0 w 3175216"/>
              <a:gd name="connsiteY11" fmla="*/ 1160609 h 3111734"/>
              <a:gd name="connsiteX12" fmla="*/ 334775 w 3175216"/>
              <a:gd name="connsiteY12" fmla="*/ 100902 h 3111734"/>
              <a:gd name="connsiteX13" fmla="*/ 398297 w 3175216"/>
              <a:gd name="connsiteY13" fmla="*/ 15950 h 3111734"/>
              <a:gd name="connsiteX14" fmla="*/ 410738 w 3175216"/>
              <a:gd name="connsiteY14" fmla="*/ 0 h 3111734"/>
              <a:gd name="connsiteX0" fmla="*/ 410738 w 3175216"/>
              <a:gd name="connsiteY0" fmla="*/ 0 h 3111734"/>
              <a:gd name="connsiteX1" fmla="*/ 3175216 w 3175216"/>
              <a:gd name="connsiteY1" fmla="*/ 0 h 3111734"/>
              <a:gd name="connsiteX2" fmla="*/ 3172834 w 3175216"/>
              <a:gd name="connsiteY2" fmla="*/ 2644909 h 3111734"/>
              <a:gd name="connsiteX3" fmla="*/ 3014485 w 3175216"/>
              <a:gd name="connsiteY3" fmla="*/ 2770425 h 3111734"/>
              <a:gd name="connsiteX4" fmla="*/ 1924003 w 3175216"/>
              <a:gd name="connsiteY4" fmla="*/ 3111734 h 3111734"/>
              <a:gd name="connsiteX5" fmla="*/ 1234497 w 3175216"/>
              <a:gd name="connsiteY5" fmla="*/ 2990850 h 3111734"/>
              <a:gd name="connsiteX6" fmla="*/ 624896 w 3175216"/>
              <a:gd name="connsiteY6" fmla="*/ 2626520 h 3111734"/>
              <a:gd name="connsiteX7" fmla="*/ 310571 w 3175216"/>
              <a:gd name="connsiteY7" fmla="*/ 2274095 h 3111734"/>
              <a:gd name="connsiteX8" fmla="*/ 177222 w 3175216"/>
              <a:gd name="connsiteY8" fmla="*/ 2045495 h 3111734"/>
              <a:gd name="connsiteX9" fmla="*/ 70065 w 3175216"/>
              <a:gd name="connsiteY9" fmla="*/ 1778793 h 3111734"/>
              <a:gd name="connsiteX10" fmla="*/ 98639 w 3175216"/>
              <a:gd name="connsiteY10" fmla="*/ 1762125 h 3111734"/>
              <a:gd name="connsiteX11" fmla="*/ 0 w 3175216"/>
              <a:gd name="connsiteY11" fmla="*/ 1160609 h 3111734"/>
              <a:gd name="connsiteX12" fmla="*/ 334775 w 3175216"/>
              <a:gd name="connsiteY12" fmla="*/ 100902 h 3111734"/>
              <a:gd name="connsiteX13" fmla="*/ 398297 w 3175216"/>
              <a:gd name="connsiteY13" fmla="*/ 15950 h 3111734"/>
              <a:gd name="connsiteX14" fmla="*/ 410738 w 3175216"/>
              <a:gd name="connsiteY14" fmla="*/ 0 h 3111734"/>
              <a:gd name="connsiteX0" fmla="*/ 410738 w 3175216"/>
              <a:gd name="connsiteY0" fmla="*/ 0 h 3111734"/>
              <a:gd name="connsiteX1" fmla="*/ 3175216 w 3175216"/>
              <a:gd name="connsiteY1" fmla="*/ 0 h 3111734"/>
              <a:gd name="connsiteX2" fmla="*/ 3172834 w 3175216"/>
              <a:gd name="connsiteY2" fmla="*/ 2644909 h 3111734"/>
              <a:gd name="connsiteX3" fmla="*/ 3014485 w 3175216"/>
              <a:gd name="connsiteY3" fmla="*/ 2770425 h 3111734"/>
              <a:gd name="connsiteX4" fmla="*/ 1924003 w 3175216"/>
              <a:gd name="connsiteY4" fmla="*/ 3111734 h 3111734"/>
              <a:gd name="connsiteX5" fmla="*/ 1234497 w 3175216"/>
              <a:gd name="connsiteY5" fmla="*/ 2990850 h 3111734"/>
              <a:gd name="connsiteX6" fmla="*/ 624896 w 3175216"/>
              <a:gd name="connsiteY6" fmla="*/ 2626520 h 3111734"/>
              <a:gd name="connsiteX7" fmla="*/ 310571 w 3175216"/>
              <a:gd name="connsiteY7" fmla="*/ 2274095 h 3111734"/>
              <a:gd name="connsiteX8" fmla="*/ 177222 w 3175216"/>
              <a:gd name="connsiteY8" fmla="*/ 2045495 h 3111734"/>
              <a:gd name="connsiteX9" fmla="*/ 70065 w 3175216"/>
              <a:gd name="connsiteY9" fmla="*/ 1778793 h 3111734"/>
              <a:gd name="connsiteX10" fmla="*/ 98639 w 3175216"/>
              <a:gd name="connsiteY10" fmla="*/ 1762125 h 3111734"/>
              <a:gd name="connsiteX11" fmla="*/ 0 w 3175216"/>
              <a:gd name="connsiteY11" fmla="*/ 1160609 h 3111734"/>
              <a:gd name="connsiteX12" fmla="*/ 334775 w 3175216"/>
              <a:gd name="connsiteY12" fmla="*/ 100902 h 3111734"/>
              <a:gd name="connsiteX13" fmla="*/ 398297 w 3175216"/>
              <a:gd name="connsiteY13" fmla="*/ 15950 h 3111734"/>
              <a:gd name="connsiteX14" fmla="*/ 410738 w 3175216"/>
              <a:gd name="connsiteY14" fmla="*/ 0 h 3111734"/>
              <a:gd name="connsiteX0" fmla="*/ 410738 w 3175216"/>
              <a:gd name="connsiteY0" fmla="*/ 0 h 3111734"/>
              <a:gd name="connsiteX1" fmla="*/ 3175216 w 3175216"/>
              <a:gd name="connsiteY1" fmla="*/ 0 h 3111734"/>
              <a:gd name="connsiteX2" fmla="*/ 3172834 w 3175216"/>
              <a:gd name="connsiteY2" fmla="*/ 2644909 h 3111734"/>
              <a:gd name="connsiteX3" fmla="*/ 3014485 w 3175216"/>
              <a:gd name="connsiteY3" fmla="*/ 2770425 h 3111734"/>
              <a:gd name="connsiteX4" fmla="*/ 1924003 w 3175216"/>
              <a:gd name="connsiteY4" fmla="*/ 3111734 h 3111734"/>
              <a:gd name="connsiteX5" fmla="*/ 1234497 w 3175216"/>
              <a:gd name="connsiteY5" fmla="*/ 2990850 h 3111734"/>
              <a:gd name="connsiteX6" fmla="*/ 624896 w 3175216"/>
              <a:gd name="connsiteY6" fmla="*/ 2626520 h 3111734"/>
              <a:gd name="connsiteX7" fmla="*/ 310571 w 3175216"/>
              <a:gd name="connsiteY7" fmla="*/ 2274095 h 3111734"/>
              <a:gd name="connsiteX8" fmla="*/ 177222 w 3175216"/>
              <a:gd name="connsiteY8" fmla="*/ 2045495 h 3111734"/>
              <a:gd name="connsiteX9" fmla="*/ 70065 w 3175216"/>
              <a:gd name="connsiteY9" fmla="*/ 1778793 h 3111734"/>
              <a:gd name="connsiteX10" fmla="*/ 98639 w 3175216"/>
              <a:gd name="connsiteY10" fmla="*/ 1762125 h 3111734"/>
              <a:gd name="connsiteX11" fmla="*/ 0 w 3175216"/>
              <a:gd name="connsiteY11" fmla="*/ 1160609 h 3111734"/>
              <a:gd name="connsiteX12" fmla="*/ 334775 w 3175216"/>
              <a:gd name="connsiteY12" fmla="*/ 100902 h 3111734"/>
              <a:gd name="connsiteX13" fmla="*/ 398297 w 3175216"/>
              <a:gd name="connsiteY13" fmla="*/ 15950 h 3111734"/>
              <a:gd name="connsiteX14" fmla="*/ 410738 w 3175216"/>
              <a:gd name="connsiteY14" fmla="*/ 0 h 3111734"/>
              <a:gd name="connsiteX0" fmla="*/ 410738 w 3175216"/>
              <a:gd name="connsiteY0" fmla="*/ 0 h 3111734"/>
              <a:gd name="connsiteX1" fmla="*/ 3175216 w 3175216"/>
              <a:gd name="connsiteY1" fmla="*/ 0 h 3111734"/>
              <a:gd name="connsiteX2" fmla="*/ 3172834 w 3175216"/>
              <a:gd name="connsiteY2" fmla="*/ 2644909 h 3111734"/>
              <a:gd name="connsiteX3" fmla="*/ 3014485 w 3175216"/>
              <a:gd name="connsiteY3" fmla="*/ 2770425 h 3111734"/>
              <a:gd name="connsiteX4" fmla="*/ 1924003 w 3175216"/>
              <a:gd name="connsiteY4" fmla="*/ 3111734 h 3111734"/>
              <a:gd name="connsiteX5" fmla="*/ 1234497 w 3175216"/>
              <a:gd name="connsiteY5" fmla="*/ 2990850 h 3111734"/>
              <a:gd name="connsiteX6" fmla="*/ 624896 w 3175216"/>
              <a:gd name="connsiteY6" fmla="*/ 2626520 h 3111734"/>
              <a:gd name="connsiteX7" fmla="*/ 310571 w 3175216"/>
              <a:gd name="connsiteY7" fmla="*/ 2274095 h 3111734"/>
              <a:gd name="connsiteX8" fmla="*/ 177222 w 3175216"/>
              <a:gd name="connsiteY8" fmla="*/ 2045495 h 3111734"/>
              <a:gd name="connsiteX9" fmla="*/ 70065 w 3175216"/>
              <a:gd name="connsiteY9" fmla="*/ 1778793 h 3111734"/>
              <a:gd name="connsiteX10" fmla="*/ 98639 w 3175216"/>
              <a:gd name="connsiteY10" fmla="*/ 1762125 h 3111734"/>
              <a:gd name="connsiteX11" fmla="*/ 0 w 3175216"/>
              <a:gd name="connsiteY11" fmla="*/ 1160609 h 3111734"/>
              <a:gd name="connsiteX12" fmla="*/ 334775 w 3175216"/>
              <a:gd name="connsiteY12" fmla="*/ 100902 h 3111734"/>
              <a:gd name="connsiteX13" fmla="*/ 398297 w 3175216"/>
              <a:gd name="connsiteY13" fmla="*/ 15950 h 3111734"/>
              <a:gd name="connsiteX14" fmla="*/ 410738 w 3175216"/>
              <a:gd name="connsiteY14" fmla="*/ 0 h 3111734"/>
              <a:gd name="connsiteX0" fmla="*/ 410738 w 3175216"/>
              <a:gd name="connsiteY0" fmla="*/ 0 h 3111734"/>
              <a:gd name="connsiteX1" fmla="*/ 3175216 w 3175216"/>
              <a:gd name="connsiteY1" fmla="*/ 0 h 3111734"/>
              <a:gd name="connsiteX2" fmla="*/ 3172834 w 3175216"/>
              <a:gd name="connsiteY2" fmla="*/ 2644909 h 3111734"/>
              <a:gd name="connsiteX3" fmla="*/ 3014485 w 3175216"/>
              <a:gd name="connsiteY3" fmla="*/ 2770425 h 3111734"/>
              <a:gd name="connsiteX4" fmla="*/ 1924003 w 3175216"/>
              <a:gd name="connsiteY4" fmla="*/ 3111734 h 3111734"/>
              <a:gd name="connsiteX5" fmla="*/ 1234497 w 3175216"/>
              <a:gd name="connsiteY5" fmla="*/ 2990850 h 3111734"/>
              <a:gd name="connsiteX6" fmla="*/ 624896 w 3175216"/>
              <a:gd name="connsiteY6" fmla="*/ 2626520 h 3111734"/>
              <a:gd name="connsiteX7" fmla="*/ 310571 w 3175216"/>
              <a:gd name="connsiteY7" fmla="*/ 2274095 h 3111734"/>
              <a:gd name="connsiteX8" fmla="*/ 177222 w 3175216"/>
              <a:gd name="connsiteY8" fmla="*/ 2045495 h 3111734"/>
              <a:gd name="connsiteX9" fmla="*/ 70065 w 3175216"/>
              <a:gd name="connsiteY9" fmla="*/ 1778793 h 3111734"/>
              <a:gd name="connsiteX10" fmla="*/ 98639 w 3175216"/>
              <a:gd name="connsiteY10" fmla="*/ 1762125 h 3111734"/>
              <a:gd name="connsiteX11" fmla="*/ 0 w 3175216"/>
              <a:gd name="connsiteY11" fmla="*/ 1160609 h 3111734"/>
              <a:gd name="connsiteX12" fmla="*/ 334775 w 3175216"/>
              <a:gd name="connsiteY12" fmla="*/ 100902 h 3111734"/>
              <a:gd name="connsiteX13" fmla="*/ 398297 w 3175216"/>
              <a:gd name="connsiteY13" fmla="*/ 15950 h 3111734"/>
              <a:gd name="connsiteX14" fmla="*/ 410738 w 3175216"/>
              <a:gd name="connsiteY14" fmla="*/ 0 h 3111734"/>
              <a:gd name="connsiteX0" fmla="*/ 410738 w 3175216"/>
              <a:gd name="connsiteY0" fmla="*/ 0 h 3111734"/>
              <a:gd name="connsiteX1" fmla="*/ 3175216 w 3175216"/>
              <a:gd name="connsiteY1" fmla="*/ 0 h 3111734"/>
              <a:gd name="connsiteX2" fmla="*/ 3172834 w 3175216"/>
              <a:gd name="connsiteY2" fmla="*/ 2644909 h 3111734"/>
              <a:gd name="connsiteX3" fmla="*/ 3014485 w 3175216"/>
              <a:gd name="connsiteY3" fmla="*/ 2770425 h 3111734"/>
              <a:gd name="connsiteX4" fmla="*/ 1924003 w 3175216"/>
              <a:gd name="connsiteY4" fmla="*/ 3111734 h 3111734"/>
              <a:gd name="connsiteX5" fmla="*/ 1234497 w 3175216"/>
              <a:gd name="connsiteY5" fmla="*/ 2990850 h 3111734"/>
              <a:gd name="connsiteX6" fmla="*/ 624896 w 3175216"/>
              <a:gd name="connsiteY6" fmla="*/ 2626520 h 3111734"/>
              <a:gd name="connsiteX7" fmla="*/ 310571 w 3175216"/>
              <a:gd name="connsiteY7" fmla="*/ 2274095 h 3111734"/>
              <a:gd name="connsiteX8" fmla="*/ 177222 w 3175216"/>
              <a:gd name="connsiteY8" fmla="*/ 2045495 h 3111734"/>
              <a:gd name="connsiteX9" fmla="*/ 70065 w 3175216"/>
              <a:gd name="connsiteY9" fmla="*/ 1778793 h 3111734"/>
              <a:gd name="connsiteX10" fmla="*/ 98639 w 3175216"/>
              <a:gd name="connsiteY10" fmla="*/ 1762125 h 3111734"/>
              <a:gd name="connsiteX11" fmla="*/ 0 w 3175216"/>
              <a:gd name="connsiteY11" fmla="*/ 1160609 h 3111734"/>
              <a:gd name="connsiteX12" fmla="*/ 334775 w 3175216"/>
              <a:gd name="connsiteY12" fmla="*/ 100902 h 3111734"/>
              <a:gd name="connsiteX13" fmla="*/ 398297 w 3175216"/>
              <a:gd name="connsiteY13" fmla="*/ 15950 h 3111734"/>
              <a:gd name="connsiteX14" fmla="*/ 410738 w 3175216"/>
              <a:gd name="connsiteY14" fmla="*/ 0 h 3111734"/>
              <a:gd name="connsiteX0" fmla="*/ 410738 w 3175216"/>
              <a:gd name="connsiteY0" fmla="*/ 0 h 3114116"/>
              <a:gd name="connsiteX1" fmla="*/ 3175216 w 3175216"/>
              <a:gd name="connsiteY1" fmla="*/ 0 h 3114116"/>
              <a:gd name="connsiteX2" fmla="*/ 3172834 w 3175216"/>
              <a:gd name="connsiteY2" fmla="*/ 2644909 h 3114116"/>
              <a:gd name="connsiteX3" fmla="*/ 3014485 w 3175216"/>
              <a:gd name="connsiteY3" fmla="*/ 2770425 h 3114116"/>
              <a:gd name="connsiteX4" fmla="*/ 1924003 w 3175216"/>
              <a:gd name="connsiteY4" fmla="*/ 3114116 h 3114116"/>
              <a:gd name="connsiteX5" fmla="*/ 1234497 w 3175216"/>
              <a:gd name="connsiteY5" fmla="*/ 2990850 h 3114116"/>
              <a:gd name="connsiteX6" fmla="*/ 624896 w 3175216"/>
              <a:gd name="connsiteY6" fmla="*/ 2626520 h 3114116"/>
              <a:gd name="connsiteX7" fmla="*/ 310571 w 3175216"/>
              <a:gd name="connsiteY7" fmla="*/ 2274095 h 3114116"/>
              <a:gd name="connsiteX8" fmla="*/ 177222 w 3175216"/>
              <a:gd name="connsiteY8" fmla="*/ 2045495 h 3114116"/>
              <a:gd name="connsiteX9" fmla="*/ 70065 w 3175216"/>
              <a:gd name="connsiteY9" fmla="*/ 1778793 h 3114116"/>
              <a:gd name="connsiteX10" fmla="*/ 98639 w 3175216"/>
              <a:gd name="connsiteY10" fmla="*/ 1762125 h 3114116"/>
              <a:gd name="connsiteX11" fmla="*/ 0 w 3175216"/>
              <a:gd name="connsiteY11" fmla="*/ 1160609 h 3114116"/>
              <a:gd name="connsiteX12" fmla="*/ 334775 w 3175216"/>
              <a:gd name="connsiteY12" fmla="*/ 100902 h 3114116"/>
              <a:gd name="connsiteX13" fmla="*/ 398297 w 3175216"/>
              <a:gd name="connsiteY13" fmla="*/ 15950 h 3114116"/>
              <a:gd name="connsiteX14" fmla="*/ 410738 w 3175216"/>
              <a:gd name="connsiteY14" fmla="*/ 0 h 3114116"/>
              <a:gd name="connsiteX0" fmla="*/ 410738 w 3175216"/>
              <a:gd name="connsiteY0" fmla="*/ 0 h 3114116"/>
              <a:gd name="connsiteX1" fmla="*/ 3175216 w 3175216"/>
              <a:gd name="connsiteY1" fmla="*/ 0 h 3114116"/>
              <a:gd name="connsiteX2" fmla="*/ 3172834 w 3175216"/>
              <a:gd name="connsiteY2" fmla="*/ 2644909 h 3114116"/>
              <a:gd name="connsiteX3" fmla="*/ 3014485 w 3175216"/>
              <a:gd name="connsiteY3" fmla="*/ 2770425 h 3114116"/>
              <a:gd name="connsiteX4" fmla="*/ 1924003 w 3175216"/>
              <a:gd name="connsiteY4" fmla="*/ 3114116 h 3114116"/>
              <a:gd name="connsiteX5" fmla="*/ 1234497 w 3175216"/>
              <a:gd name="connsiteY5" fmla="*/ 2990850 h 3114116"/>
              <a:gd name="connsiteX6" fmla="*/ 624896 w 3175216"/>
              <a:gd name="connsiteY6" fmla="*/ 2626520 h 3114116"/>
              <a:gd name="connsiteX7" fmla="*/ 310571 w 3175216"/>
              <a:gd name="connsiteY7" fmla="*/ 2274095 h 3114116"/>
              <a:gd name="connsiteX8" fmla="*/ 177222 w 3175216"/>
              <a:gd name="connsiteY8" fmla="*/ 2045495 h 3114116"/>
              <a:gd name="connsiteX9" fmla="*/ 70065 w 3175216"/>
              <a:gd name="connsiteY9" fmla="*/ 1778793 h 3114116"/>
              <a:gd name="connsiteX10" fmla="*/ 98639 w 3175216"/>
              <a:gd name="connsiteY10" fmla="*/ 1762125 h 3114116"/>
              <a:gd name="connsiteX11" fmla="*/ 0 w 3175216"/>
              <a:gd name="connsiteY11" fmla="*/ 1160609 h 3114116"/>
              <a:gd name="connsiteX12" fmla="*/ 334775 w 3175216"/>
              <a:gd name="connsiteY12" fmla="*/ 100902 h 3114116"/>
              <a:gd name="connsiteX13" fmla="*/ 398297 w 3175216"/>
              <a:gd name="connsiteY13" fmla="*/ 15950 h 3114116"/>
              <a:gd name="connsiteX14" fmla="*/ 410738 w 3175216"/>
              <a:gd name="connsiteY14" fmla="*/ 0 h 3114116"/>
              <a:gd name="connsiteX0" fmla="*/ 410738 w 3175216"/>
              <a:gd name="connsiteY0" fmla="*/ 0 h 3114116"/>
              <a:gd name="connsiteX1" fmla="*/ 3175216 w 3175216"/>
              <a:gd name="connsiteY1" fmla="*/ 0 h 3114116"/>
              <a:gd name="connsiteX2" fmla="*/ 3172834 w 3175216"/>
              <a:gd name="connsiteY2" fmla="*/ 2644909 h 3114116"/>
              <a:gd name="connsiteX3" fmla="*/ 3014485 w 3175216"/>
              <a:gd name="connsiteY3" fmla="*/ 2770425 h 3114116"/>
              <a:gd name="connsiteX4" fmla="*/ 1924003 w 3175216"/>
              <a:gd name="connsiteY4" fmla="*/ 3114116 h 3114116"/>
              <a:gd name="connsiteX5" fmla="*/ 1234497 w 3175216"/>
              <a:gd name="connsiteY5" fmla="*/ 2990850 h 3114116"/>
              <a:gd name="connsiteX6" fmla="*/ 624896 w 3175216"/>
              <a:gd name="connsiteY6" fmla="*/ 2626520 h 3114116"/>
              <a:gd name="connsiteX7" fmla="*/ 310571 w 3175216"/>
              <a:gd name="connsiteY7" fmla="*/ 2274095 h 3114116"/>
              <a:gd name="connsiteX8" fmla="*/ 177222 w 3175216"/>
              <a:gd name="connsiteY8" fmla="*/ 2045495 h 3114116"/>
              <a:gd name="connsiteX9" fmla="*/ 70065 w 3175216"/>
              <a:gd name="connsiteY9" fmla="*/ 1778793 h 3114116"/>
              <a:gd name="connsiteX10" fmla="*/ 98639 w 3175216"/>
              <a:gd name="connsiteY10" fmla="*/ 1762125 h 3114116"/>
              <a:gd name="connsiteX11" fmla="*/ 0 w 3175216"/>
              <a:gd name="connsiteY11" fmla="*/ 1160609 h 3114116"/>
              <a:gd name="connsiteX12" fmla="*/ 334775 w 3175216"/>
              <a:gd name="connsiteY12" fmla="*/ 100902 h 3114116"/>
              <a:gd name="connsiteX13" fmla="*/ 398297 w 3175216"/>
              <a:gd name="connsiteY13" fmla="*/ 15950 h 3114116"/>
              <a:gd name="connsiteX14" fmla="*/ 410738 w 3175216"/>
              <a:gd name="connsiteY14" fmla="*/ 0 h 3114116"/>
              <a:gd name="connsiteX0" fmla="*/ 410738 w 3175216"/>
              <a:gd name="connsiteY0" fmla="*/ 0 h 3114116"/>
              <a:gd name="connsiteX1" fmla="*/ 3175216 w 3175216"/>
              <a:gd name="connsiteY1" fmla="*/ 0 h 3114116"/>
              <a:gd name="connsiteX2" fmla="*/ 3172834 w 3175216"/>
              <a:gd name="connsiteY2" fmla="*/ 2644909 h 3114116"/>
              <a:gd name="connsiteX3" fmla="*/ 3014485 w 3175216"/>
              <a:gd name="connsiteY3" fmla="*/ 2770425 h 3114116"/>
              <a:gd name="connsiteX4" fmla="*/ 1924003 w 3175216"/>
              <a:gd name="connsiteY4" fmla="*/ 3114116 h 3114116"/>
              <a:gd name="connsiteX5" fmla="*/ 1234497 w 3175216"/>
              <a:gd name="connsiteY5" fmla="*/ 2990850 h 3114116"/>
              <a:gd name="connsiteX6" fmla="*/ 624896 w 3175216"/>
              <a:gd name="connsiteY6" fmla="*/ 2626520 h 3114116"/>
              <a:gd name="connsiteX7" fmla="*/ 310571 w 3175216"/>
              <a:gd name="connsiteY7" fmla="*/ 2274095 h 3114116"/>
              <a:gd name="connsiteX8" fmla="*/ 177222 w 3175216"/>
              <a:gd name="connsiteY8" fmla="*/ 2045495 h 3114116"/>
              <a:gd name="connsiteX9" fmla="*/ 70065 w 3175216"/>
              <a:gd name="connsiteY9" fmla="*/ 1778793 h 3114116"/>
              <a:gd name="connsiteX10" fmla="*/ 98639 w 3175216"/>
              <a:gd name="connsiteY10" fmla="*/ 1762125 h 3114116"/>
              <a:gd name="connsiteX11" fmla="*/ 0 w 3175216"/>
              <a:gd name="connsiteY11" fmla="*/ 1160609 h 3114116"/>
              <a:gd name="connsiteX12" fmla="*/ 334775 w 3175216"/>
              <a:gd name="connsiteY12" fmla="*/ 100902 h 3114116"/>
              <a:gd name="connsiteX13" fmla="*/ 398297 w 3175216"/>
              <a:gd name="connsiteY13" fmla="*/ 15950 h 3114116"/>
              <a:gd name="connsiteX14" fmla="*/ 410738 w 3175216"/>
              <a:gd name="connsiteY14" fmla="*/ 0 h 3114116"/>
              <a:gd name="connsiteX0" fmla="*/ 410738 w 3175216"/>
              <a:gd name="connsiteY0" fmla="*/ 0 h 3114116"/>
              <a:gd name="connsiteX1" fmla="*/ 3175216 w 3175216"/>
              <a:gd name="connsiteY1" fmla="*/ 0 h 3114116"/>
              <a:gd name="connsiteX2" fmla="*/ 3172834 w 3175216"/>
              <a:gd name="connsiteY2" fmla="*/ 2644909 h 3114116"/>
              <a:gd name="connsiteX3" fmla="*/ 3014485 w 3175216"/>
              <a:gd name="connsiteY3" fmla="*/ 2770425 h 3114116"/>
              <a:gd name="connsiteX4" fmla="*/ 1924003 w 3175216"/>
              <a:gd name="connsiteY4" fmla="*/ 3114116 h 3114116"/>
              <a:gd name="connsiteX5" fmla="*/ 1234497 w 3175216"/>
              <a:gd name="connsiteY5" fmla="*/ 2990850 h 3114116"/>
              <a:gd name="connsiteX6" fmla="*/ 624896 w 3175216"/>
              <a:gd name="connsiteY6" fmla="*/ 2626520 h 3114116"/>
              <a:gd name="connsiteX7" fmla="*/ 310571 w 3175216"/>
              <a:gd name="connsiteY7" fmla="*/ 2274095 h 3114116"/>
              <a:gd name="connsiteX8" fmla="*/ 177222 w 3175216"/>
              <a:gd name="connsiteY8" fmla="*/ 2045495 h 3114116"/>
              <a:gd name="connsiteX9" fmla="*/ 70065 w 3175216"/>
              <a:gd name="connsiteY9" fmla="*/ 1778793 h 3114116"/>
              <a:gd name="connsiteX10" fmla="*/ 98639 w 3175216"/>
              <a:gd name="connsiteY10" fmla="*/ 1762125 h 3114116"/>
              <a:gd name="connsiteX11" fmla="*/ 0 w 3175216"/>
              <a:gd name="connsiteY11" fmla="*/ 1160609 h 3114116"/>
              <a:gd name="connsiteX12" fmla="*/ 334775 w 3175216"/>
              <a:gd name="connsiteY12" fmla="*/ 100902 h 3114116"/>
              <a:gd name="connsiteX13" fmla="*/ 398297 w 3175216"/>
              <a:gd name="connsiteY13" fmla="*/ 15950 h 3114116"/>
              <a:gd name="connsiteX14" fmla="*/ 410738 w 3175216"/>
              <a:gd name="connsiteY14" fmla="*/ 0 h 3114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75216" h="3114116">
                <a:moveTo>
                  <a:pt x="410738" y="0"/>
                </a:moveTo>
                <a:lnTo>
                  <a:pt x="3175216" y="0"/>
                </a:lnTo>
                <a:lnTo>
                  <a:pt x="3172834" y="2644909"/>
                </a:lnTo>
                <a:cubicBezTo>
                  <a:pt x="3124808" y="2691511"/>
                  <a:pt x="3067268" y="2728586"/>
                  <a:pt x="3014485" y="2770425"/>
                </a:cubicBezTo>
                <a:cubicBezTo>
                  <a:pt x="2699802" y="2982903"/>
                  <a:pt x="2327596" y="3102210"/>
                  <a:pt x="1924003" y="3114116"/>
                </a:cubicBezTo>
                <a:cubicBezTo>
                  <a:pt x="1532883" y="3098862"/>
                  <a:pt x="1457365" y="3062591"/>
                  <a:pt x="1234497" y="2990850"/>
                </a:cubicBezTo>
                <a:cubicBezTo>
                  <a:pt x="876039" y="2840526"/>
                  <a:pt x="812618" y="2778126"/>
                  <a:pt x="624896" y="2626520"/>
                </a:cubicBezTo>
                <a:cubicBezTo>
                  <a:pt x="428834" y="2442370"/>
                  <a:pt x="398677" y="2397127"/>
                  <a:pt x="310571" y="2274095"/>
                </a:cubicBezTo>
                <a:cubicBezTo>
                  <a:pt x="241514" y="2155826"/>
                  <a:pt x="224847" y="2137173"/>
                  <a:pt x="177222" y="2045495"/>
                </a:cubicBezTo>
                <a:cubicBezTo>
                  <a:pt x="131580" y="1952228"/>
                  <a:pt x="132543" y="1965168"/>
                  <a:pt x="70065" y="1778793"/>
                </a:cubicBezTo>
                <a:cubicBezTo>
                  <a:pt x="79193" y="1768077"/>
                  <a:pt x="55547" y="1788956"/>
                  <a:pt x="98639" y="1762125"/>
                </a:cubicBezTo>
                <a:cubicBezTo>
                  <a:pt x="67912" y="1687668"/>
                  <a:pt x="5888" y="1440258"/>
                  <a:pt x="0" y="1160609"/>
                </a:cubicBezTo>
                <a:cubicBezTo>
                  <a:pt x="12754" y="758095"/>
                  <a:pt x="117417" y="420174"/>
                  <a:pt x="334775" y="100902"/>
                </a:cubicBezTo>
                <a:cubicBezTo>
                  <a:pt x="343469" y="85111"/>
                  <a:pt x="376453" y="43598"/>
                  <a:pt x="398297" y="15950"/>
                </a:cubicBezTo>
                <a:lnTo>
                  <a:pt x="410738" y="0"/>
                </a:lnTo>
                <a:close/>
              </a:path>
            </a:pathLst>
          </a:custGeom>
        </p:spPr>
        <p:txBody>
          <a:bodyPr wrap="square" anchor="ctr">
            <a:noAutofit/>
          </a:bodyPr>
          <a:lstStyle>
            <a:lvl1pPr marL="0" indent="0" algn="ctr">
              <a:buNone/>
              <a:defRPr/>
            </a:lvl1pPr>
          </a:lstStyle>
          <a:p>
            <a:r>
              <a:rPr lang="en-NL"/>
              <a:t>Insert industry </a:t>
            </a:r>
            <a:br>
              <a:rPr lang="en-NL"/>
            </a:br>
            <a:r>
              <a:rPr lang="en-NL"/>
              <a:t>specific picture</a:t>
            </a:r>
            <a:endParaRPr lang="nl-NL"/>
          </a:p>
        </p:txBody>
      </p:sp>
      <p:sp>
        <p:nvSpPr>
          <p:cNvPr id="10" name="AddClassification"/>
          <p:cNvSpPr txBox="1">
            <a:spLocks noChangeArrowheads="1"/>
          </p:cNvSpPr>
          <p:nvPr userDrawn="1"/>
        </p:nvSpPr>
        <p:spPr bwMode="auto">
          <a:xfrm>
            <a:off x="3830451" y="4652162"/>
            <a:ext cx="14830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800" b="0">
                <a:solidFill>
                  <a:schemeClr val="tx1"/>
                </a:solidFill>
                <a:latin typeface="Verdana" pitchFamily="34" charset="0"/>
                <a:ea typeface="Verdana" pitchFamily="34" charset="0"/>
                <a:cs typeface="Verdana" pitchFamily="34" charset="0"/>
              </a:rPr>
              <a:t>© Atos - For internal use</a:t>
            </a:r>
          </a:p>
        </p:txBody>
      </p:sp>
      <p:sp>
        <p:nvSpPr>
          <p:cNvPr id="11" name="Title 4">
            <a:extLst>
              <a:ext uri="{FF2B5EF4-FFF2-40B4-BE49-F238E27FC236}">
                <a16:creationId xmlns:a16="http://schemas.microsoft.com/office/drawing/2014/main" id="{42A67D0E-7482-4A6A-9596-65138D4180BE}"/>
              </a:ext>
            </a:extLst>
          </p:cNvPr>
          <p:cNvSpPr>
            <a:spLocks noGrp="1"/>
          </p:cNvSpPr>
          <p:nvPr>
            <p:ph type="title" hasCustomPrompt="1"/>
          </p:nvPr>
        </p:nvSpPr>
        <p:spPr>
          <a:xfrm>
            <a:off x="345153" y="1487559"/>
            <a:ext cx="5095835" cy="2168382"/>
          </a:xfrm>
          <a:prstGeom prst="rect">
            <a:avLst/>
          </a:prstGeom>
        </p:spPr>
        <p:txBody>
          <a:bodyPr wrap="square" lIns="0" tIns="0" rIns="0" bIns="0" anchor="ctr">
            <a:spAutoFit/>
          </a:bodyPr>
          <a:lstStyle>
            <a:lvl1pPr>
              <a:lnSpc>
                <a:spcPts val="5625"/>
              </a:lnSpc>
              <a:defRPr sz="4800" b="0" i="0" baseline="0">
                <a:solidFill>
                  <a:srgbClr val="0066A1"/>
                </a:solidFill>
                <a:latin typeface="+mj-lt"/>
                <a:ea typeface="Stag Sans Light" charset="0"/>
                <a:cs typeface="Stag Sans Light" charset="0"/>
              </a:defRPr>
            </a:lvl1pPr>
          </a:lstStyle>
          <a:p>
            <a:r>
              <a:rPr lang="en-US"/>
              <a:t>This is</a:t>
            </a:r>
            <a:br>
              <a:rPr lang="en-US"/>
            </a:br>
            <a:r>
              <a:rPr lang="en-US"/>
              <a:t>the title</a:t>
            </a:r>
            <a:br>
              <a:rPr lang="en-US"/>
            </a:br>
            <a:r>
              <a:rPr lang="en-US"/>
              <a:t>of this PPT</a:t>
            </a:r>
          </a:p>
        </p:txBody>
      </p:sp>
      <p:sp>
        <p:nvSpPr>
          <p:cNvPr id="8" name="AddCustomDate#1"/>
          <p:cNvSpPr txBox="1"/>
          <p:nvPr userDrawn="1"/>
        </p:nvSpPr>
        <p:spPr>
          <a:xfrm>
            <a:off x="251521" y="4037849"/>
            <a:ext cx="1107996" cy="276999"/>
          </a:xfrm>
          <a:prstGeom prst="rect">
            <a:avLst/>
          </a:prstGeom>
          <a:noFill/>
        </p:spPr>
        <p:txBody>
          <a:bodyPr wrap="none" rtlCol="0">
            <a:spAutoFit/>
          </a:bodyPr>
          <a:lstStyle/>
          <a:p>
            <a:pPr algn="l"/>
            <a:r>
              <a:rPr lang="nl-NL" sz="1200" b="0">
                <a:solidFill>
                  <a:srgbClr val="0066A1"/>
                </a:solidFill>
                <a:latin typeface="Verdana" pitchFamily="34" charset="0"/>
                <a:ea typeface="Verdana" pitchFamily="34" charset="0"/>
                <a:cs typeface="Verdana" pitchFamily="34" charset="0"/>
              </a:rPr>
              <a:t>07-04-2023</a:t>
            </a:r>
          </a:p>
        </p:txBody>
      </p:sp>
      <p:grpSp>
        <p:nvGrpSpPr>
          <p:cNvPr id="19" name="Group 18">
            <a:extLst>
              <a:ext uri="{FF2B5EF4-FFF2-40B4-BE49-F238E27FC236}">
                <a16:creationId xmlns:a16="http://schemas.microsoft.com/office/drawing/2014/main" id="{5058EE4E-711E-4A22-971A-1F49D0E742CD}"/>
              </a:ext>
            </a:extLst>
          </p:cNvPr>
          <p:cNvGrpSpPr/>
          <p:nvPr userDrawn="1"/>
        </p:nvGrpSpPr>
        <p:grpSpPr>
          <a:xfrm>
            <a:off x="344326" y="4372527"/>
            <a:ext cx="8473571" cy="436624"/>
            <a:chOff x="344325" y="4372526"/>
            <a:chExt cx="8473571" cy="436624"/>
          </a:xfrm>
        </p:grpSpPr>
        <p:pic>
          <p:nvPicPr>
            <p:cNvPr id="9" name="Picture 8">
              <a:extLst>
                <a:ext uri="{FF2B5EF4-FFF2-40B4-BE49-F238E27FC236}">
                  <a16:creationId xmlns:a16="http://schemas.microsoft.com/office/drawing/2014/main" id="{CB0FC33D-EE41-4640-9F34-D397D336349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82981" y="4372526"/>
              <a:ext cx="1334915" cy="436624"/>
            </a:xfrm>
            <a:prstGeom prst="rect">
              <a:avLst/>
            </a:prstGeom>
          </p:spPr>
        </p:pic>
        <p:pic>
          <p:nvPicPr>
            <p:cNvPr id="82" name="Picture 81">
              <a:extLst>
                <a:ext uri="{FF2B5EF4-FFF2-40B4-BE49-F238E27FC236}">
                  <a16:creationId xmlns:a16="http://schemas.microsoft.com/office/drawing/2014/main" id="{57770BB7-1A3C-407D-AE0A-6BF04D5DD6A0}"/>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344325" y="4723075"/>
              <a:ext cx="1635224" cy="86075"/>
            </a:xfrm>
            <a:prstGeom prst="rect">
              <a:avLst/>
            </a:prstGeom>
          </p:spPr>
        </p:pic>
      </p:grpSp>
      <p:pic>
        <p:nvPicPr>
          <p:cNvPr id="29" name="Graphic 28">
            <a:extLst>
              <a:ext uri="{FF2B5EF4-FFF2-40B4-BE49-F238E27FC236}">
                <a16:creationId xmlns:a16="http://schemas.microsoft.com/office/drawing/2014/main" id="{85A26302-A6CD-4A3D-B9F0-64B77D269CE6}"/>
              </a:ext>
            </a:extLst>
          </p:cNvPr>
          <p:cNvPicPr>
            <a:picLocks noChangeAspect="1"/>
          </p:cNvPicPr>
          <p:nvPr userDrawn="1"/>
        </p:nvPicPr>
        <p:blipFill>
          <a:blip r:embed="rId4">
            <a:extLst>
              <a:ext uri="{96DAC541-7B7A-43D3-8B79-37D633B846F1}">
                <asvg:svgBlip xmlns:asvg="http://schemas.microsoft.com/office/drawing/2016/SVG/main" r:embed="rId5"/>
              </a:ext>
            </a:extLst>
          </a:blip>
          <a:srcRect r="25294" b="23349"/>
          <a:stretch>
            <a:fillRect/>
          </a:stretch>
        </p:blipFill>
        <p:spPr>
          <a:xfrm rot="16200000">
            <a:off x="5516920" y="-75932"/>
            <a:ext cx="3551149" cy="3703012"/>
          </a:xfrm>
          <a:custGeom>
            <a:avLst/>
            <a:gdLst>
              <a:gd name="connsiteX0" fmla="*/ 3559946 w 3559946"/>
              <a:gd name="connsiteY0" fmla="*/ 0 h 3703012"/>
              <a:gd name="connsiteX1" fmla="*/ 3559946 w 3559946"/>
              <a:gd name="connsiteY1" fmla="*/ 3703012 h 3703012"/>
              <a:gd name="connsiteX2" fmla="*/ 0 w 3559946"/>
              <a:gd name="connsiteY2" fmla="*/ 3703012 h 3703012"/>
              <a:gd name="connsiteX3" fmla="*/ 0 w 3559946"/>
              <a:gd name="connsiteY3" fmla="*/ 0 h 3703012"/>
            </a:gdLst>
            <a:ahLst/>
            <a:cxnLst>
              <a:cxn ang="0">
                <a:pos x="connsiteX0" y="connsiteY0"/>
              </a:cxn>
              <a:cxn ang="0">
                <a:pos x="connsiteX1" y="connsiteY1"/>
              </a:cxn>
              <a:cxn ang="0">
                <a:pos x="connsiteX2" y="connsiteY2"/>
              </a:cxn>
              <a:cxn ang="0">
                <a:pos x="connsiteX3" y="connsiteY3"/>
              </a:cxn>
            </a:cxnLst>
            <a:rect l="l" t="t" r="r" b="b"/>
            <a:pathLst>
              <a:path w="3559946" h="3703012">
                <a:moveTo>
                  <a:pt x="3559946" y="0"/>
                </a:moveTo>
                <a:lnTo>
                  <a:pt x="3559946" y="3703012"/>
                </a:lnTo>
                <a:lnTo>
                  <a:pt x="0" y="3703012"/>
                </a:lnTo>
                <a:lnTo>
                  <a:pt x="0" y="0"/>
                </a:lnTo>
                <a:close/>
              </a:path>
            </a:pathLst>
          </a:custGeom>
        </p:spPr>
      </p:pic>
    </p:spTree>
    <p:extLst>
      <p:ext uri="{BB962C8B-B14F-4D97-AF65-F5344CB8AC3E}">
        <p14:creationId xmlns:p14="http://schemas.microsoft.com/office/powerpoint/2010/main" val="255959171"/>
      </p:ext>
    </p:extLst>
  </p:cSld>
  <p:clrMapOvr>
    <a:masterClrMapping/>
  </p:clrMapOvr>
  <p:extLst>
    <p:ext uri="{DCECCB84-F9BA-43D5-87BE-67443E8EF086}">
      <p15:sldGuideLst xmlns:p15="http://schemas.microsoft.com/office/powerpoint/2012/main"/>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Agenda 1-8 Sections">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NL"/>
              <a:t>Agenda / Content overview</a:t>
            </a:r>
            <a:endParaRPr lang="en-US"/>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pic>
        <p:nvPicPr>
          <p:cNvPr id="9" name="Graphic 8">
            <a:extLst>
              <a:ext uri="{FF2B5EF4-FFF2-40B4-BE49-F238E27FC236}">
                <a16:creationId xmlns:a16="http://schemas.microsoft.com/office/drawing/2014/main" id="{41026D70-FDDB-40A4-99D3-282DE33063C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31074" y="1118588"/>
            <a:ext cx="295513" cy="591025"/>
          </a:xfrm>
          <a:prstGeom prst="rect">
            <a:avLst/>
          </a:prstGeom>
        </p:spPr>
      </p:pic>
      <p:sp>
        <p:nvSpPr>
          <p:cNvPr id="12" name="Text Placeholder 12">
            <a:extLst>
              <a:ext uri="{FF2B5EF4-FFF2-40B4-BE49-F238E27FC236}">
                <a16:creationId xmlns:a16="http://schemas.microsoft.com/office/drawing/2014/main" id="{A3AC4D2E-1D69-46DC-A756-7DCCBBF0BB5F}"/>
              </a:ext>
            </a:extLst>
          </p:cNvPr>
          <p:cNvSpPr>
            <a:spLocks noGrp="1"/>
          </p:cNvSpPr>
          <p:nvPr>
            <p:ph type="body" sz="quarter" idx="10" hasCustomPrompt="1"/>
          </p:nvPr>
        </p:nvSpPr>
        <p:spPr>
          <a:xfrm>
            <a:off x="1258888" y="1113797"/>
            <a:ext cx="3172622" cy="595815"/>
          </a:xfrm>
        </p:spPr>
        <p:txBody>
          <a:bodyPr/>
          <a:lstStyle>
            <a:lvl1pPr marL="0" marR="0" indent="0" algn="l" defTabSz="914378" rtl="0" eaLnBrk="1" fontAlgn="auto" latinLnBrk="0" hangingPunct="1">
              <a:lnSpc>
                <a:spcPct val="100000"/>
              </a:lnSpc>
              <a:spcBef>
                <a:spcPct val="20000"/>
              </a:spcBef>
              <a:spcAft>
                <a:spcPts val="0"/>
              </a:spcAft>
              <a:buClr>
                <a:schemeClr val="tx2"/>
              </a:buClr>
              <a:buSzTx/>
              <a:buFont typeface="Lucida Sans Unicode" pitchFamily="34" charset="0"/>
              <a:buNone/>
              <a:tabLst/>
              <a:defRPr sz="1800"/>
            </a:lvl1pPr>
          </a:lstStyle>
          <a:p>
            <a:pPr marL="0" marR="0" lvl="0" indent="0" algn="l" defTabSz="914378" rtl="0" eaLnBrk="1" fontAlgn="auto" latinLnBrk="0" hangingPunct="1">
              <a:lnSpc>
                <a:spcPct val="100000"/>
              </a:lnSpc>
              <a:spcBef>
                <a:spcPct val="20000"/>
              </a:spcBef>
              <a:spcAft>
                <a:spcPts val="0"/>
              </a:spcAft>
              <a:buClr>
                <a:schemeClr val="tx2"/>
              </a:buClr>
              <a:buSzTx/>
              <a:buFont typeface="Lucida Sans Unicode" pitchFamily="34" charset="0"/>
              <a:buNone/>
              <a:tabLst/>
              <a:defRPr/>
            </a:pPr>
            <a:r>
              <a:rPr lang="en-NL"/>
              <a:t>To remove numbers:</a:t>
            </a:r>
            <a:endParaRPr lang="en-US"/>
          </a:p>
        </p:txBody>
      </p:sp>
      <p:sp>
        <p:nvSpPr>
          <p:cNvPr id="15" name="Text Placeholder 12">
            <a:extLst>
              <a:ext uri="{FF2B5EF4-FFF2-40B4-BE49-F238E27FC236}">
                <a16:creationId xmlns:a16="http://schemas.microsoft.com/office/drawing/2014/main" id="{6F9C60D7-5B79-49DF-AE1C-5EB6CDA9CE5F}"/>
              </a:ext>
            </a:extLst>
          </p:cNvPr>
          <p:cNvSpPr>
            <a:spLocks noGrp="1"/>
          </p:cNvSpPr>
          <p:nvPr>
            <p:ph type="body" sz="quarter" idx="11" hasCustomPrompt="1"/>
          </p:nvPr>
        </p:nvSpPr>
        <p:spPr>
          <a:xfrm>
            <a:off x="1258888" y="2046358"/>
            <a:ext cx="3172622" cy="591026"/>
          </a:xfrm>
        </p:spPr>
        <p:txBody>
          <a:bodyPr/>
          <a:lstStyle>
            <a:lvl1pPr marL="0" marR="0" indent="0" algn="l" defTabSz="914378" rtl="0" eaLnBrk="1" fontAlgn="auto" latinLnBrk="0" hangingPunct="1">
              <a:lnSpc>
                <a:spcPct val="100000"/>
              </a:lnSpc>
              <a:spcBef>
                <a:spcPct val="20000"/>
              </a:spcBef>
              <a:spcAft>
                <a:spcPts val="0"/>
              </a:spcAft>
              <a:buClr>
                <a:schemeClr val="tx2"/>
              </a:buClr>
              <a:buSzTx/>
              <a:buFont typeface="Lucida Sans Unicode" pitchFamily="34" charset="0"/>
              <a:buNone/>
              <a:tabLst/>
              <a:defRPr sz="1800">
                <a:sym typeface="Wingdings" panose="05000000000000000000" pitchFamily="2" charset="2"/>
              </a:defRPr>
            </a:lvl1pPr>
          </a:lstStyle>
          <a:p>
            <a:pPr marL="0" marR="0" lvl="0" indent="0" algn="l" defTabSz="914378" rtl="0" eaLnBrk="1" fontAlgn="auto" latinLnBrk="0" hangingPunct="1">
              <a:lnSpc>
                <a:spcPct val="100000"/>
              </a:lnSpc>
              <a:spcBef>
                <a:spcPct val="20000"/>
              </a:spcBef>
              <a:spcAft>
                <a:spcPts val="0"/>
              </a:spcAft>
              <a:buClr>
                <a:schemeClr val="tx2"/>
              </a:buClr>
              <a:buSzTx/>
              <a:buFont typeface="Lucida Sans Unicode" pitchFamily="34" charset="0"/>
              <a:buNone/>
              <a:tabLst/>
              <a:defRPr/>
            </a:pPr>
            <a:r>
              <a:rPr lang="en-NL"/>
              <a:t>Go to View  </a:t>
            </a:r>
            <a:r>
              <a:rPr lang="en-NL" err="1"/>
              <a:t>Slidemaster</a:t>
            </a:r>
            <a:r>
              <a:rPr lang="en-NL"/>
              <a:t> ...</a:t>
            </a:r>
            <a:endParaRPr lang="en-US"/>
          </a:p>
          <a:p>
            <a:pPr lvl="0"/>
            <a:endParaRPr lang="en-US"/>
          </a:p>
        </p:txBody>
      </p:sp>
      <p:sp>
        <p:nvSpPr>
          <p:cNvPr id="18" name="Text Placeholder 12">
            <a:extLst>
              <a:ext uri="{FF2B5EF4-FFF2-40B4-BE49-F238E27FC236}">
                <a16:creationId xmlns:a16="http://schemas.microsoft.com/office/drawing/2014/main" id="{70DC97DC-3C13-4382-BBF2-3FE34BA9C760}"/>
              </a:ext>
            </a:extLst>
          </p:cNvPr>
          <p:cNvSpPr>
            <a:spLocks noGrp="1"/>
          </p:cNvSpPr>
          <p:nvPr>
            <p:ph type="body" sz="quarter" idx="12" hasCustomPrompt="1"/>
          </p:nvPr>
        </p:nvSpPr>
        <p:spPr>
          <a:xfrm>
            <a:off x="1254714" y="2974129"/>
            <a:ext cx="3172622" cy="591026"/>
          </a:xfrm>
        </p:spPr>
        <p:txBody>
          <a:bodyPr/>
          <a:lstStyle>
            <a:lvl1pPr marL="0" marR="0" indent="0" algn="l" defTabSz="914378" rtl="0" eaLnBrk="1" fontAlgn="auto" latinLnBrk="0" hangingPunct="1">
              <a:lnSpc>
                <a:spcPct val="100000"/>
              </a:lnSpc>
              <a:spcBef>
                <a:spcPct val="20000"/>
              </a:spcBef>
              <a:spcAft>
                <a:spcPts val="0"/>
              </a:spcAft>
              <a:buClr>
                <a:schemeClr val="tx2"/>
              </a:buClr>
              <a:buSzTx/>
              <a:buFont typeface="Lucida Sans Unicode" pitchFamily="34" charset="0"/>
              <a:buNone/>
              <a:tabLst/>
              <a:defRPr sz="1800"/>
            </a:lvl1pPr>
          </a:lstStyle>
          <a:p>
            <a:pPr marL="0" marR="0" lvl="0" indent="0" algn="l" defTabSz="914378" rtl="0" eaLnBrk="1" fontAlgn="auto" latinLnBrk="0" hangingPunct="1">
              <a:lnSpc>
                <a:spcPct val="100000"/>
              </a:lnSpc>
              <a:spcBef>
                <a:spcPct val="20000"/>
              </a:spcBef>
              <a:spcAft>
                <a:spcPts val="0"/>
              </a:spcAft>
              <a:buClr>
                <a:schemeClr val="tx2"/>
              </a:buClr>
              <a:buSzTx/>
              <a:buFont typeface="Lucida Sans Unicode" pitchFamily="34" charset="0"/>
              <a:buNone/>
              <a:tabLst/>
              <a:defRPr/>
            </a:pPr>
            <a:r>
              <a:rPr lang="en-NL"/>
              <a:t>select the agenda / content slide ...</a:t>
            </a:r>
            <a:endParaRPr lang="en-US"/>
          </a:p>
          <a:p>
            <a:pPr lvl="0"/>
            <a:endParaRPr lang="en-US"/>
          </a:p>
        </p:txBody>
      </p:sp>
      <p:sp>
        <p:nvSpPr>
          <p:cNvPr id="19" name="Text Placeholder 12">
            <a:extLst>
              <a:ext uri="{FF2B5EF4-FFF2-40B4-BE49-F238E27FC236}">
                <a16:creationId xmlns:a16="http://schemas.microsoft.com/office/drawing/2014/main" id="{DC948FCC-4425-4DE2-B50A-8382FBA1F2A6}"/>
              </a:ext>
            </a:extLst>
          </p:cNvPr>
          <p:cNvSpPr>
            <a:spLocks noGrp="1"/>
          </p:cNvSpPr>
          <p:nvPr>
            <p:ph type="body" sz="quarter" idx="13" hasCustomPrompt="1"/>
          </p:nvPr>
        </p:nvSpPr>
        <p:spPr>
          <a:xfrm>
            <a:off x="1254714" y="3909574"/>
            <a:ext cx="3172622" cy="591024"/>
          </a:xfrm>
        </p:spPr>
        <p:txBody>
          <a:bodyPr/>
          <a:lstStyle>
            <a:lvl1pPr marL="0" marR="0" indent="0" algn="l" defTabSz="914378" rtl="0" eaLnBrk="1" fontAlgn="auto" latinLnBrk="0" hangingPunct="1">
              <a:lnSpc>
                <a:spcPct val="100000"/>
              </a:lnSpc>
              <a:spcBef>
                <a:spcPct val="20000"/>
              </a:spcBef>
              <a:spcAft>
                <a:spcPts val="0"/>
              </a:spcAft>
              <a:buClr>
                <a:schemeClr val="tx2"/>
              </a:buClr>
              <a:buSzTx/>
              <a:buFont typeface="Lucida Sans Unicode" pitchFamily="34" charset="0"/>
              <a:buNone/>
              <a:tabLst/>
              <a:defRPr sz="1800"/>
            </a:lvl1pPr>
          </a:lstStyle>
          <a:p>
            <a:pPr marL="0" marR="0" lvl="0" indent="0" algn="l" defTabSz="914378" rtl="0" eaLnBrk="1" fontAlgn="auto" latinLnBrk="0" hangingPunct="1">
              <a:lnSpc>
                <a:spcPct val="100000"/>
              </a:lnSpc>
              <a:spcBef>
                <a:spcPct val="20000"/>
              </a:spcBef>
              <a:spcAft>
                <a:spcPts val="0"/>
              </a:spcAft>
              <a:buClr>
                <a:schemeClr val="tx2"/>
              </a:buClr>
              <a:buSzTx/>
              <a:buFont typeface="Lucida Sans Unicode" pitchFamily="34" charset="0"/>
              <a:buNone/>
              <a:tabLst/>
              <a:defRPr/>
            </a:pPr>
            <a:r>
              <a:rPr lang="en-NL"/>
              <a:t>and remove the numbers you don’t need</a:t>
            </a:r>
            <a:endParaRPr lang="en-US"/>
          </a:p>
          <a:p>
            <a:pPr lvl="0"/>
            <a:endParaRPr lang="en-US"/>
          </a:p>
        </p:txBody>
      </p:sp>
      <p:sp>
        <p:nvSpPr>
          <p:cNvPr id="14" name="Text Placeholder 12">
            <a:extLst>
              <a:ext uri="{FF2B5EF4-FFF2-40B4-BE49-F238E27FC236}">
                <a16:creationId xmlns:a16="http://schemas.microsoft.com/office/drawing/2014/main" id="{9380701D-25F9-4C8A-9384-0031CCA05FE6}"/>
              </a:ext>
            </a:extLst>
          </p:cNvPr>
          <p:cNvSpPr>
            <a:spLocks noGrp="1"/>
          </p:cNvSpPr>
          <p:nvPr>
            <p:ph type="body" sz="quarter" idx="14" hasCustomPrompt="1"/>
          </p:nvPr>
        </p:nvSpPr>
        <p:spPr>
          <a:xfrm>
            <a:off x="5727654" y="1113797"/>
            <a:ext cx="3169097" cy="595815"/>
          </a:xfrm>
        </p:spPr>
        <p:txBody>
          <a:bodyPr/>
          <a:lstStyle>
            <a:lvl1pPr marL="0" indent="0">
              <a:buNone/>
              <a:defRPr sz="1800"/>
            </a:lvl1pPr>
          </a:lstStyle>
          <a:p>
            <a:pPr lvl="0"/>
            <a:r>
              <a:rPr lang="en-NL"/>
              <a:t>To add slide with numbers 9-16:</a:t>
            </a:r>
          </a:p>
        </p:txBody>
      </p:sp>
      <p:sp>
        <p:nvSpPr>
          <p:cNvPr id="23" name="Text Placeholder 12">
            <a:extLst>
              <a:ext uri="{FF2B5EF4-FFF2-40B4-BE49-F238E27FC236}">
                <a16:creationId xmlns:a16="http://schemas.microsoft.com/office/drawing/2014/main" id="{EB3B7346-D5F6-4B92-83FF-C76D31412FC3}"/>
              </a:ext>
            </a:extLst>
          </p:cNvPr>
          <p:cNvSpPr>
            <a:spLocks noGrp="1"/>
          </p:cNvSpPr>
          <p:nvPr>
            <p:ph type="body" sz="quarter" idx="15" hasCustomPrompt="1"/>
          </p:nvPr>
        </p:nvSpPr>
        <p:spPr>
          <a:xfrm>
            <a:off x="5724129" y="2046355"/>
            <a:ext cx="3172622" cy="591026"/>
          </a:xfrm>
        </p:spPr>
        <p:txBody>
          <a:bodyPr/>
          <a:lstStyle>
            <a:lvl1pPr marL="0" indent="0">
              <a:buNone/>
              <a:defRPr sz="1800">
                <a:sym typeface="Wingdings" panose="05000000000000000000" pitchFamily="2" charset="2"/>
              </a:defRPr>
            </a:lvl1pPr>
          </a:lstStyle>
          <a:p>
            <a:pPr lvl="0"/>
            <a:r>
              <a:rPr lang="en-NL"/>
              <a:t>Right mouse click on thumbnail on the left ...</a:t>
            </a:r>
          </a:p>
        </p:txBody>
      </p:sp>
      <p:pic>
        <p:nvPicPr>
          <p:cNvPr id="39" name="Graphic 38">
            <a:extLst>
              <a:ext uri="{FF2B5EF4-FFF2-40B4-BE49-F238E27FC236}">
                <a16:creationId xmlns:a16="http://schemas.microsoft.com/office/drawing/2014/main" id="{A03669D8-09A2-4B18-A0D1-79D828F937E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5343" y="2997202"/>
            <a:ext cx="386977" cy="580465"/>
          </a:xfrm>
          <a:prstGeom prst="rect">
            <a:avLst/>
          </a:prstGeom>
        </p:spPr>
      </p:pic>
      <p:pic>
        <p:nvPicPr>
          <p:cNvPr id="40" name="Graphic 39">
            <a:extLst>
              <a:ext uri="{FF2B5EF4-FFF2-40B4-BE49-F238E27FC236}">
                <a16:creationId xmlns:a16="http://schemas.microsoft.com/office/drawing/2014/main" id="{C5C264CC-6B76-4C47-8A0D-CB245956A456}"/>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781786" y="1137941"/>
            <a:ext cx="443267" cy="591023"/>
          </a:xfrm>
          <a:prstGeom prst="rect">
            <a:avLst/>
          </a:prstGeom>
        </p:spPr>
      </p:pic>
      <p:pic>
        <p:nvPicPr>
          <p:cNvPr id="41" name="Graphic 40">
            <a:extLst>
              <a:ext uri="{FF2B5EF4-FFF2-40B4-BE49-F238E27FC236}">
                <a16:creationId xmlns:a16="http://schemas.microsoft.com/office/drawing/2014/main" id="{D7B61E9D-A57C-419B-9A96-F8E9818B0737}"/>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357196" y="2069924"/>
            <a:ext cx="443268" cy="591024"/>
          </a:xfrm>
          <a:prstGeom prst="rect">
            <a:avLst/>
          </a:prstGeom>
        </p:spPr>
      </p:pic>
      <p:pic>
        <p:nvPicPr>
          <p:cNvPr id="42" name="Graphic 41">
            <a:extLst>
              <a:ext uri="{FF2B5EF4-FFF2-40B4-BE49-F238E27FC236}">
                <a16:creationId xmlns:a16="http://schemas.microsoft.com/office/drawing/2014/main" id="{D8004EB8-A38C-4302-90B4-A01AC4779C5E}"/>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4781786" y="2031885"/>
            <a:ext cx="434911" cy="652367"/>
          </a:xfrm>
          <a:prstGeom prst="rect">
            <a:avLst/>
          </a:prstGeom>
        </p:spPr>
      </p:pic>
      <p:pic>
        <p:nvPicPr>
          <p:cNvPr id="43" name="Graphic 42">
            <a:extLst>
              <a:ext uri="{FF2B5EF4-FFF2-40B4-BE49-F238E27FC236}">
                <a16:creationId xmlns:a16="http://schemas.microsoft.com/office/drawing/2014/main" id="{9667F0AD-6E7F-4B93-B35F-84EA2253D960}"/>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324904" y="3909576"/>
            <a:ext cx="443267" cy="591023"/>
          </a:xfrm>
          <a:prstGeom prst="rect">
            <a:avLst/>
          </a:prstGeom>
        </p:spPr>
      </p:pic>
      <p:sp>
        <p:nvSpPr>
          <p:cNvPr id="25" name="Slide Number Placeholder 5">
            <a:extLst>
              <a:ext uri="{FF2B5EF4-FFF2-40B4-BE49-F238E27FC236}">
                <a16:creationId xmlns:a16="http://schemas.microsoft.com/office/drawing/2014/main" id="{33629CB2-75D5-491E-9C9E-EAC6CE0966E8}"/>
              </a:ext>
            </a:extLst>
          </p:cNvPr>
          <p:cNvSpPr>
            <a:spLocks noGrp="1"/>
          </p:cNvSpPr>
          <p:nvPr>
            <p:ph type="sldNum" sz="quarter" idx="4"/>
          </p:nvPr>
        </p:nvSpPr>
        <p:spPr>
          <a:xfrm>
            <a:off x="4350366" y="4782569"/>
            <a:ext cx="443268" cy="216025"/>
          </a:xfrm>
          <a:prstGeom prst="rect">
            <a:avLst/>
          </a:prstGeom>
        </p:spPr>
        <p:txBody>
          <a:bodyPr vert="horz" lIns="91440" tIns="45720" rIns="91440" bIns="45720" rtlCol="0" anchor="ctr"/>
          <a:lstStyle>
            <a:lvl1pPr algn="ctr">
              <a:defRPr sz="1000">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503471445"/>
      </p:ext>
    </p:extLst>
  </p:cSld>
  <p:clrMapOvr>
    <a:masterClrMapping/>
  </p:clrMapOvr>
  <p:hf hdr="0" ftr="0" dt="0"/>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Agenda 9-16 Sections">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28" name="Text Placeholder 12">
            <a:extLst>
              <a:ext uri="{FF2B5EF4-FFF2-40B4-BE49-F238E27FC236}">
                <a16:creationId xmlns:a16="http://schemas.microsoft.com/office/drawing/2014/main" id="{3284404B-3F79-4257-81CB-2B330A929665}"/>
              </a:ext>
            </a:extLst>
          </p:cNvPr>
          <p:cNvSpPr>
            <a:spLocks noGrp="1"/>
          </p:cNvSpPr>
          <p:nvPr>
            <p:ph type="body" sz="quarter" idx="18"/>
          </p:nvPr>
        </p:nvSpPr>
        <p:spPr>
          <a:xfrm>
            <a:off x="1262413" y="1112885"/>
            <a:ext cx="3169097" cy="595815"/>
          </a:xfrm>
        </p:spPr>
        <p:txBody>
          <a:bodyPr/>
          <a:lstStyle>
            <a:lvl1pPr marL="0" indent="0">
              <a:buNone/>
              <a:defRPr sz="1800"/>
            </a:lvl1pPr>
          </a:lstStyle>
          <a:p>
            <a:pPr lvl="0"/>
            <a:r>
              <a:rPr lang="en-US"/>
              <a:t>Click to edit Master text styles</a:t>
            </a:r>
          </a:p>
        </p:txBody>
      </p:sp>
      <p:sp>
        <p:nvSpPr>
          <p:cNvPr id="29" name="Text Placeholder 12">
            <a:extLst>
              <a:ext uri="{FF2B5EF4-FFF2-40B4-BE49-F238E27FC236}">
                <a16:creationId xmlns:a16="http://schemas.microsoft.com/office/drawing/2014/main" id="{91D5B5D9-B2F4-4F00-A467-D8610B8A591C}"/>
              </a:ext>
            </a:extLst>
          </p:cNvPr>
          <p:cNvSpPr>
            <a:spLocks noGrp="1"/>
          </p:cNvSpPr>
          <p:nvPr>
            <p:ph type="body" sz="quarter" idx="19"/>
          </p:nvPr>
        </p:nvSpPr>
        <p:spPr>
          <a:xfrm>
            <a:off x="1262413" y="2045446"/>
            <a:ext cx="3169097" cy="591026"/>
          </a:xfrm>
        </p:spPr>
        <p:txBody>
          <a:bodyPr/>
          <a:lstStyle>
            <a:lvl1pPr marL="0" indent="0">
              <a:buNone/>
              <a:defRPr sz="1800"/>
            </a:lvl1pPr>
          </a:lstStyle>
          <a:p>
            <a:pPr lvl="0"/>
            <a:r>
              <a:rPr lang="en-US"/>
              <a:t>Click to edit Master text styles</a:t>
            </a:r>
          </a:p>
        </p:txBody>
      </p:sp>
      <p:sp>
        <p:nvSpPr>
          <p:cNvPr id="30" name="Text Placeholder 12">
            <a:extLst>
              <a:ext uri="{FF2B5EF4-FFF2-40B4-BE49-F238E27FC236}">
                <a16:creationId xmlns:a16="http://schemas.microsoft.com/office/drawing/2014/main" id="{D75393F5-F8CD-4C19-85FF-DA0D8CD81504}"/>
              </a:ext>
            </a:extLst>
          </p:cNvPr>
          <p:cNvSpPr>
            <a:spLocks noGrp="1"/>
          </p:cNvSpPr>
          <p:nvPr>
            <p:ph type="body" sz="quarter" idx="20"/>
          </p:nvPr>
        </p:nvSpPr>
        <p:spPr>
          <a:xfrm>
            <a:off x="1258238" y="2973217"/>
            <a:ext cx="3169097" cy="591026"/>
          </a:xfrm>
        </p:spPr>
        <p:txBody>
          <a:bodyPr/>
          <a:lstStyle>
            <a:lvl1pPr marL="0" indent="0">
              <a:buNone/>
              <a:defRPr sz="1800"/>
            </a:lvl1pPr>
          </a:lstStyle>
          <a:p>
            <a:pPr lvl="0"/>
            <a:r>
              <a:rPr lang="en-US"/>
              <a:t>Click to edit Master text styles</a:t>
            </a:r>
          </a:p>
        </p:txBody>
      </p:sp>
      <p:sp>
        <p:nvSpPr>
          <p:cNvPr id="31" name="Text Placeholder 12">
            <a:extLst>
              <a:ext uri="{FF2B5EF4-FFF2-40B4-BE49-F238E27FC236}">
                <a16:creationId xmlns:a16="http://schemas.microsoft.com/office/drawing/2014/main" id="{C8341FA6-E507-426D-A738-B6343356F47C}"/>
              </a:ext>
            </a:extLst>
          </p:cNvPr>
          <p:cNvSpPr>
            <a:spLocks noGrp="1"/>
          </p:cNvSpPr>
          <p:nvPr>
            <p:ph type="body" sz="quarter" idx="21"/>
          </p:nvPr>
        </p:nvSpPr>
        <p:spPr>
          <a:xfrm>
            <a:off x="5727654" y="1110488"/>
            <a:ext cx="3169097" cy="595815"/>
          </a:xfrm>
        </p:spPr>
        <p:txBody>
          <a:bodyPr/>
          <a:lstStyle>
            <a:lvl1pPr marL="0" indent="0">
              <a:buNone/>
              <a:defRPr sz="1800"/>
            </a:lvl1pPr>
          </a:lstStyle>
          <a:p>
            <a:pPr lvl="0"/>
            <a:r>
              <a:rPr lang="en-US"/>
              <a:t>Click to edit Master text styles</a:t>
            </a:r>
          </a:p>
        </p:txBody>
      </p:sp>
      <p:sp>
        <p:nvSpPr>
          <p:cNvPr id="32" name="Text Placeholder 12">
            <a:extLst>
              <a:ext uri="{FF2B5EF4-FFF2-40B4-BE49-F238E27FC236}">
                <a16:creationId xmlns:a16="http://schemas.microsoft.com/office/drawing/2014/main" id="{15B0DA73-4387-40AC-8352-82A6B495866E}"/>
              </a:ext>
            </a:extLst>
          </p:cNvPr>
          <p:cNvSpPr>
            <a:spLocks noGrp="1"/>
          </p:cNvSpPr>
          <p:nvPr>
            <p:ph type="body" sz="quarter" idx="22"/>
          </p:nvPr>
        </p:nvSpPr>
        <p:spPr>
          <a:xfrm>
            <a:off x="5727653" y="2040656"/>
            <a:ext cx="3169097" cy="595815"/>
          </a:xfrm>
        </p:spPr>
        <p:txBody>
          <a:bodyPr/>
          <a:lstStyle>
            <a:lvl1pPr marL="0" indent="0">
              <a:buNone/>
              <a:defRPr sz="1800"/>
            </a:lvl1pPr>
          </a:lstStyle>
          <a:p>
            <a:pPr lvl="0"/>
            <a:r>
              <a:rPr lang="en-US"/>
              <a:t>Click to edit Master text styles</a:t>
            </a:r>
          </a:p>
        </p:txBody>
      </p:sp>
      <p:sp>
        <p:nvSpPr>
          <p:cNvPr id="39" name="Text Placeholder 12">
            <a:extLst>
              <a:ext uri="{FF2B5EF4-FFF2-40B4-BE49-F238E27FC236}">
                <a16:creationId xmlns:a16="http://schemas.microsoft.com/office/drawing/2014/main" id="{880C2CFF-E59C-4EB3-90A3-F659F958534F}"/>
              </a:ext>
            </a:extLst>
          </p:cNvPr>
          <p:cNvSpPr>
            <a:spLocks noGrp="1"/>
          </p:cNvSpPr>
          <p:nvPr>
            <p:ph type="body" sz="quarter" idx="23"/>
          </p:nvPr>
        </p:nvSpPr>
        <p:spPr>
          <a:xfrm>
            <a:off x="5729057" y="2970824"/>
            <a:ext cx="3169097" cy="595815"/>
          </a:xfrm>
        </p:spPr>
        <p:txBody>
          <a:bodyPr/>
          <a:lstStyle>
            <a:lvl1pPr marL="0" indent="0">
              <a:buNone/>
              <a:defRPr sz="1800"/>
            </a:lvl1pPr>
          </a:lstStyle>
          <a:p>
            <a:pPr lvl="0"/>
            <a:r>
              <a:rPr lang="en-US"/>
              <a:t>Click to edit Master text styles</a:t>
            </a:r>
          </a:p>
        </p:txBody>
      </p:sp>
      <p:sp>
        <p:nvSpPr>
          <p:cNvPr id="41" name="Text Placeholder 12">
            <a:extLst>
              <a:ext uri="{FF2B5EF4-FFF2-40B4-BE49-F238E27FC236}">
                <a16:creationId xmlns:a16="http://schemas.microsoft.com/office/drawing/2014/main" id="{189F2D7D-37BD-4C80-A430-3E94241810CF}"/>
              </a:ext>
            </a:extLst>
          </p:cNvPr>
          <p:cNvSpPr>
            <a:spLocks noGrp="1"/>
          </p:cNvSpPr>
          <p:nvPr>
            <p:ph type="body" sz="quarter" idx="24"/>
          </p:nvPr>
        </p:nvSpPr>
        <p:spPr>
          <a:xfrm>
            <a:off x="1258238" y="3896927"/>
            <a:ext cx="3169097" cy="595815"/>
          </a:xfrm>
        </p:spPr>
        <p:txBody>
          <a:bodyPr/>
          <a:lstStyle>
            <a:lvl1pPr marL="0" indent="0">
              <a:buNone/>
              <a:defRPr sz="1800"/>
            </a:lvl1pPr>
          </a:lstStyle>
          <a:p>
            <a:pPr lvl="0"/>
            <a:r>
              <a:rPr lang="en-US"/>
              <a:t>Click to edit Master text styles</a:t>
            </a:r>
          </a:p>
        </p:txBody>
      </p:sp>
      <p:pic>
        <p:nvPicPr>
          <p:cNvPr id="25" name="Graphic 24">
            <a:extLst>
              <a:ext uri="{FF2B5EF4-FFF2-40B4-BE49-F238E27FC236}">
                <a16:creationId xmlns:a16="http://schemas.microsoft.com/office/drawing/2014/main" id="{02B3DA78-DE38-47A6-844C-ACB6D922999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810399" y="1117366"/>
            <a:ext cx="738779" cy="664901"/>
          </a:xfrm>
          <a:prstGeom prst="rect">
            <a:avLst/>
          </a:prstGeom>
        </p:spPr>
      </p:pic>
      <p:pic>
        <p:nvPicPr>
          <p:cNvPr id="26" name="Graphic 25">
            <a:extLst>
              <a:ext uri="{FF2B5EF4-FFF2-40B4-BE49-F238E27FC236}">
                <a16:creationId xmlns:a16="http://schemas.microsoft.com/office/drawing/2014/main" id="{777290AC-6C6B-417B-9CC8-798C2272CE1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810398" y="2042929"/>
            <a:ext cx="738779" cy="595434"/>
          </a:xfrm>
          <a:prstGeom prst="rect">
            <a:avLst/>
          </a:prstGeom>
        </p:spPr>
      </p:pic>
      <p:pic>
        <p:nvPicPr>
          <p:cNvPr id="34" name="Graphic 33">
            <a:extLst>
              <a:ext uri="{FF2B5EF4-FFF2-40B4-BE49-F238E27FC236}">
                <a16:creationId xmlns:a16="http://schemas.microsoft.com/office/drawing/2014/main" id="{7E924C9E-FAC6-48C2-B566-2604ABAD45F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370430" y="1110489"/>
            <a:ext cx="434911" cy="652367"/>
          </a:xfrm>
          <a:prstGeom prst="rect">
            <a:avLst/>
          </a:prstGeom>
        </p:spPr>
      </p:pic>
      <p:pic>
        <p:nvPicPr>
          <p:cNvPr id="35" name="Graphic 34">
            <a:extLst>
              <a:ext uri="{FF2B5EF4-FFF2-40B4-BE49-F238E27FC236}">
                <a16:creationId xmlns:a16="http://schemas.microsoft.com/office/drawing/2014/main" id="{B9EFF9A0-7DB9-43A0-9F2B-79F2BC29C082}"/>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357431" y="2056074"/>
            <a:ext cx="788031" cy="591023"/>
          </a:xfrm>
          <a:prstGeom prst="rect">
            <a:avLst/>
          </a:prstGeom>
        </p:spPr>
      </p:pic>
      <p:pic>
        <p:nvPicPr>
          <p:cNvPr id="36" name="Graphic 35">
            <a:extLst>
              <a:ext uri="{FF2B5EF4-FFF2-40B4-BE49-F238E27FC236}">
                <a16:creationId xmlns:a16="http://schemas.microsoft.com/office/drawing/2014/main" id="{3F465E69-BAE1-4B71-B304-F3784FD1ACA6}"/>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357431" y="2973220"/>
            <a:ext cx="664901" cy="591023"/>
          </a:xfrm>
          <a:prstGeom prst="rect">
            <a:avLst/>
          </a:prstGeom>
        </p:spPr>
      </p:pic>
      <p:pic>
        <p:nvPicPr>
          <p:cNvPr id="37" name="Graphic 36">
            <a:extLst>
              <a:ext uri="{FF2B5EF4-FFF2-40B4-BE49-F238E27FC236}">
                <a16:creationId xmlns:a16="http://schemas.microsoft.com/office/drawing/2014/main" id="{E731295D-62CE-4538-AF76-6E9D253FF4CF}"/>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357431" y="3902712"/>
            <a:ext cx="738779" cy="591023"/>
          </a:xfrm>
          <a:prstGeom prst="rect">
            <a:avLst/>
          </a:prstGeom>
        </p:spPr>
      </p:pic>
      <p:pic>
        <p:nvPicPr>
          <p:cNvPr id="38" name="Graphic 37">
            <a:extLst>
              <a:ext uri="{FF2B5EF4-FFF2-40B4-BE49-F238E27FC236}">
                <a16:creationId xmlns:a16="http://schemas.microsoft.com/office/drawing/2014/main" id="{FC973B11-0531-46B4-9715-41939ACCB606}"/>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4821919" y="2973220"/>
            <a:ext cx="715735" cy="591023"/>
          </a:xfrm>
          <a:prstGeom prst="rect">
            <a:avLst/>
          </a:prstGeom>
        </p:spPr>
      </p:pic>
      <p:pic>
        <p:nvPicPr>
          <p:cNvPr id="20" name="Graphic 19">
            <a:extLst>
              <a:ext uri="{FF2B5EF4-FFF2-40B4-BE49-F238E27FC236}">
                <a16:creationId xmlns:a16="http://schemas.microsoft.com/office/drawing/2014/main" id="{A34A5644-DDB9-494C-AE6E-DF6081A6208A}"/>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4821919" y="3891764"/>
            <a:ext cx="763406" cy="600979"/>
          </a:xfrm>
          <a:prstGeom prst="rect">
            <a:avLst/>
          </a:prstGeom>
        </p:spPr>
      </p:pic>
      <p:sp>
        <p:nvSpPr>
          <p:cNvPr id="21" name="Text Placeholder 12">
            <a:extLst>
              <a:ext uri="{FF2B5EF4-FFF2-40B4-BE49-F238E27FC236}">
                <a16:creationId xmlns:a16="http://schemas.microsoft.com/office/drawing/2014/main" id="{3CBA0135-CDF0-48C9-8FF1-6DDCB15771BE}"/>
              </a:ext>
            </a:extLst>
          </p:cNvPr>
          <p:cNvSpPr>
            <a:spLocks noGrp="1"/>
          </p:cNvSpPr>
          <p:nvPr>
            <p:ph type="body" sz="quarter" idx="25"/>
          </p:nvPr>
        </p:nvSpPr>
        <p:spPr>
          <a:xfrm>
            <a:off x="5727652" y="3896927"/>
            <a:ext cx="3169097" cy="595815"/>
          </a:xfrm>
        </p:spPr>
        <p:txBody>
          <a:bodyPr/>
          <a:lstStyle>
            <a:lvl1pPr marL="0" indent="0">
              <a:buNone/>
              <a:defRPr sz="1800"/>
            </a:lvl1pPr>
          </a:lstStyle>
          <a:p>
            <a:pPr lvl="0"/>
            <a:r>
              <a:rPr lang="en-US"/>
              <a:t>Click to edit Master text styles</a:t>
            </a:r>
          </a:p>
        </p:txBody>
      </p:sp>
      <p:sp>
        <p:nvSpPr>
          <p:cNvPr id="23" name="Slide Number Placeholder 5">
            <a:extLst>
              <a:ext uri="{FF2B5EF4-FFF2-40B4-BE49-F238E27FC236}">
                <a16:creationId xmlns:a16="http://schemas.microsoft.com/office/drawing/2014/main" id="{8283574A-9DA1-417F-AC4F-CEFF859CBFAD}"/>
              </a:ext>
            </a:extLst>
          </p:cNvPr>
          <p:cNvSpPr txBox="1">
            <a:spLocks/>
          </p:cNvSpPr>
          <p:nvPr userDrawn="1"/>
        </p:nvSpPr>
        <p:spPr>
          <a:xfrm>
            <a:off x="4350366" y="4782569"/>
            <a:ext cx="443268" cy="2160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F489CC-3B7A-4DA5-A8C0-4984788D0EC5}" type="slidenum">
              <a:rPr lang="nl-NL" sz="1000" smtClean="0"/>
              <a:pPr/>
              <a:t>‹#›</a:t>
            </a:fld>
            <a:endParaRPr lang="nl-NL" sz="1000"/>
          </a:p>
        </p:txBody>
      </p:sp>
    </p:spTree>
    <p:extLst>
      <p:ext uri="{BB962C8B-B14F-4D97-AF65-F5344CB8AC3E}">
        <p14:creationId xmlns:p14="http://schemas.microsoft.com/office/powerpoint/2010/main" val="4002153251"/>
      </p:ext>
    </p:extLst>
  </p:cSld>
  <p:clrMapOvr>
    <a:masterClrMapping/>
  </p:clrMapOvr>
  <p:hf hdr="0" ftr="0" dt="0"/>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40300" y="987574"/>
            <a:ext cx="8748000" cy="3638304"/>
          </a:xfrm>
          <a:prstGeom prst="rect">
            <a:avLst/>
          </a:prstGeom>
        </p:spPr>
        <p:txBody>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7" name="Slide Number Placeholder 5">
            <a:extLst>
              <a:ext uri="{FF2B5EF4-FFF2-40B4-BE49-F238E27FC236}">
                <a16:creationId xmlns:a16="http://schemas.microsoft.com/office/drawing/2014/main" id="{A62A407F-2169-4875-8781-38A7B064164B}"/>
              </a:ext>
            </a:extLst>
          </p:cNvPr>
          <p:cNvSpPr>
            <a:spLocks noGrp="1"/>
          </p:cNvSpPr>
          <p:nvPr>
            <p:ph type="sldNum" sz="quarter" idx="4"/>
          </p:nvPr>
        </p:nvSpPr>
        <p:spPr>
          <a:xfrm>
            <a:off x="4350366" y="4782569"/>
            <a:ext cx="443268" cy="216025"/>
          </a:xfrm>
          <a:prstGeom prst="rect">
            <a:avLst/>
          </a:prstGeom>
        </p:spPr>
        <p:txBody>
          <a:bodyPr vert="horz" lIns="91440" tIns="45720" rIns="91440" bIns="45720" rtlCol="0" anchor="ctr"/>
          <a:lstStyle>
            <a:lvl1pPr algn="ctr">
              <a:defRPr sz="1000">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339053370"/>
      </p:ext>
    </p:extLst>
  </p:cSld>
  <p:clrMapOvr>
    <a:masterClrMapping/>
  </p:clrMapOvr>
  <p:hf hdr="0" ftr="0" dt="0"/>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Content Slide - 2 colum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40301" y="987574"/>
            <a:ext cx="4239890" cy="3638304"/>
          </a:xfrm>
          <a:prstGeom prst="rect">
            <a:avLst/>
          </a:prstGeom>
        </p:spPr>
        <p:txBody>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7" name="Content Placeholder 2">
            <a:extLst>
              <a:ext uri="{FF2B5EF4-FFF2-40B4-BE49-F238E27FC236}">
                <a16:creationId xmlns:a16="http://schemas.microsoft.com/office/drawing/2014/main" id="{A16EED14-0D0C-4A25-868B-368743F11E8A}"/>
              </a:ext>
            </a:extLst>
          </p:cNvPr>
          <p:cNvSpPr>
            <a:spLocks noGrp="1"/>
          </p:cNvSpPr>
          <p:nvPr>
            <p:ph idx="10" hasCustomPrompt="1"/>
          </p:nvPr>
        </p:nvSpPr>
        <p:spPr>
          <a:xfrm>
            <a:off x="4663811" y="987051"/>
            <a:ext cx="4300677" cy="3638304"/>
          </a:xfrm>
          <a:prstGeom prst="rect">
            <a:avLst/>
          </a:prstGeom>
        </p:spPr>
        <p:txBody>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8" name="Slide Number Placeholder 5">
            <a:extLst>
              <a:ext uri="{FF2B5EF4-FFF2-40B4-BE49-F238E27FC236}">
                <a16:creationId xmlns:a16="http://schemas.microsoft.com/office/drawing/2014/main" id="{BDDC86C3-F326-4D25-B7CD-94E36F4B07E8}"/>
              </a:ext>
            </a:extLst>
          </p:cNvPr>
          <p:cNvSpPr>
            <a:spLocks noGrp="1"/>
          </p:cNvSpPr>
          <p:nvPr>
            <p:ph type="sldNum" sz="quarter" idx="4"/>
          </p:nvPr>
        </p:nvSpPr>
        <p:spPr>
          <a:xfrm>
            <a:off x="4350366" y="4782569"/>
            <a:ext cx="443268" cy="216025"/>
          </a:xfrm>
          <a:prstGeom prst="rect">
            <a:avLst/>
          </a:prstGeom>
        </p:spPr>
        <p:txBody>
          <a:bodyPr vert="horz" lIns="91440" tIns="45720" rIns="91440" bIns="45720" rtlCol="0" anchor="ctr"/>
          <a:lstStyle>
            <a:lvl1pPr algn="ctr">
              <a:defRPr sz="1000">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594965146"/>
      </p:ext>
    </p:extLst>
  </p:cSld>
  <p:clrMapOvr>
    <a:masterClrMapping/>
  </p:clrMapOvr>
  <p:hf hdr="0" ftr="0" dt="0"/>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Content Slide - 3 colum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40300" y="987574"/>
            <a:ext cx="2819532" cy="3638304"/>
          </a:xfrm>
          <a:prstGeom prst="rect">
            <a:avLst/>
          </a:prstGeom>
        </p:spPr>
        <p:txBody>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8" name="Content Placeholder 2">
            <a:extLst>
              <a:ext uri="{FF2B5EF4-FFF2-40B4-BE49-F238E27FC236}">
                <a16:creationId xmlns:a16="http://schemas.microsoft.com/office/drawing/2014/main" id="{4FB9CBDF-DFD2-4DB3-8A4C-EF9ABF34CB04}"/>
              </a:ext>
            </a:extLst>
          </p:cNvPr>
          <p:cNvSpPr>
            <a:spLocks noGrp="1"/>
          </p:cNvSpPr>
          <p:nvPr>
            <p:ph idx="10" hasCustomPrompt="1"/>
          </p:nvPr>
        </p:nvSpPr>
        <p:spPr>
          <a:xfrm>
            <a:off x="3192628" y="987574"/>
            <a:ext cx="2819532" cy="3638304"/>
          </a:xfrm>
          <a:prstGeom prst="rect">
            <a:avLst/>
          </a:prstGeom>
        </p:spPr>
        <p:txBody>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9" name="Content Placeholder 2">
            <a:extLst>
              <a:ext uri="{FF2B5EF4-FFF2-40B4-BE49-F238E27FC236}">
                <a16:creationId xmlns:a16="http://schemas.microsoft.com/office/drawing/2014/main" id="{B9F64145-7039-476B-A5DB-C86F6BD53D8B}"/>
              </a:ext>
            </a:extLst>
          </p:cNvPr>
          <p:cNvSpPr>
            <a:spLocks noGrp="1"/>
          </p:cNvSpPr>
          <p:nvPr>
            <p:ph idx="11" hasCustomPrompt="1"/>
          </p:nvPr>
        </p:nvSpPr>
        <p:spPr>
          <a:xfrm>
            <a:off x="6144956" y="987574"/>
            <a:ext cx="2819532" cy="3638304"/>
          </a:xfrm>
          <a:prstGeom prst="rect">
            <a:avLst/>
          </a:prstGeom>
        </p:spPr>
        <p:txBody>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11" name="Slide Number Placeholder 5">
            <a:extLst>
              <a:ext uri="{FF2B5EF4-FFF2-40B4-BE49-F238E27FC236}">
                <a16:creationId xmlns:a16="http://schemas.microsoft.com/office/drawing/2014/main" id="{D2302937-F515-409D-8551-09EA51F95BD9}"/>
              </a:ext>
            </a:extLst>
          </p:cNvPr>
          <p:cNvSpPr>
            <a:spLocks noGrp="1"/>
          </p:cNvSpPr>
          <p:nvPr>
            <p:ph type="sldNum" sz="quarter" idx="4"/>
          </p:nvPr>
        </p:nvSpPr>
        <p:spPr>
          <a:xfrm>
            <a:off x="4350366" y="4782569"/>
            <a:ext cx="443268" cy="216025"/>
          </a:xfrm>
          <a:prstGeom prst="rect">
            <a:avLst/>
          </a:prstGeom>
        </p:spPr>
        <p:txBody>
          <a:bodyPr vert="horz" lIns="91440" tIns="45720" rIns="91440" bIns="45720" rtlCol="0" anchor="ctr"/>
          <a:lstStyle>
            <a:lvl1pPr algn="ctr">
              <a:defRPr sz="1000">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728377370"/>
      </p:ext>
    </p:extLst>
  </p:cSld>
  <p:clrMapOvr>
    <a:masterClrMapping/>
  </p:clrMapOvr>
  <p:hf hdr="0" ftr="0" dt="0"/>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Content slide - 2 column (coloured)">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40300" y="987574"/>
            <a:ext cx="3899652" cy="3638304"/>
          </a:xfrm>
          <a:prstGeom prst="rect">
            <a:avLst/>
          </a:prstGeom>
        </p:spPr>
        <p:txBody>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14" name="Freeform: Shape 13">
            <a:extLst>
              <a:ext uri="{FF2B5EF4-FFF2-40B4-BE49-F238E27FC236}">
                <a16:creationId xmlns:a16="http://schemas.microsoft.com/office/drawing/2014/main" id="{109AD642-4DB2-4E8B-91D4-10E75D27F18C}"/>
              </a:ext>
            </a:extLst>
          </p:cNvPr>
          <p:cNvSpPr/>
          <p:nvPr userDrawn="1"/>
        </p:nvSpPr>
        <p:spPr>
          <a:xfrm>
            <a:off x="4572000" y="-20538"/>
            <a:ext cx="4572000" cy="5164038"/>
          </a:xfrm>
          <a:custGeom>
            <a:avLst/>
            <a:gdLst>
              <a:gd name="connsiteX0" fmla="*/ 1212928 w 4572000"/>
              <a:gd name="connsiteY0" fmla="*/ 0 h 5164038"/>
              <a:gd name="connsiteX1" fmla="*/ 4572000 w 4572000"/>
              <a:gd name="connsiteY1" fmla="*/ 0 h 5164038"/>
              <a:gd name="connsiteX2" fmla="*/ 4572000 w 4572000"/>
              <a:gd name="connsiteY2" fmla="*/ 5164038 h 5164038"/>
              <a:gd name="connsiteX3" fmla="*/ 710468 w 4572000"/>
              <a:gd name="connsiteY3" fmla="*/ 5164038 h 5164038"/>
              <a:gd name="connsiteX4" fmla="*/ 688679 w 4572000"/>
              <a:gd name="connsiteY4" fmla="*/ 5134900 h 5164038"/>
              <a:gd name="connsiteX5" fmla="*/ 0 w 4572000"/>
              <a:gd name="connsiteY5" fmla="*/ 2880320 h 5164038"/>
              <a:gd name="connsiteX6" fmla="*/ 1181077 w 4572000"/>
              <a:gd name="connsiteY6" fmla="*/ 28949 h 5164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72000" h="5164038">
                <a:moveTo>
                  <a:pt x="1212928" y="0"/>
                </a:moveTo>
                <a:lnTo>
                  <a:pt x="4572000" y="0"/>
                </a:lnTo>
                <a:lnTo>
                  <a:pt x="4572000" y="5164038"/>
                </a:lnTo>
                <a:lnTo>
                  <a:pt x="710468" y="5164038"/>
                </a:lnTo>
                <a:lnTo>
                  <a:pt x="688679" y="5134900"/>
                </a:lnTo>
                <a:cubicBezTo>
                  <a:pt x="253883" y="4491318"/>
                  <a:pt x="0" y="3715468"/>
                  <a:pt x="0" y="2880320"/>
                </a:cubicBezTo>
                <a:cubicBezTo>
                  <a:pt x="0" y="1766790"/>
                  <a:pt x="451347" y="758678"/>
                  <a:pt x="1181077" y="28949"/>
                </a:cubicBezTo>
                <a:close/>
              </a:path>
            </a:pathLst>
          </a:custGeom>
          <a:gradFill>
            <a:gsLst>
              <a:gs pos="20000">
                <a:schemeClr val="accent6"/>
              </a:gs>
              <a:gs pos="80000">
                <a:schemeClr val="accent5"/>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sp>
        <p:nvSpPr>
          <p:cNvPr id="8" name="Content Placeholder 2">
            <a:extLst>
              <a:ext uri="{FF2B5EF4-FFF2-40B4-BE49-F238E27FC236}">
                <a16:creationId xmlns:a16="http://schemas.microsoft.com/office/drawing/2014/main" id="{4FB9CBDF-DFD2-4DB3-8A4C-EF9ABF34CB04}"/>
              </a:ext>
            </a:extLst>
          </p:cNvPr>
          <p:cNvSpPr>
            <a:spLocks noGrp="1"/>
          </p:cNvSpPr>
          <p:nvPr>
            <p:ph idx="10" hasCustomPrompt="1"/>
          </p:nvPr>
        </p:nvSpPr>
        <p:spPr>
          <a:xfrm>
            <a:off x="5148065" y="987574"/>
            <a:ext cx="3816424" cy="3638304"/>
          </a:xfrm>
          <a:prstGeom prst="rect">
            <a:avLst/>
          </a:prstGeom>
        </p:spPr>
        <p:txBody>
          <a:bodyPr/>
          <a:lstStyle>
            <a:lvl1pPr>
              <a:buClr>
                <a:schemeClr val="bg1"/>
              </a:buClr>
              <a:defRPr>
                <a:solidFill>
                  <a:schemeClr val="bg1"/>
                </a:solidFill>
              </a:defRPr>
            </a:lvl1pPr>
            <a:lvl2pPr>
              <a:buClr>
                <a:schemeClr val="bg1"/>
              </a:buClr>
              <a:defRPr>
                <a:solidFill>
                  <a:schemeClr val="bg1"/>
                </a:solidFill>
              </a:defRPr>
            </a:lvl2pPr>
            <a:lvl3pPr>
              <a:buClr>
                <a:schemeClr val="bg2"/>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pic>
        <p:nvPicPr>
          <p:cNvPr id="15" name="Picture 12">
            <a:extLst>
              <a:ext uri="{FF2B5EF4-FFF2-40B4-BE49-F238E27FC236}">
                <a16:creationId xmlns:a16="http://schemas.microsoft.com/office/drawing/2014/main" id="{F83609B7-D972-4E10-88CF-DE7A4DB99FA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5" cy="204374"/>
          </a:xfrm>
          <a:prstGeom prst="rect">
            <a:avLst/>
          </a:prstGeom>
        </p:spPr>
      </p:pic>
      <p:sp>
        <p:nvSpPr>
          <p:cNvPr id="9" name="Slide Number Placeholder 5">
            <a:extLst>
              <a:ext uri="{FF2B5EF4-FFF2-40B4-BE49-F238E27FC236}">
                <a16:creationId xmlns:a16="http://schemas.microsoft.com/office/drawing/2014/main" id="{3B45868D-3D80-4335-867A-8691AE8C0FED}"/>
              </a:ext>
            </a:extLst>
          </p:cNvPr>
          <p:cNvSpPr>
            <a:spLocks noGrp="1"/>
          </p:cNvSpPr>
          <p:nvPr>
            <p:ph type="sldNum" sz="quarter" idx="4"/>
          </p:nvPr>
        </p:nvSpPr>
        <p:spPr>
          <a:xfrm>
            <a:off x="4350366" y="4782569"/>
            <a:ext cx="443268" cy="216025"/>
          </a:xfrm>
          <a:prstGeom prst="rect">
            <a:avLst/>
          </a:prstGeom>
        </p:spPr>
        <p:txBody>
          <a:bodyPr vert="horz" lIns="91440" tIns="45720" rIns="91440" bIns="45720" rtlCol="0" anchor="ctr"/>
          <a:lstStyle>
            <a:lvl1pPr algn="ctr">
              <a:defRPr sz="1000">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66819158"/>
      </p:ext>
    </p:extLst>
  </p:cSld>
  <p:clrMapOvr>
    <a:masterClrMapping/>
  </p:clrMapOvr>
  <p:hf hdr="0" ftr="0" dt="0"/>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Content slide - table (coloured)">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3375251" y="123478"/>
            <a:ext cx="5589237" cy="720080"/>
          </a:xfrm>
        </p:spPr>
        <p:txBody>
          <a:bodyPr/>
          <a:lstStyle>
            <a:lvl1pPr>
              <a:defRPr>
                <a:solidFill>
                  <a:srgbClr val="0066A1"/>
                </a:solidFill>
              </a:defRPr>
            </a:lvl1pPr>
          </a:lstStyle>
          <a:p>
            <a:r>
              <a:rPr lang="en-US"/>
              <a:t>Click to edit the header</a:t>
            </a:r>
          </a:p>
        </p:txBody>
      </p:sp>
      <p:pic>
        <p:nvPicPr>
          <p:cNvPr id="15" name="Picture 12">
            <a:extLst>
              <a:ext uri="{FF2B5EF4-FFF2-40B4-BE49-F238E27FC236}">
                <a16:creationId xmlns:a16="http://schemas.microsoft.com/office/drawing/2014/main" id="{F83609B7-D972-4E10-88CF-DE7A4DB99FA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5" cy="204374"/>
          </a:xfrm>
          <a:prstGeom prst="rect">
            <a:avLst/>
          </a:prstGeom>
        </p:spPr>
      </p:pic>
      <p:sp>
        <p:nvSpPr>
          <p:cNvPr id="23" name="Shape">
            <a:extLst>
              <a:ext uri="{FF2B5EF4-FFF2-40B4-BE49-F238E27FC236}">
                <a16:creationId xmlns:a16="http://schemas.microsoft.com/office/drawing/2014/main" id="{E3441206-C79A-47A5-993B-0121CE96B20E}"/>
              </a:ext>
            </a:extLst>
          </p:cNvPr>
          <p:cNvSpPr/>
          <p:nvPr userDrawn="1"/>
        </p:nvSpPr>
        <p:spPr>
          <a:xfrm>
            <a:off x="1" y="0"/>
            <a:ext cx="3251072" cy="5143500"/>
          </a:xfrm>
          <a:custGeom>
            <a:avLst/>
            <a:gdLst>
              <a:gd name="connsiteX0" fmla="*/ 0 w 2978085"/>
              <a:gd name="connsiteY0" fmla="*/ 0 h 6858000"/>
              <a:gd name="connsiteX1" fmla="*/ 2139755 w 2978085"/>
              <a:gd name="connsiteY1" fmla="*/ 0 h 6858000"/>
              <a:gd name="connsiteX2" fmla="*/ 2152170 w 2978085"/>
              <a:gd name="connsiteY2" fmla="*/ 27460 h 6858000"/>
              <a:gd name="connsiteX3" fmla="*/ 2978085 w 2978085"/>
              <a:gd name="connsiteY3" fmla="*/ 4118363 h 6858000"/>
              <a:gd name="connsiteX4" fmla="*/ 2647207 w 2978085"/>
              <a:gd name="connsiteY4" fmla="*/ 6744936 h 6858000"/>
              <a:gd name="connsiteX5" fmla="*/ 2615101 w 2978085"/>
              <a:gd name="connsiteY5" fmla="*/ 6858000 h 6858000"/>
              <a:gd name="connsiteX6" fmla="*/ 0 w 297808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8085" h="6858000">
                <a:moveTo>
                  <a:pt x="0" y="0"/>
                </a:moveTo>
                <a:lnTo>
                  <a:pt x="2139755" y="0"/>
                </a:lnTo>
                <a:lnTo>
                  <a:pt x="2152170" y="27460"/>
                </a:lnTo>
                <a:cubicBezTo>
                  <a:pt x="2683997" y="1284839"/>
                  <a:pt x="2978085" y="2667257"/>
                  <a:pt x="2978085" y="4118363"/>
                </a:cubicBezTo>
                <a:cubicBezTo>
                  <a:pt x="2978085" y="5025305"/>
                  <a:pt x="2863206" y="5905415"/>
                  <a:pt x="2647207" y="6744936"/>
                </a:cubicBezTo>
                <a:lnTo>
                  <a:pt x="2615101" y="6858000"/>
                </a:lnTo>
                <a:lnTo>
                  <a:pt x="0" y="6858000"/>
                </a:lnTo>
                <a:close/>
              </a:path>
            </a:pathLst>
          </a:custGeom>
          <a:gradFill flip="none" rotWithShape="1">
            <a:gsLst>
              <a:gs pos="20000">
                <a:srgbClr val="0066A1"/>
              </a:gs>
              <a:gs pos="80000">
                <a:srgbClr val="0089C4"/>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9" name="Text Placeholder 8">
            <a:extLst>
              <a:ext uri="{FF2B5EF4-FFF2-40B4-BE49-F238E27FC236}">
                <a16:creationId xmlns:a16="http://schemas.microsoft.com/office/drawing/2014/main" id="{36693935-949D-4540-8726-E071083FEBB9}"/>
              </a:ext>
            </a:extLst>
          </p:cNvPr>
          <p:cNvSpPr>
            <a:spLocks noGrp="1"/>
          </p:cNvSpPr>
          <p:nvPr>
            <p:ph type="body" sz="quarter" idx="10" hasCustomPrompt="1"/>
          </p:nvPr>
        </p:nvSpPr>
        <p:spPr>
          <a:xfrm>
            <a:off x="236056" y="1537914"/>
            <a:ext cx="2607752" cy="720080"/>
          </a:xfrm>
          <a:noFill/>
        </p:spPr>
        <p:txBody>
          <a:bodyPr anchor="ctr"/>
          <a:lstStyle>
            <a:lvl1pPr marL="0" indent="0">
              <a:buNone/>
              <a:defRPr>
                <a:solidFill>
                  <a:schemeClr val="bg1"/>
                </a:solidFill>
              </a:defRPr>
            </a:lvl1pPr>
          </a:lstStyle>
          <a:p>
            <a:pPr lvl="0"/>
            <a:r>
              <a:rPr lang="en-NL"/>
              <a:t>Text</a:t>
            </a:r>
            <a:endParaRPr lang="nl-NL"/>
          </a:p>
        </p:txBody>
      </p:sp>
      <p:sp>
        <p:nvSpPr>
          <p:cNvPr id="24" name="Text Placeholder 8">
            <a:extLst>
              <a:ext uri="{FF2B5EF4-FFF2-40B4-BE49-F238E27FC236}">
                <a16:creationId xmlns:a16="http://schemas.microsoft.com/office/drawing/2014/main" id="{95814487-21AD-43AE-9CF1-C0DCFF88508A}"/>
              </a:ext>
            </a:extLst>
          </p:cNvPr>
          <p:cNvSpPr>
            <a:spLocks noGrp="1"/>
          </p:cNvSpPr>
          <p:nvPr>
            <p:ph type="body" sz="quarter" idx="11" hasCustomPrompt="1"/>
          </p:nvPr>
        </p:nvSpPr>
        <p:spPr>
          <a:xfrm>
            <a:off x="236056" y="2553645"/>
            <a:ext cx="2607752" cy="720080"/>
          </a:xfrm>
          <a:noFill/>
        </p:spPr>
        <p:txBody>
          <a:bodyPr anchor="ctr"/>
          <a:lstStyle>
            <a:lvl1pPr marL="0" indent="0">
              <a:buNone/>
              <a:defRPr>
                <a:solidFill>
                  <a:schemeClr val="bg1"/>
                </a:solidFill>
              </a:defRPr>
            </a:lvl1pPr>
          </a:lstStyle>
          <a:p>
            <a:pPr lvl="0"/>
            <a:r>
              <a:rPr lang="en-NL"/>
              <a:t>Text</a:t>
            </a:r>
            <a:endParaRPr lang="nl-NL"/>
          </a:p>
        </p:txBody>
      </p:sp>
      <p:sp>
        <p:nvSpPr>
          <p:cNvPr id="25" name="Text Placeholder 8">
            <a:extLst>
              <a:ext uri="{FF2B5EF4-FFF2-40B4-BE49-F238E27FC236}">
                <a16:creationId xmlns:a16="http://schemas.microsoft.com/office/drawing/2014/main" id="{BA53A355-A5C9-41D3-B0CE-7D9ACC3F3246}"/>
              </a:ext>
            </a:extLst>
          </p:cNvPr>
          <p:cNvSpPr>
            <a:spLocks noGrp="1"/>
          </p:cNvSpPr>
          <p:nvPr>
            <p:ph type="body" sz="quarter" idx="12" hasCustomPrompt="1"/>
          </p:nvPr>
        </p:nvSpPr>
        <p:spPr>
          <a:xfrm>
            <a:off x="236057" y="3554139"/>
            <a:ext cx="2607751" cy="720080"/>
          </a:xfrm>
          <a:noFill/>
        </p:spPr>
        <p:txBody>
          <a:bodyPr anchor="ctr"/>
          <a:lstStyle>
            <a:lvl1pPr marL="0" indent="0">
              <a:buNone/>
              <a:defRPr>
                <a:solidFill>
                  <a:schemeClr val="bg1"/>
                </a:solidFill>
              </a:defRPr>
            </a:lvl1pPr>
          </a:lstStyle>
          <a:p>
            <a:pPr lvl="0"/>
            <a:r>
              <a:rPr lang="en-NL"/>
              <a:t>Text</a:t>
            </a:r>
            <a:endParaRPr lang="nl-NL"/>
          </a:p>
        </p:txBody>
      </p:sp>
      <p:sp>
        <p:nvSpPr>
          <p:cNvPr id="26" name="Text Placeholder 8">
            <a:extLst>
              <a:ext uri="{FF2B5EF4-FFF2-40B4-BE49-F238E27FC236}">
                <a16:creationId xmlns:a16="http://schemas.microsoft.com/office/drawing/2014/main" id="{1E66D0A1-5745-48CC-82C6-6DFF886A5D54}"/>
              </a:ext>
            </a:extLst>
          </p:cNvPr>
          <p:cNvSpPr>
            <a:spLocks noGrp="1"/>
          </p:cNvSpPr>
          <p:nvPr>
            <p:ph type="body" sz="quarter" idx="13" hasCustomPrompt="1"/>
          </p:nvPr>
        </p:nvSpPr>
        <p:spPr>
          <a:xfrm>
            <a:off x="3375252" y="1537914"/>
            <a:ext cx="2780924" cy="720080"/>
          </a:xfrm>
          <a:noFill/>
        </p:spPr>
        <p:txBody>
          <a:bodyPr anchor="ctr"/>
          <a:lstStyle>
            <a:lvl1pPr marL="0" indent="0">
              <a:buNone/>
              <a:defRPr>
                <a:solidFill>
                  <a:schemeClr val="tx1"/>
                </a:solidFill>
              </a:defRPr>
            </a:lvl1pPr>
          </a:lstStyle>
          <a:p>
            <a:pPr lvl="0"/>
            <a:r>
              <a:rPr lang="en-NL"/>
              <a:t>Text</a:t>
            </a:r>
            <a:endParaRPr lang="nl-NL"/>
          </a:p>
        </p:txBody>
      </p:sp>
      <p:sp>
        <p:nvSpPr>
          <p:cNvPr id="31" name="Text Placeholder 8">
            <a:extLst>
              <a:ext uri="{FF2B5EF4-FFF2-40B4-BE49-F238E27FC236}">
                <a16:creationId xmlns:a16="http://schemas.microsoft.com/office/drawing/2014/main" id="{0439A2E0-0663-4210-84EB-3CAFCF4ED255}"/>
              </a:ext>
            </a:extLst>
          </p:cNvPr>
          <p:cNvSpPr>
            <a:spLocks noGrp="1"/>
          </p:cNvSpPr>
          <p:nvPr>
            <p:ph type="body" sz="quarter" idx="14" hasCustomPrompt="1"/>
          </p:nvPr>
        </p:nvSpPr>
        <p:spPr>
          <a:xfrm>
            <a:off x="3375253" y="2553643"/>
            <a:ext cx="2780924" cy="720080"/>
          </a:xfrm>
          <a:noFill/>
        </p:spPr>
        <p:txBody>
          <a:bodyPr anchor="ctr"/>
          <a:lstStyle>
            <a:lvl1pPr marL="0" indent="0">
              <a:buNone/>
              <a:defRPr>
                <a:solidFill>
                  <a:schemeClr val="tx1"/>
                </a:solidFill>
              </a:defRPr>
            </a:lvl1pPr>
          </a:lstStyle>
          <a:p>
            <a:pPr lvl="0"/>
            <a:r>
              <a:rPr lang="en-NL"/>
              <a:t>Text</a:t>
            </a:r>
            <a:endParaRPr lang="nl-NL"/>
          </a:p>
        </p:txBody>
      </p:sp>
      <p:sp>
        <p:nvSpPr>
          <p:cNvPr id="32" name="Text Placeholder 8">
            <a:extLst>
              <a:ext uri="{FF2B5EF4-FFF2-40B4-BE49-F238E27FC236}">
                <a16:creationId xmlns:a16="http://schemas.microsoft.com/office/drawing/2014/main" id="{DE901584-3CD8-4606-B64D-D394ECB8391D}"/>
              </a:ext>
            </a:extLst>
          </p:cNvPr>
          <p:cNvSpPr>
            <a:spLocks noGrp="1"/>
          </p:cNvSpPr>
          <p:nvPr>
            <p:ph type="body" sz="quarter" idx="15" hasCustomPrompt="1"/>
          </p:nvPr>
        </p:nvSpPr>
        <p:spPr>
          <a:xfrm>
            <a:off x="3375252" y="3579862"/>
            <a:ext cx="2780924" cy="720080"/>
          </a:xfrm>
          <a:noFill/>
        </p:spPr>
        <p:txBody>
          <a:bodyPr anchor="ctr"/>
          <a:lstStyle>
            <a:lvl1pPr marL="0" indent="0">
              <a:buNone/>
              <a:defRPr>
                <a:solidFill>
                  <a:schemeClr val="tx1"/>
                </a:solidFill>
              </a:defRPr>
            </a:lvl1pPr>
          </a:lstStyle>
          <a:p>
            <a:pPr lvl="0"/>
            <a:r>
              <a:rPr lang="en-NL"/>
              <a:t>Text</a:t>
            </a:r>
            <a:endParaRPr lang="nl-NL"/>
          </a:p>
        </p:txBody>
      </p:sp>
      <p:sp>
        <p:nvSpPr>
          <p:cNvPr id="33" name="Text Placeholder 8">
            <a:extLst>
              <a:ext uri="{FF2B5EF4-FFF2-40B4-BE49-F238E27FC236}">
                <a16:creationId xmlns:a16="http://schemas.microsoft.com/office/drawing/2014/main" id="{83E0E2AC-5606-4778-BECB-2F1EA3C0E7F3}"/>
              </a:ext>
            </a:extLst>
          </p:cNvPr>
          <p:cNvSpPr>
            <a:spLocks noGrp="1"/>
          </p:cNvSpPr>
          <p:nvPr>
            <p:ph type="body" sz="quarter" idx="16" hasCustomPrompt="1"/>
          </p:nvPr>
        </p:nvSpPr>
        <p:spPr>
          <a:xfrm>
            <a:off x="6228184" y="1537914"/>
            <a:ext cx="2780924" cy="720080"/>
          </a:xfrm>
          <a:noFill/>
        </p:spPr>
        <p:txBody>
          <a:bodyPr anchor="ctr"/>
          <a:lstStyle>
            <a:lvl1pPr marL="0" indent="0">
              <a:buNone/>
              <a:defRPr>
                <a:solidFill>
                  <a:schemeClr val="tx1"/>
                </a:solidFill>
              </a:defRPr>
            </a:lvl1pPr>
          </a:lstStyle>
          <a:p>
            <a:pPr lvl="0"/>
            <a:r>
              <a:rPr lang="en-NL"/>
              <a:t>Text</a:t>
            </a:r>
            <a:endParaRPr lang="nl-NL"/>
          </a:p>
        </p:txBody>
      </p:sp>
      <p:sp>
        <p:nvSpPr>
          <p:cNvPr id="34" name="Text Placeholder 8">
            <a:extLst>
              <a:ext uri="{FF2B5EF4-FFF2-40B4-BE49-F238E27FC236}">
                <a16:creationId xmlns:a16="http://schemas.microsoft.com/office/drawing/2014/main" id="{F8FDF944-993C-4F70-9645-8785ECD9978E}"/>
              </a:ext>
            </a:extLst>
          </p:cNvPr>
          <p:cNvSpPr>
            <a:spLocks noGrp="1"/>
          </p:cNvSpPr>
          <p:nvPr>
            <p:ph type="body" sz="quarter" idx="17" hasCustomPrompt="1"/>
          </p:nvPr>
        </p:nvSpPr>
        <p:spPr>
          <a:xfrm>
            <a:off x="6228186" y="2553643"/>
            <a:ext cx="2780924" cy="720080"/>
          </a:xfrm>
          <a:noFill/>
        </p:spPr>
        <p:txBody>
          <a:bodyPr anchor="ctr"/>
          <a:lstStyle>
            <a:lvl1pPr marL="0" indent="0">
              <a:buNone/>
              <a:defRPr>
                <a:solidFill>
                  <a:schemeClr val="tx1"/>
                </a:solidFill>
              </a:defRPr>
            </a:lvl1pPr>
          </a:lstStyle>
          <a:p>
            <a:pPr lvl="0"/>
            <a:r>
              <a:rPr lang="en-NL"/>
              <a:t>Text</a:t>
            </a:r>
            <a:endParaRPr lang="nl-NL"/>
          </a:p>
        </p:txBody>
      </p:sp>
      <p:sp>
        <p:nvSpPr>
          <p:cNvPr id="35" name="Text Placeholder 8">
            <a:extLst>
              <a:ext uri="{FF2B5EF4-FFF2-40B4-BE49-F238E27FC236}">
                <a16:creationId xmlns:a16="http://schemas.microsoft.com/office/drawing/2014/main" id="{1385E60E-0629-4181-BD2C-E30CA52C38C8}"/>
              </a:ext>
            </a:extLst>
          </p:cNvPr>
          <p:cNvSpPr>
            <a:spLocks noGrp="1"/>
          </p:cNvSpPr>
          <p:nvPr>
            <p:ph type="body" sz="quarter" idx="18" hasCustomPrompt="1"/>
          </p:nvPr>
        </p:nvSpPr>
        <p:spPr>
          <a:xfrm>
            <a:off x="6228184" y="3579862"/>
            <a:ext cx="2780924" cy="720080"/>
          </a:xfrm>
          <a:noFill/>
        </p:spPr>
        <p:txBody>
          <a:bodyPr anchor="ctr"/>
          <a:lstStyle>
            <a:lvl1pPr marL="0" indent="0">
              <a:buNone/>
              <a:defRPr>
                <a:solidFill>
                  <a:schemeClr val="tx1"/>
                </a:solidFill>
              </a:defRPr>
            </a:lvl1pPr>
          </a:lstStyle>
          <a:p>
            <a:pPr lvl="0"/>
            <a:r>
              <a:rPr lang="en-NL"/>
              <a:t>Text</a:t>
            </a:r>
            <a:endParaRPr lang="nl-NL"/>
          </a:p>
        </p:txBody>
      </p:sp>
      <p:sp>
        <p:nvSpPr>
          <p:cNvPr id="36" name="Text Placeholder 8">
            <a:extLst>
              <a:ext uri="{FF2B5EF4-FFF2-40B4-BE49-F238E27FC236}">
                <a16:creationId xmlns:a16="http://schemas.microsoft.com/office/drawing/2014/main" id="{49CFE10E-0866-46F1-8AE6-43AC14CDA7E2}"/>
              </a:ext>
            </a:extLst>
          </p:cNvPr>
          <p:cNvSpPr>
            <a:spLocks noGrp="1"/>
          </p:cNvSpPr>
          <p:nvPr>
            <p:ph type="body" sz="quarter" idx="19" hasCustomPrompt="1"/>
          </p:nvPr>
        </p:nvSpPr>
        <p:spPr>
          <a:xfrm>
            <a:off x="3375250" y="1024805"/>
            <a:ext cx="2780924" cy="322810"/>
          </a:xfrm>
          <a:gradFill flip="none" rotWithShape="1">
            <a:gsLst>
              <a:gs pos="20000">
                <a:srgbClr val="0066A1"/>
              </a:gs>
              <a:gs pos="80000">
                <a:srgbClr val="0089C4"/>
              </a:gs>
            </a:gsLst>
            <a:lin ang="2700000" scaled="1"/>
            <a:tileRect/>
          </a:gradFill>
        </p:spPr>
        <p:txBody>
          <a:bodyPr anchor="ctr"/>
          <a:lstStyle>
            <a:lvl1pPr marL="0" indent="0">
              <a:buNone/>
              <a:defRPr>
                <a:solidFill>
                  <a:schemeClr val="bg1"/>
                </a:solidFill>
              </a:defRPr>
            </a:lvl1pPr>
          </a:lstStyle>
          <a:p>
            <a:pPr lvl="0"/>
            <a:r>
              <a:rPr lang="en-NL"/>
              <a:t>#A</a:t>
            </a:r>
            <a:endParaRPr lang="nl-NL"/>
          </a:p>
        </p:txBody>
      </p:sp>
      <p:sp>
        <p:nvSpPr>
          <p:cNvPr id="38" name="Text Placeholder 8">
            <a:extLst>
              <a:ext uri="{FF2B5EF4-FFF2-40B4-BE49-F238E27FC236}">
                <a16:creationId xmlns:a16="http://schemas.microsoft.com/office/drawing/2014/main" id="{432979AC-B068-43F5-A250-432C054891CA}"/>
              </a:ext>
            </a:extLst>
          </p:cNvPr>
          <p:cNvSpPr>
            <a:spLocks noGrp="1"/>
          </p:cNvSpPr>
          <p:nvPr>
            <p:ph type="body" sz="quarter" idx="20" hasCustomPrompt="1"/>
          </p:nvPr>
        </p:nvSpPr>
        <p:spPr>
          <a:xfrm>
            <a:off x="6228184" y="1025436"/>
            <a:ext cx="2780924" cy="322810"/>
          </a:xfrm>
          <a:gradFill flip="none" rotWithShape="1">
            <a:gsLst>
              <a:gs pos="20000">
                <a:srgbClr val="0066A1"/>
              </a:gs>
              <a:gs pos="80000">
                <a:srgbClr val="0089C4"/>
              </a:gs>
            </a:gsLst>
            <a:lin ang="2700000" scaled="1"/>
            <a:tileRect/>
          </a:gradFill>
        </p:spPr>
        <p:txBody>
          <a:bodyPr anchor="ctr"/>
          <a:lstStyle>
            <a:lvl1pPr marL="0" indent="0">
              <a:buNone/>
              <a:defRPr>
                <a:solidFill>
                  <a:schemeClr val="bg1"/>
                </a:solidFill>
              </a:defRPr>
            </a:lvl1pPr>
          </a:lstStyle>
          <a:p>
            <a:pPr lvl="0"/>
            <a:r>
              <a:rPr lang="en-NL"/>
              <a:t>#B</a:t>
            </a:r>
            <a:endParaRPr lang="nl-NL"/>
          </a:p>
        </p:txBody>
      </p:sp>
      <p:sp>
        <p:nvSpPr>
          <p:cNvPr id="17" name="Slide Number Placeholder 5">
            <a:extLst>
              <a:ext uri="{FF2B5EF4-FFF2-40B4-BE49-F238E27FC236}">
                <a16:creationId xmlns:a16="http://schemas.microsoft.com/office/drawing/2014/main" id="{A666FF1C-3784-418A-9EAA-4FFC7DAA2AAB}"/>
              </a:ext>
            </a:extLst>
          </p:cNvPr>
          <p:cNvSpPr>
            <a:spLocks noGrp="1"/>
          </p:cNvSpPr>
          <p:nvPr>
            <p:ph type="sldNum" sz="quarter" idx="4"/>
          </p:nvPr>
        </p:nvSpPr>
        <p:spPr>
          <a:xfrm>
            <a:off x="4350366" y="4782569"/>
            <a:ext cx="443268" cy="216025"/>
          </a:xfrm>
          <a:prstGeom prst="rect">
            <a:avLst/>
          </a:prstGeom>
        </p:spPr>
        <p:txBody>
          <a:bodyPr vert="horz" lIns="91440" tIns="45720" rIns="91440" bIns="45720" rtlCol="0" anchor="ctr"/>
          <a:lstStyle>
            <a:lvl1pPr algn="ctr">
              <a:defRPr sz="1000">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pic>
        <p:nvPicPr>
          <p:cNvPr id="18" name="Picture 17">
            <a:extLst>
              <a:ext uri="{FF2B5EF4-FFF2-40B4-BE49-F238E27FC236}">
                <a16:creationId xmlns:a16="http://schemas.microsoft.com/office/drawing/2014/main" id="{A63FBDC6-CCBD-4CF6-BF3E-E35BF6059355}"/>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344326" y="4737601"/>
            <a:ext cx="1635224" cy="86075"/>
          </a:xfrm>
          <a:prstGeom prst="rect">
            <a:avLst/>
          </a:prstGeom>
        </p:spPr>
      </p:pic>
    </p:spTree>
    <p:extLst>
      <p:ext uri="{BB962C8B-B14F-4D97-AF65-F5344CB8AC3E}">
        <p14:creationId xmlns:p14="http://schemas.microsoft.com/office/powerpoint/2010/main" val="914003365"/>
      </p:ext>
    </p:extLst>
  </p:cSld>
  <p:clrMapOvr>
    <a:masterClrMapping/>
  </p:clrMapOvr>
  <p:hf hdr="0" ftr="0" dt="0"/>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Quote / introduction">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pic>
        <p:nvPicPr>
          <p:cNvPr id="14" name="Graphic 13">
            <a:extLst>
              <a:ext uri="{FF2B5EF4-FFF2-40B4-BE49-F238E27FC236}">
                <a16:creationId xmlns:a16="http://schemas.microsoft.com/office/drawing/2014/main" id="{216A8707-C801-4CA7-B1F9-C70D227DA2F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83568" y="1275606"/>
            <a:ext cx="2800350" cy="2876550"/>
          </a:xfrm>
          <a:prstGeom prst="rect">
            <a:avLst/>
          </a:prstGeom>
        </p:spPr>
      </p:pic>
      <p:sp>
        <p:nvSpPr>
          <p:cNvPr id="28" name="Picture Placeholder 27">
            <a:extLst>
              <a:ext uri="{FF2B5EF4-FFF2-40B4-BE49-F238E27FC236}">
                <a16:creationId xmlns:a16="http://schemas.microsoft.com/office/drawing/2014/main" id="{FC669E8B-5A43-4A59-902A-196806AB450D}"/>
              </a:ext>
            </a:extLst>
          </p:cNvPr>
          <p:cNvSpPr>
            <a:spLocks noGrp="1"/>
          </p:cNvSpPr>
          <p:nvPr>
            <p:ph type="pic" sz="quarter" idx="10" hasCustomPrompt="1"/>
          </p:nvPr>
        </p:nvSpPr>
        <p:spPr>
          <a:xfrm>
            <a:off x="1017852" y="1676836"/>
            <a:ext cx="2160240" cy="2191059"/>
          </a:xfrm>
          <a:prstGeom prst="ellipse">
            <a:avLst/>
          </a:prstGeom>
        </p:spPr>
        <p:txBody>
          <a:bodyPr anchor="ctr"/>
          <a:lstStyle>
            <a:lvl1pPr marL="0" indent="0" algn="ctr">
              <a:buNone/>
              <a:defRPr/>
            </a:lvl1pPr>
          </a:lstStyle>
          <a:p>
            <a:r>
              <a:rPr lang="en-NL"/>
              <a:t>(Profile) picture</a:t>
            </a:r>
            <a:endParaRPr lang="nl-NL"/>
          </a:p>
        </p:txBody>
      </p:sp>
      <p:sp>
        <p:nvSpPr>
          <p:cNvPr id="30" name="Text Placeholder 29">
            <a:extLst>
              <a:ext uri="{FF2B5EF4-FFF2-40B4-BE49-F238E27FC236}">
                <a16:creationId xmlns:a16="http://schemas.microsoft.com/office/drawing/2014/main" id="{8534E393-1980-4118-B44E-F7555D2A492A}"/>
              </a:ext>
            </a:extLst>
          </p:cNvPr>
          <p:cNvSpPr>
            <a:spLocks noGrp="1"/>
          </p:cNvSpPr>
          <p:nvPr>
            <p:ph type="body" sz="quarter" idx="11" hasCustomPrompt="1"/>
          </p:nvPr>
        </p:nvSpPr>
        <p:spPr>
          <a:xfrm>
            <a:off x="4643438" y="1275606"/>
            <a:ext cx="3744912" cy="2877294"/>
          </a:xfrm>
        </p:spPr>
        <p:txBody>
          <a:bodyPr anchor="ctr"/>
          <a:lstStyle>
            <a:lvl1pPr marL="0" indent="0" algn="ctr">
              <a:buNone/>
              <a:defRPr b="0" i="1"/>
            </a:lvl1pPr>
          </a:lstStyle>
          <a:p>
            <a:pPr lvl="0"/>
            <a:r>
              <a:rPr lang="en-NL"/>
              <a:t>“Quote or introduction text”</a:t>
            </a:r>
            <a:endParaRPr lang="nl-NL"/>
          </a:p>
        </p:txBody>
      </p:sp>
      <p:sp>
        <p:nvSpPr>
          <p:cNvPr id="8" name="Slide Number Placeholder 5">
            <a:extLst>
              <a:ext uri="{FF2B5EF4-FFF2-40B4-BE49-F238E27FC236}">
                <a16:creationId xmlns:a16="http://schemas.microsoft.com/office/drawing/2014/main" id="{41BBAEF7-48EB-4085-B329-7E042F9F9EF3}"/>
              </a:ext>
            </a:extLst>
          </p:cNvPr>
          <p:cNvSpPr>
            <a:spLocks noGrp="1"/>
          </p:cNvSpPr>
          <p:nvPr>
            <p:ph type="sldNum" sz="quarter" idx="4"/>
          </p:nvPr>
        </p:nvSpPr>
        <p:spPr>
          <a:xfrm>
            <a:off x="4350366" y="4782569"/>
            <a:ext cx="443268" cy="216025"/>
          </a:xfrm>
          <a:prstGeom prst="rect">
            <a:avLst/>
          </a:prstGeom>
        </p:spPr>
        <p:txBody>
          <a:bodyPr vert="horz" lIns="91440" tIns="45720" rIns="91440" bIns="45720" rtlCol="0" anchor="ctr"/>
          <a:lstStyle>
            <a:lvl1pPr algn="ctr">
              <a:defRPr sz="1000">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853738936"/>
      </p:ext>
    </p:extLst>
  </p:cSld>
  <p:clrMapOvr>
    <a:masterClrMapping/>
  </p:clrMapOvr>
  <p:hf hdr="0" ftr="0" dt="0"/>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Options Layout">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0" y="123478"/>
            <a:ext cx="69239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pic>
        <p:nvPicPr>
          <p:cNvPr id="20" name="Graphic 19" hidden="1">
            <a:extLst>
              <a:ext uri="{FF2B5EF4-FFF2-40B4-BE49-F238E27FC236}">
                <a16:creationId xmlns:a16="http://schemas.microsoft.com/office/drawing/2014/main" id="{C59096D5-C337-4446-87A7-DC46BD19048C}"/>
              </a:ext>
            </a:extLst>
          </p:cNvPr>
          <p:cNvPicPr>
            <a:picLocks noChangeAspect="1"/>
          </p:cNvPicPr>
          <p:nvPr userDrawn="1"/>
        </p:nvPicPr>
        <p:blipFill>
          <a:blip r:embed="rId3">
            <a:extLst>
              <a:ext uri="{96DAC541-7B7A-43D3-8B79-37D633B846F1}">
                <asvg:svgBlip xmlns:asvg="http://schemas.microsoft.com/office/drawing/2016/SVG/main" r:embed="rId4"/>
              </a:ext>
            </a:extLst>
          </a:blip>
          <a:srcRect r="11248" b="27193"/>
          <a:stretch>
            <a:fillRect/>
          </a:stretch>
        </p:blipFill>
        <p:spPr>
          <a:xfrm rot="14400000" flipH="1">
            <a:off x="5547044" y="495047"/>
            <a:ext cx="5223990" cy="4402095"/>
          </a:xfrm>
          <a:custGeom>
            <a:avLst/>
            <a:gdLst>
              <a:gd name="connsiteX0" fmla="*/ 0 w 5223990"/>
              <a:gd name="connsiteY0" fmla="*/ 3069128 h 4402095"/>
              <a:gd name="connsiteX1" fmla="*/ 769589 w 5223990"/>
              <a:gd name="connsiteY1" fmla="*/ 4402095 h 4402095"/>
              <a:gd name="connsiteX2" fmla="*/ 5223990 w 5223990"/>
              <a:gd name="connsiteY2" fmla="*/ 1830346 h 4402095"/>
              <a:gd name="connsiteX3" fmla="*/ 4167239 w 5223990"/>
              <a:gd name="connsiteY3" fmla="*/ 0 h 4402095"/>
              <a:gd name="connsiteX4" fmla="*/ 0 w 5223990"/>
              <a:gd name="connsiteY4" fmla="*/ 0 h 44020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3990" h="4402095">
                <a:moveTo>
                  <a:pt x="0" y="3069128"/>
                </a:moveTo>
                <a:lnTo>
                  <a:pt x="769589" y="4402095"/>
                </a:lnTo>
                <a:lnTo>
                  <a:pt x="5223990" y="1830346"/>
                </a:lnTo>
                <a:lnTo>
                  <a:pt x="4167239" y="0"/>
                </a:lnTo>
                <a:lnTo>
                  <a:pt x="0" y="0"/>
                </a:lnTo>
                <a:close/>
              </a:path>
            </a:pathLst>
          </a:custGeom>
        </p:spPr>
      </p:pic>
      <p:sp>
        <p:nvSpPr>
          <p:cNvPr id="21" name="Text Placeholder 8">
            <a:extLst>
              <a:ext uri="{FF2B5EF4-FFF2-40B4-BE49-F238E27FC236}">
                <a16:creationId xmlns:a16="http://schemas.microsoft.com/office/drawing/2014/main" id="{C8EC1F9C-E758-413D-8FB0-843125B1E973}"/>
              </a:ext>
            </a:extLst>
          </p:cNvPr>
          <p:cNvSpPr>
            <a:spLocks noGrp="1"/>
          </p:cNvSpPr>
          <p:nvPr>
            <p:ph type="body" sz="quarter" idx="15" hasCustomPrompt="1"/>
          </p:nvPr>
        </p:nvSpPr>
        <p:spPr>
          <a:xfrm>
            <a:off x="240300" y="1273480"/>
            <a:ext cx="5555836" cy="720080"/>
          </a:xfrm>
          <a:noFill/>
        </p:spPr>
        <p:txBody>
          <a:bodyPr anchor="ctr"/>
          <a:lstStyle>
            <a:lvl1pPr marL="0" indent="0">
              <a:buNone/>
              <a:defRPr>
                <a:solidFill>
                  <a:schemeClr val="tx1"/>
                </a:solidFill>
              </a:defRPr>
            </a:lvl1pPr>
          </a:lstStyle>
          <a:p>
            <a:pPr lvl="0"/>
            <a:r>
              <a:rPr lang="en-NL"/>
              <a:t>Text</a:t>
            </a:r>
            <a:endParaRPr lang="nl-NL"/>
          </a:p>
        </p:txBody>
      </p:sp>
      <p:sp>
        <p:nvSpPr>
          <p:cNvPr id="22" name="Text Placeholder 8">
            <a:extLst>
              <a:ext uri="{FF2B5EF4-FFF2-40B4-BE49-F238E27FC236}">
                <a16:creationId xmlns:a16="http://schemas.microsoft.com/office/drawing/2014/main" id="{631E2BE4-720A-429F-A8AE-8612591DCC36}"/>
              </a:ext>
            </a:extLst>
          </p:cNvPr>
          <p:cNvSpPr>
            <a:spLocks noGrp="1"/>
          </p:cNvSpPr>
          <p:nvPr>
            <p:ph type="body" sz="quarter" idx="16" hasCustomPrompt="1"/>
          </p:nvPr>
        </p:nvSpPr>
        <p:spPr>
          <a:xfrm>
            <a:off x="240300" y="2337652"/>
            <a:ext cx="5339812" cy="720080"/>
          </a:xfrm>
          <a:noFill/>
        </p:spPr>
        <p:txBody>
          <a:bodyPr anchor="ctr"/>
          <a:lstStyle>
            <a:lvl1pPr marL="0" indent="0">
              <a:buNone/>
              <a:defRPr>
                <a:solidFill>
                  <a:schemeClr val="tx1"/>
                </a:solidFill>
              </a:defRPr>
            </a:lvl1pPr>
          </a:lstStyle>
          <a:p>
            <a:pPr lvl="0"/>
            <a:r>
              <a:rPr lang="en-NL"/>
              <a:t>Text</a:t>
            </a:r>
            <a:endParaRPr lang="nl-NL"/>
          </a:p>
        </p:txBody>
      </p:sp>
      <p:sp>
        <p:nvSpPr>
          <p:cNvPr id="23" name="Text Placeholder 8">
            <a:extLst>
              <a:ext uri="{FF2B5EF4-FFF2-40B4-BE49-F238E27FC236}">
                <a16:creationId xmlns:a16="http://schemas.microsoft.com/office/drawing/2014/main" id="{3062419C-5F18-437C-99D2-BFD174454D0D}"/>
              </a:ext>
            </a:extLst>
          </p:cNvPr>
          <p:cNvSpPr>
            <a:spLocks noGrp="1"/>
          </p:cNvSpPr>
          <p:nvPr>
            <p:ph type="body" sz="quarter" idx="17" hasCustomPrompt="1"/>
          </p:nvPr>
        </p:nvSpPr>
        <p:spPr>
          <a:xfrm>
            <a:off x="240300" y="3401824"/>
            <a:ext cx="5600232" cy="720080"/>
          </a:xfrm>
          <a:noFill/>
        </p:spPr>
        <p:txBody>
          <a:bodyPr anchor="ctr"/>
          <a:lstStyle>
            <a:lvl1pPr marL="0" indent="0">
              <a:buNone/>
              <a:defRPr>
                <a:solidFill>
                  <a:schemeClr val="tx1"/>
                </a:solidFill>
              </a:defRPr>
            </a:lvl1pPr>
          </a:lstStyle>
          <a:p>
            <a:pPr lvl="0"/>
            <a:r>
              <a:rPr lang="en-NL"/>
              <a:t>Text</a:t>
            </a:r>
            <a:endParaRPr lang="nl-NL"/>
          </a:p>
        </p:txBody>
      </p:sp>
      <p:pic>
        <p:nvPicPr>
          <p:cNvPr id="32" name="Graphic 31">
            <a:extLst>
              <a:ext uri="{FF2B5EF4-FFF2-40B4-BE49-F238E27FC236}">
                <a16:creationId xmlns:a16="http://schemas.microsoft.com/office/drawing/2014/main" id="{C7BAD1B0-AA50-492D-8E57-B754C31BFE4C}"/>
              </a:ext>
            </a:extLst>
          </p:cNvPr>
          <p:cNvPicPr>
            <a:picLocks noChangeAspect="1"/>
          </p:cNvPicPr>
          <p:nvPr userDrawn="1"/>
        </p:nvPicPr>
        <p:blipFill>
          <a:blip r:embed="rId5">
            <a:extLst>
              <a:ext uri="{96DAC541-7B7A-43D3-8B79-37D633B846F1}">
                <asvg:svgBlip xmlns:asvg="http://schemas.microsoft.com/office/drawing/2016/SVG/main" r:embed="rId6"/>
              </a:ext>
            </a:extLst>
          </a:blip>
          <a:srcRect l="2212"/>
          <a:stretch>
            <a:fillRect/>
          </a:stretch>
        </p:blipFill>
        <p:spPr>
          <a:xfrm rot="11851314">
            <a:off x="6068730" y="766907"/>
            <a:ext cx="3737291" cy="3821819"/>
          </a:xfrm>
          <a:custGeom>
            <a:avLst/>
            <a:gdLst>
              <a:gd name="connsiteX0" fmla="*/ 3737291 w 3737291"/>
              <a:gd name="connsiteY0" fmla="*/ 3821819 h 3821819"/>
              <a:gd name="connsiteX1" fmla="*/ 1206621 w 3737291"/>
              <a:gd name="connsiteY1" fmla="*/ 3821819 h 3821819"/>
              <a:gd name="connsiteX2" fmla="*/ 0 w 3737291"/>
              <a:gd name="connsiteY2" fmla="*/ 0 h 3821819"/>
              <a:gd name="connsiteX3" fmla="*/ 3737291 w 3737291"/>
              <a:gd name="connsiteY3" fmla="*/ 0 h 3821819"/>
            </a:gdLst>
            <a:ahLst/>
            <a:cxnLst>
              <a:cxn ang="0">
                <a:pos x="connsiteX0" y="connsiteY0"/>
              </a:cxn>
              <a:cxn ang="0">
                <a:pos x="connsiteX1" y="connsiteY1"/>
              </a:cxn>
              <a:cxn ang="0">
                <a:pos x="connsiteX2" y="connsiteY2"/>
              </a:cxn>
              <a:cxn ang="0">
                <a:pos x="connsiteX3" y="connsiteY3"/>
              </a:cxn>
            </a:cxnLst>
            <a:rect l="l" t="t" r="r" b="b"/>
            <a:pathLst>
              <a:path w="3737291" h="3821819">
                <a:moveTo>
                  <a:pt x="3737291" y="3821819"/>
                </a:moveTo>
                <a:lnTo>
                  <a:pt x="1206621" y="3821819"/>
                </a:lnTo>
                <a:lnTo>
                  <a:pt x="0" y="0"/>
                </a:lnTo>
                <a:lnTo>
                  <a:pt x="3737291" y="0"/>
                </a:lnTo>
                <a:close/>
              </a:path>
            </a:pathLst>
          </a:custGeom>
        </p:spPr>
      </p:pic>
      <p:sp>
        <p:nvSpPr>
          <p:cNvPr id="17" name="Oval 16">
            <a:extLst>
              <a:ext uri="{FF2B5EF4-FFF2-40B4-BE49-F238E27FC236}">
                <a16:creationId xmlns:a16="http://schemas.microsoft.com/office/drawing/2014/main" id="{2CAC2347-445A-400B-892A-A1196D6315F9}"/>
              </a:ext>
            </a:extLst>
          </p:cNvPr>
          <p:cNvSpPr/>
          <p:nvPr userDrawn="1"/>
        </p:nvSpPr>
        <p:spPr>
          <a:xfrm>
            <a:off x="6228184" y="1368394"/>
            <a:ext cx="530252" cy="530252"/>
          </a:xfrm>
          <a:prstGeom prst="ellipse">
            <a:avLst/>
          </a:prstGeom>
          <a:gradFill>
            <a:gsLst>
              <a:gs pos="0">
                <a:schemeClr val="accent3"/>
              </a:gs>
              <a:gs pos="100000">
                <a:schemeClr val="accent1"/>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5" name="Oval 24">
            <a:extLst>
              <a:ext uri="{FF2B5EF4-FFF2-40B4-BE49-F238E27FC236}">
                <a16:creationId xmlns:a16="http://schemas.microsoft.com/office/drawing/2014/main" id="{CF9BA74C-8954-42BE-93D8-988D060348DF}"/>
              </a:ext>
            </a:extLst>
          </p:cNvPr>
          <p:cNvSpPr/>
          <p:nvPr userDrawn="1"/>
        </p:nvSpPr>
        <p:spPr>
          <a:xfrm>
            <a:off x="5963059" y="2419989"/>
            <a:ext cx="530252" cy="530252"/>
          </a:xfrm>
          <a:prstGeom prst="ellipse">
            <a:avLst/>
          </a:prstGeom>
          <a:gradFill>
            <a:gsLst>
              <a:gs pos="0">
                <a:schemeClr val="accent3"/>
              </a:gs>
              <a:gs pos="100000">
                <a:schemeClr val="accent1"/>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6" name="Oval 25">
            <a:extLst>
              <a:ext uri="{FF2B5EF4-FFF2-40B4-BE49-F238E27FC236}">
                <a16:creationId xmlns:a16="http://schemas.microsoft.com/office/drawing/2014/main" id="{DC244F36-13CF-4258-B766-CE5A80DBC35E}"/>
              </a:ext>
            </a:extLst>
          </p:cNvPr>
          <p:cNvSpPr/>
          <p:nvPr userDrawn="1"/>
        </p:nvSpPr>
        <p:spPr>
          <a:xfrm>
            <a:off x="6268816" y="3471583"/>
            <a:ext cx="530252" cy="530252"/>
          </a:xfrm>
          <a:prstGeom prst="ellipse">
            <a:avLst/>
          </a:prstGeom>
          <a:gradFill>
            <a:gsLst>
              <a:gs pos="0">
                <a:schemeClr val="accent3"/>
              </a:gs>
              <a:gs pos="100000">
                <a:schemeClr val="accent1"/>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Slide Number Placeholder 5">
            <a:extLst>
              <a:ext uri="{FF2B5EF4-FFF2-40B4-BE49-F238E27FC236}">
                <a16:creationId xmlns:a16="http://schemas.microsoft.com/office/drawing/2014/main" id="{36EB0DB5-9871-4D53-8B5F-3BCD64D73E75}"/>
              </a:ext>
            </a:extLst>
          </p:cNvPr>
          <p:cNvSpPr>
            <a:spLocks noGrp="1"/>
          </p:cNvSpPr>
          <p:nvPr>
            <p:ph type="sldNum" sz="quarter" idx="4"/>
          </p:nvPr>
        </p:nvSpPr>
        <p:spPr>
          <a:xfrm>
            <a:off x="4350366" y="4782569"/>
            <a:ext cx="443268" cy="216025"/>
          </a:xfrm>
          <a:prstGeom prst="rect">
            <a:avLst/>
          </a:prstGeom>
        </p:spPr>
        <p:txBody>
          <a:bodyPr vert="horz" lIns="91440" tIns="45720" rIns="91440" bIns="45720" rtlCol="0" anchor="ctr"/>
          <a:lstStyle>
            <a:lvl1pPr algn="ctr">
              <a:defRPr sz="1000">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305410371"/>
      </p:ext>
    </p:extLst>
  </p:cSld>
  <p:clrMapOvr>
    <a:masterClrMapping/>
  </p:clrMapOvr>
  <p:hf hdr="0" ftr="0" dt="0"/>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Highlights with image placeholders">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pic>
        <p:nvPicPr>
          <p:cNvPr id="12" name="Graphic 11">
            <a:extLst>
              <a:ext uri="{FF2B5EF4-FFF2-40B4-BE49-F238E27FC236}">
                <a16:creationId xmlns:a16="http://schemas.microsoft.com/office/drawing/2014/main" id="{2FFB3B51-127F-4FA8-AC33-AED534FA0A7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298351" y="1422076"/>
            <a:ext cx="1321419" cy="1321419"/>
          </a:xfrm>
          <a:prstGeom prst="rect">
            <a:avLst/>
          </a:prstGeom>
        </p:spPr>
      </p:pic>
      <p:sp>
        <p:nvSpPr>
          <p:cNvPr id="13" name="Picture Placeholder 27">
            <a:extLst>
              <a:ext uri="{FF2B5EF4-FFF2-40B4-BE49-F238E27FC236}">
                <a16:creationId xmlns:a16="http://schemas.microsoft.com/office/drawing/2014/main" id="{800CAE10-8230-45EB-B78E-22EC7BAD5A93}"/>
              </a:ext>
            </a:extLst>
          </p:cNvPr>
          <p:cNvSpPr>
            <a:spLocks noGrp="1"/>
          </p:cNvSpPr>
          <p:nvPr>
            <p:ph type="pic" sz="quarter" idx="11" hasCustomPrompt="1"/>
          </p:nvPr>
        </p:nvSpPr>
        <p:spPr>
          <a:xfrm>
            <a:off x="346836" y="1439459"/>
            <a:ext cx="1260000" cy="1260000"/>
          </a:xfrm>
          <a:prstGeom prst="ellipse">
            <a:avLst/>
          </a:prstGeom>
        </p:spPr>
        <p:txBody>
          <a:bodyPr anchor="ctr"/>
          <a:lstStyle>
            <a:lvl1pPr marL="0" indent="0" algn="ctr">
              <a:buNone/>
              <a:defRPr sz="1200"/>
            </a:lvl1pPr>
          </a:lstStyle>
          <a:p>
            <a:r>
              <a:rPr lang="en-NL"/>
              <a:t>(Profile) picture</a:t>
            </a:r>
            <a:endParaRPr lang="nl-NL"/>
          </a:p>
        </p:txBody>
      </p:sp>
      <p:pic>
        <p:nvPicPr>
          <p:cNvPr id="16" name="Graphic 15">
            <a:extLst>
              <a:ext uri="{FF2B5EF4-FFF2-40B4-BE49-F238E27FC236}">
                <a16:creationId xmlns:a16="http://schemas.microsoft.com/office/drawing/2014/main" id="{8FDDF4BE-1C87-4636-93B4-ED8B1EFFDA8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293827" y="3051757"/>
            <a:ext cx="1321419" cy="1321419"/>
          </a:xfrm>
          <a:prstGeom prst="rect">
            <a:avLst/>
          </a:prstGeom>
        </p:spPr>
      </p:pic>
      <p:sp>
        <p:nvSpPr>
          <p:cNvPr id="17" name="Picture Placeholder 27">
            <a:extLst>
              <a:ext uri="{FF2B5EF4-FFF2-40B4-BE49-F238E27FC236}">
                <a16:creationId xmlns:a16="http://schemas.microsoft.com/office/drawing/2014/main" id="{FEC3C9EC-FEA2-44AE-9011-8B8C8F79AC82}"/>
              </a:ext>
            </a:extLst>
          </p:cNvPr>
          <p:cNvSpPr>
            <a:spLocks noGrp="1"/>
          </p:cNvSpPr>
          <p:nvPr>
            <p:ph type="pic" sz="quarter" idx="12" hasCustomPrompt="1"/>
          </p:nvPr>
        </p:nvSpPr>
        <p:spPr>
          <a:xfrm>
            <a:off x="342312" y="3069140"/>
            <a:ext cx="1260000" cy="1260000"/>
          </a:xfrm>
          <a:prstGeom prst="ellipse">
            <a:avLst/>
          </a:prstGeom>
        </p:spPr>
        <p:txBody>
          <a:bodyPr anchor="ctr"/>
          <a:lstStyle>
            <a:lvl1pPr marL="0" indent="0" algn="ctr">
              <a:buNone/>
              <a:defRPr sz="1200"/>
            </a:lvl1pPr>
          </a:lstStyle>
          <a:p>
            <a:r>
              <a:rPr lang="en-NL"/>
              <a:t>(Profile) picture</a:t>
            </a:r>
            <a:endParaRPr lang="nl-NL"/>
          </a:p>
        </p:txBody>
      </p:sp>
      <p:pic>
        <p:nvPicPr>
          <p:cNvPr id="18" name="Graphic 17">
            <a:extLst>
              <a:ext uri="{FF2B5EF4-FFF2-40B4-BE49-F238E27FC236}">
                <a16:creationId xmlns:a16="http://schemas.microsoft.com/office/drawing/2014/main" id="{7D17A4F6-F6D5-451E-965E-50E54FF5D56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03834" y="1422076"/>
            <a:ext cx="1321419" cy="1321419"/>
          </a:xfrm>
          <a:prstGeom prst="rect">
            <a:avLst/>
          </a:prstGeom>
        </p:spPr>
      </p:pic>
      <p:sp>
        <p:nvSpPr>
          <p:cNvPr id="19" name="Picture Placeholder 27">
            <a:extLst>
              <a:ext uri="{FF2B5EF4-FFF2-40B4-BE49-F238E27FC236}">
                <a16:creationId xmlns:a16="http://schemas.microsoft.com/office/drawing/2014/main" id="{30C16A5B-6166-4596-8F85-752DB8C3FDB1}"/>
              </a:ext>
            </a:extLst>
          </p:cNvPr>
          <p:cNvSpPr>
            <a:spLocks noGrp="1"/>
          </p:cNvSpPr>
          <p:nvPr>
            <p:ph type="pic" sz="quarter" idx="13" hasCustomPrompt="1"/>
          </p:nvPr>
        </p:nvSpPr>
        <p:spPr>
          <a:xfrm>
            <a:off x="7421100" y="1470679"/>
            <a:ext cx="1260000" cy="1260000"/>
          </a:xfrm>
          <a:prstGeom prst="ellipse">
            <a:avLst/>
          </a:prstGeom>
        </p:spPr>
        <p:txBody>
          <a:bodyPr anchor="ctr"/>
          <a:lstStyle>
            <a:lvl1pPr marL="0" indent="0" algn="ctr">
              <a:buNone/>
              <a:defRPr sz="1200"/>
            </a:lvl1pPr>
          </a:lstStyle>
          <a:p>
            <a:r>
              <a:rPr lang="en-NL"/>
              <a:t>(Profile) picture</a:t>
            </a:r>
            <a:endParaRPr lang="nl-NL"/>
          </a:p>
        </p:txBody>
      </p:sp>
      <p:pic>
        <p:nvPicPr>
          <p:cNvPr id="20" name="Graphic 19">
            <a:extLst>
              <a:ext uri="{FF2B5EF4-FFF2-40B4-BE49-F238E27FC236}">
                <a16:creationId xmlns:a16="http://schemas.microsoft.com/office/drawing/2014/main" id="{997418CF-1C11-4123-B554-CBFAC99BDF5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03834" y="3108626"/>
            <a:ext cx="1321419" cy="1321419"/>
          </a:xfrm>
          <a:prstGeom prst="rect">
            <a:avLst/>
          </a:prstGeom>
        </p:spPr>
      </p:pic>
      <p:sp>
        <p:nvSpPr>
          <p:cNvPr id="21" name="Picture Placeholder 27">
            <a:extLst>
              <a:ext uri="{FF2B5EF4-FFF2-40B4-BE49-F238E27FC236}">
                <a16:creationId xmlns:a16="http://schemas.microsoft.com/office/drawing/2014/main" id="{86245CFD-5F89-4DA0-B22C-70B99D181DFE}"/>
              </a:ext>
            </a:extLst>
          </p:cNvPr>
          <p:cNvSpPr>
            <a:spLocks noGrp="1"/>
          </p:cNvSpPr>
          <p:nvPr>
            <p:ph type="pic" sz="quarter" idx="14" hasCustomPrompt="1"/>
          </p:nvPr>
        </p:nvSpPr>
        <p:spPr>
          <a:xfrm>
            <a:off x="7421100" y="3152769"/>
            <a:ext cx="1260000" cy="1260000"/>
          </a:xfrm>
          <a:prstGeom prst="ellipse">
            <a:avLst/>
          </a:prstGeom>
        </p:spPr>
        <p:txBody>
          <a:bodyPr anchor="ctr"/>
          <a:lstStyle>
            <a:lvl1pPr marL="0" indent="0" algn="ctr">
              <a:buNone/>
              <a:defRPr sz="1200"/>
            </a:lvl1pPr>
          </a:lstStyle>
          <a:p>
            <a:r>
              <a:rPr lang="en-NL"/>
              <a:t>(Profile) picture</a:t>
            </a:r>
            <a:endParaRPr lang="nl-NL"/>
          </a:p>
        </p:txBody>
      </p:sp>
      <p:sp>
        <p:nvSpPr>
          <p:cNvPr id="22" name="Text Placeholder 8">
            <a:extLst>
              <a:ext uri="{FF2B5EF4-FFF2-40B4-BE49-F238E27FC236}">
                <a16:creationId xmlns:a16="http://schemas.microsoft.com/office/drawing/2014/main" id="{8CDAC0BB-0631-45A0-8618-2E7D8F5CC305}"/>
              </a:ext>
            </a:extLst>
          </p:cNvPr>
          <p:cNvSpPr>
            <a:spLocks noGrp="1"/>
          </p:cNvSpPr>
          <p:nvPr>
            <p:ph type="body" sz="quarter" idx="15" hasCustomPrompt="1"/>
          </p:nvPr>
        </p:nvSpPr>
        <p:spPr>
          <a:xfrm>
            <a:off x="1821471" y="1422076"/>
            <a:ext cx="2534506" cy="1321418"/>
          </a:xfrm>
          <a:noFill/>
        </p:spPr>
        <p:txBody>
          <a:bodyPr anchor="ctr"/>
          <a:lstStyle>
            <a:lvl1pPr marL="0" indent="0">
              <a:buNone/>
              <a:defRPr>
                <a:solidFill>
                  <a:schemeClr val="tx1"/>
                </a:solidFill>
              </a:defRPr>
            </a:lvl1pPr>
          </a:lstStyle>
          <a:p>
            <a:pPr lvl="0"/>
            <a:r>
              <a:rPr lang="en-NL"/>
              <a:t>Text</a:t>
            </a:r>
            <a:endParaRPr lang="nl-NL"/>
          </a:p>
        </p:txBody>
      </p:sp>
      <p:sp>
        <p:nvSpPr>
          <p:cNvPr id="23" name="Text Placeholder 8">
            <a:extLst>
              <a:ext uri="{FF2B5EF4-FFF2-40B4-BE49-F238E27FC236}">
                <a16:creationId xmlns:a16="http://schemas.microsoft.com/office/drawing/2014/main" id="{2D73EE44-94C4-48E1-A529-1D7C2EBBAC34}"/>
              </a:ext>
            </a:extLst>
          </p:cNvPr>
          <p:cNvSpPr>
            <a:spLocks noGrp="1"/>
          </p:cNvSpPr>
          <p:nvPr>
            <p:ph type="body" sz="quarter" idx="16" hasCustomPrompt="1"/>
          </p:nvPr>
        </p:nvSpPr>
        <p:spPr>
          <a:xfrm>
            <a:off x="4670910" y="1425132"/>
            <a:ext cx="2534506" cy="1321418"/>
          </a:xfrm>
          <a:noFill/>
        </p:spPr>
        <p:txBody>
          <a:bodyPr anchor="ctr"/>
          <a:lstStyle>
            <a:lvl1pPr marL="0" indent="0">
              <a:buNone/>
              <a:defRPr>
                <a:solidFill>
                  <a:schemeClr val="tx1"/>
                </a:solidFill>
              </a:defRPr>
            </a:lvl1pPr>
          </a:lstStyle>
          <a:p>
            <a:pPr lvl="0"/>
            <a:r>
              <a:rPr lang="en-NL"/>
              <a:t>Text</a:t>
            </a:r>
            <a:endParaRPr lang="nl-NL"/>
          </a:p>
        </p:txBody>
      </p:sp>
      <p:sp>
        <p:nvSpPr>
          <p:cNvPr id="24" name="Text Placeholder 8">
            <a:extLst>
              <a:ext uri="{FF2B5EF4-FFF2-40B4-BE49-F238E27FC236}">
                <a16:creationId xmlns:a16="http://schemas.microsoft.com/office/drawing/2014/main" id="{05318E5A-EED2-4376-A158-60FB42D6976B}"/>
              </a:ext>
            </a:extLst>
          </p:cNvPr>
          <p:cNvSpPr>
            <a:spLocks noGrp="1"/>
          </p:cNvSpPr>
          <p:nvPr>
            <p:ph type="body" sz="quarter" idx="17" hasCustomPrompt="1"/>
          </p:nvPr>
        </p:nvSpPr>
        <p:spPr>
          <a:xfrm>
            <a:off x="1830371" y="3051757"/>
            <a:ext cx="2534506" cy="1321418"/>
          </a:xfrm>
          <a:noFill/>
        </p:spPr>
        <p:txBody>
          <a:bodyPr anchor="ctr"/>
          <a:lstStyle>
            <a:lvl1pPr marL="0" indent="0">
              <a:buNone/>
              <a:defRPr>
                <a:solidFill>
                  <a:schemeClr val="tx1"/>
                </a:solidFill>
              </a:defRPr>
            </a:lvl1pPr>
          </a:lstStyle>
          <a:p>
            <a:pPr lvl="0"/>
            <a:r>
              <a:rPr lang="en-NL"/>
              <a:t>Text</a:t>
            </a:r>
            <a:endParaRPr lang="nl-NL"/>
          </a:p>
        </p:txBody>
      </p:sp>
      <p:sp>
        <p:nvSpPr>
          <p:cNvPr id="25" name="Text Placeholder 8">
            <a:extLst>
              <a:ext uri="{FF2B5EF4-FFF2-40B4-BE49-F238E27FC236}">
                <a16:creationId xmlns:a16="http://schemas.microsoft.com/office/drawing/2014/main" id="{9E1D310E-B14E-4A84-BA3E-0A97FFE3C3BA}"/>
              </a:ext>
            </a:extLst>
          </p:cNvPr>
          <p:cNvSpPr>
            <a:spLocks noGrp="1"/>
          </p:cNvSpPr>
          <p:nvPr>
            <p:ph type="body" sz="quarter" idx="18" hasCustomPrompt="1"/>
          </p:nvPr>
        </p:nvSpPr>
        <p:spPr>
          <a:xfrm>
            <a:off x="4672356" y="3051757"/>
            <a:ext cx="2534506" cy="1321418"/>
          </a:xfrm>
          <a:noFill/>
        </p:spPr>
        <p:txBody>
          <a:bodyPr anchor="ctr"/>
          <a:lstStyle>
            <a:lvl1pPr marL="0" indent="0">
              <a:buNone/>
              <a:defRPr>
                <a:solidFill>
                  <a:schemeClr val="tx1"/>
                </a:solidFill>
              </a:defRPr>
            </a:lvl1pPr>
          </a:lstStyle>
          <a:p>
            <a:pPr lvl="0"/>
            <a:r>
              <a:rPr lang="en-NL"/>
              <a:t>Text</a:t>
            </a:r>
            <a:endParaRPr lang="nl-NL"/>
          </a:p>
        </p:txBody>
      </p:sp>
      <p:sp>
        <p:nvSpPr>
          <p:cNvPr id="26" name="Slide Number Placeholder 5">
            <a:extLst>
              <a:ext uri="{FF2B5EF4-FFF2-40B4-BE49-F238E27FC236}">
                <a16:creationId xmlns:a16="http://schemas.microsoft.com/office/drawing/2014/main" id="{FF0808CC-B220-4DD1-AE54-FFBBAE0648FD}"/>
              </a:ext>
            </a:extLst>
          </p:cNvPr>
          <p:cNvSpPr>
            <a:spLocks noGrp="1"/>
          </p:cNvSpPr>
          <p:nvPr>
            <p:ph type="sldNum" sz="quarter" idx="4"/>
          </p:nvPr>
        </p:nvSpPr>
        <p:spPr>
          <a:xfrm>
            <a:off x="4350366" y="4782569"/>
            <a:ext cx="443268" cy="216025"/>
          </a:xfrm>
          <a:prstGeom prst="rect">
            <a:avLst/>
          </a:prstGeom>
        </p:spPr>
        <p:txBody>
          <a:bodyPr vert="horz" lIns="91440" tIns="45720" rIns="91440" bIns="45720" rtlCol="0" anchor="ctr"/>
          <a:lstStyle>
            <a:lvl1pPr algn="ctr">
              <a:defRPr sz="1000">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093187203"/>
      </p:ext>
    </p:extLst>
  </p:cSld>
  <p:clrMapOvr>
    <a:masterClrMapping/>
  </p:clrMapOvr>
  <p:hf hdr="0" ftr="0" dt="0"/>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Highlights with image placeholders (extended)">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pic>
        <p:nvPicPr>
          <p:cNvPr id="12" name="Graphic 11">
            <a:extLst>
              <a:ext uri="{FF2B5EF4-FFF2-40B4-BE49-F238E27FC236}">
                <a16:creationId xmlns:a16="http://schemas.microsoft.com/office/drawing/2014/main" id="{2FFB3B51-127F-4FA8-AC33-AED534FA0A7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298351" y="1066132"/>
            <a:ext cx="1321419" cy="1321419"/>
          </a:xfrm>
          <a:prstGeom prst="rect">
            <a:avLst/>
          </a:prstGeom>
        </p:spPr>
      </p:pic>
      <p:sp>
        <p:nvSpPr>
          <p:cNvPr id="13" name="Picture Placeholder 27">
            <a:extLst>
              <a:ext uri="{FF2B5EF4-FFF2-40B4-BE49-F238E27FC236}">
                <a16:creationId xmlns:a16="http://schemas.microsoft.com/office/drawing/2014/main" id="{800CAE10-8230-45EB-B78E-22EC7BAD5A93}"/>
              </a:ext>
            </a:extLst>
          </p:cNvPr>
          <p:cNvSpPr>
            <a:spLocks noGrp="1"/>
          </p:cNvSpPr>
          <p:nvPr>
            <p:ph type="pic" sz="quarter" idx="11" hasCustomPrompt="1"/>
          </p:nvPr>
        </p:nvSpPr>
        <p:spPr>
          <a:xfrm>
            <a:off x="346836" y="1083515"/>
            <a:ext cx="1260000" cy="1260000"/>
          </a:xfrm>
          <a:prstGeom prst="ellipse">
            <a:avLst/>
          </a:prstGeom>
        </p:spPr>
        <p:txBody>
          <a:bodyPr anchor="ctr"/>
          <a:lstStyle>
            <a:lvl1pPr marL="0" indent="0" algn="ctr">
              <a:buNone/>
              <a:defRPr sz="1200"/>
            </a:lvl1pPr>
          </a:lstStyle>
          <a:p>
            <a:r>
              <a:rPr lang="en-NL"/>
              <a:t>(Profile) picture</a:t>
            </a:r>
            <a:endParaRPr lang="nl-NL"/>
          </a:p>
        </p:txBody>
      </p:sp>
      <p:pic>
        <p:nvPicPr>
          <p:cNvPr id="16" name="Graphic 15">
            <a:extLst>
              <a:ext uri="{FF2B5EF4-FFF2-40B4-BE49-F238E27FC236}">
                <a16:creationId xmlns:a16="http://schemas.microsoft.com/office/drawing/2014/main" id="{8FDDF4BE-1C87-4636-93B4-ED8B1EFFDA8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5099579" y="1082689"/>
            <a:ext cx="1321419" cy="1321419"/>
          </a:xfrm>
          <a:prstGeom prst="rect">
            <a:avLst/>
          </a:prstGeom>
        </p:spPr>
      </p:pic>
      <p:sp>
        <p:nvSpPr>
          <p:cNvPr id="17" name="Picture Placeholder 27">
            <a:extLst>
              <a:ext uri="{FF2B5EF4-FFF2-40B4-BE49-F238E27FC236}">
                <a16:creationId xmlns:a16="http://schemas.microsoft.com/office/drawing/2014/main" id="{FEC3C9EC-FEA2-44AE-9011-8B8C8F79AC82}"/>
              </a:ext>
            </a:extLst>
          </p:cNvPr>
          <p:cNvSpPr>
            <a:spLocks noGrp="1"/>
          </p:cNvSpPr>
          <p:nvPr>
            <p:ph type="pic" sz="quarter" idx="12" hasCustomPrompt="1"/>
          </p:nvPr>
        </p:nvSpPr>
        <p:spPr>
          <a:xfrm>
            <a:off x="5148064" y="1100073"/>
            <a:ext cx="1260000" cy="1260000"/>
          </a:xfrm>
          <a:prstGeom prst="ellipse">
            <a:avLst/>
          </a:prstGeom>
        </p:spPr>
        <p:txBody>
          <a:bodyPr anchor="ctr"/>
          <a:lstStyle>
            <a:lvl1pPr marL="0" indent="0" algn="ctr">
              <a:buNone/>
              <a:defRPr sz="1200"/>
            </a:lvl1pPr>
          </a:lstStyle>
          <a:p>
            <a:r>
              <a:rPr lang="en-NL"/>
              <a:t>(Profile) picture</a:t>
            </a:r>
            <a:endParaRPr lang="nl-NL"/>
          </a:p>
        </p:txBody>
      </p:sp>
      <p:pic>
        <p:nvPicPr>
          <p:cNvPr id="18" name="Graphic 17">
            <a:extLst>
              <a:ext uri="{FF2B5EF4-FFF2-40B4-BE49-F238E27FC236}">
                <a16:creationId xmlns:a16="http://schemas.microsoft.com/office/drawing/2014/main" id="{7D17A4F6-F6D5-451E-965E-50E54FF5D56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81699" y="1054241"/>
            <a:ext cx="1321419" cy="1321419"/>
          </a:xfrm>
          <a:prstGeom prst="rect">
            <a:avLst/>
          </a:prstGeom>
        </p:spPr>
      </p:pic>
      <p:sp>
        <p:nvSpPr>
          <p:cNvPr id="19" name="Picture Placeholder 27">
            <a:extLst>
              <a:ext uri="{FF2B5EF4-FFF2-40B4-BE49-F238E27FC236}">
                <a16:creationId xmlns:a16="http://schemas.microsoft.com/office/drawing/2014/main" id="{30C16A5B-6166-4596-8F85-752DB8C3FDB1}"/>
              </a:ext>
            </a:extLst>
          </p:cNvPr>
          <p:cNvSpPr>
            <a:spLocks noGrp="1"/>
          </p:cNvSpPr>
          <p:nvPr>
            <p:ph type="pic" sz="quarter" idx="13" hasCustomPrompt="1"/>
          </p:nvPr>
        </p:nvSpPr>
        <p:spPr>
          <a:xfrm>
            <a:off x="2698964" y="1102845"/>
            <a:ext cx="1260000" cy="1260000"/>
          </a:xfrm>
          <a:prstGeom prst="ellipse">
            <a:avLst/>
          </a:prstGeom>
        </p:spPr>
        <p:txBody>
          <a:bodyPr anchor="ctr"/>
          <a:lstStyle>
            <a:lvl1pPr marL="0" indent="0" algn="ctr">
              <a:buNone/>
              <a:defRPr sz="1200"/>
            </a:lvl1pPr>
          </a:lstStyle>
          <a:p>
            <a:r>
              <a:rPr lang="en-NL"/>
              <a:t>(Profile) picture</a:t>
            </a:r>
            <a:endParaRPr lang="nl-NL"/>
          </a:p>
        </p:txBody>
      </p:sp>
      <p:pic>
        <p:nvPicPr>
          <p:cNvPr id="20" name="Graphic 19">
            <a:extLst>
              <a:ext uri="{FF2B5EF4-FFF2-40B4-BE49-F238E27FC236}">
                <a16:creationId xmlns:a16="http://schemas.microsoft.com/office/drawing/2014/main" id="{997418CF-1C11-4123-B554-CBFAC99BDF5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501069" y="1056716"/>
            <a:ext cx="1321419" cy="1321419"/>
          </a:xfrm>
          <a:prstGeom prst="rect">
            <a:avLst/>
          </a:prstGeom>
        </p:spPr>
      </p:pic>
      <p:sp>
        <p:nvSpPr>
          <p:cNvPr id="21" name="Picture Placeholder 27">
            <a:extLst>
              <a:ext uri="{FF2B5EF4-FFF2-40B4-BE49-F238E27FC236}">
                <a16:creationId xmlns:a16="http://schemas.microsoft.com/office/drawing/2014/main" id="{86245CFD-5F89-4DA0-B22C-70B99D181DFE}"/>
              </a:ext>
            </a:extLst>
          </p:cNvPr>
          <p:cNvSpPr>
            <a:spLocks noGrp="1"/>
          </p:cNvSpPr>
          <p:nvPr>
            <p:ph type="pic" sz="quarter" idx="14" hasCustomPrompt="1"/>
          </p:nvPr>
        </p:nvSpPr>
        <p:spPr>
          <a:xfrm>
            <a:off x="7518334" y="1100860"/>
            <a:ext cx="1260000" cy="1260000"/>
          </a:xfrm>
          <a:prstGeom prst="ellipse">
            <a:avLst/>
          </a:prstGeom>
        </p:spPr>
        <p:txBody>
          <a:bodyPr anchor="ctr"/>
          <a:lstStyle>
            <a:lvl1pPr marL="0" indent="0" algn="ctr">
              <a:buNone/>
              <a:defRPr sz="1200"/>
            </a:lvl1pPr>
          </a:lstStyle>
          <a:p>
            <a:r>
              <a:rPr lang="en-NL"/>
              <a:t>(Profile) picture</a:t>
            </a:r>
            <a:endParaRPr lang="nl-NL"/>
          </a:p>
        </p:txBody>
      </p:sp>
      <p:sp>
        <p:nvSpPr>
          <p:cNvPr id="24" name="Text Placeholder 8">
            <a:extLst>
              <a:ext uri="{FF2B5EF4-FFF2-40B4-BE49-F238E27FC236}">
                <a16:creationId xmlns:a16="http://schemas.microsoft.com/office/drawing/2014/main" id="{05318E5A-EED2-4376-A158-60FB42D6976B}"/>
              </a:ext>
            </a:extLst>
          </p:cNvPr>
          <p:cNvSpPr>
            <a:spLocks noGrp="1"/>
          </p:cNvSpPr>
          <p:nvPr>
            <p:ph type="body" sz="quarter" idx="17" hasCustomPrompt="1"/>
          </p:nvPr>
        </p:nvSpPr>
        <p:spPr>
          <a:xfrm>
            <a:off x="139870" y="3013597"/>
            <a:ext cx="1638380" cy="1637095"/>
          </a:xfrm>
          <a:noFill/>
        </p:spPr>
        <p:txBody>
          <a:bodyPr anchor="t"/>
          <a:lstStyle>
            <a:lvl1pPr marL="0" indent="0">
              <a:buNone/>
              <a:defRPr sz="1200">
                <a:solidFill>
                  <a:schemeClr val="tx1"/>
                </a:solidFill>
              </a:defRPr>
            </a:lvl1pPr>
          </a:lstStyle>
          <a:p>
            <a:pPr lvl="0"/>
            <a:r>
              <a:rPr lang="en-NL"/>
              <a:t>Text</a:t>
            </a:r>
            <a:endParaRPr lang="nl-NL"/>
          </a:p>
        </p:txBody>
      </p:sp>
      <p:sp>
        <p:nvSpPr>
          <p:cNvPr id="28" name="Text Placeholder 8">
            <a:extLst>
              <a:ext uri="{FF2B5EF4-FFF2-40B4-BE49-F238E27FC236}">
                <a16:creationId xmlns:a16="http://schemas.microsoft.com/office/drawing/2014/main" id="{4AC6E8B1-9E19-437D-90E1-210E6D44A32D}"/>
              </a:ext>
            </a:extLst>
          </p:cNvPr>
          <p:cNvSpPr>
            <a:spLocks noGrp="1"/>
          </p:cNvSpPr>
          <p:nvPr>
            <p:ph type="body" sz="quarter" idx="18" hasCustomPrompt="1"/>
          </p:nvPr>
        </p:nvSpPr>
        <p:spPr>
          <a:xfrm>
            <a:off x="2509774" y="3013597"/>
            <a:ext cx="1638380" cy="1641045"/>
          </a:xfrm>
          <a:noFill/>
        </p:spPr>
        <p:txBody>
          <a:bodyPr anchor="t"/>
          <a:lstStyle>
            <a:lvl1pPr marL="0" indent="0">
              <a:buNone/>
              <a:defRPr sz="1200">
                <a:solidFill>
                  <a:schemeClr val="tx1"/>
                </a:solidFill>
              </a:defRPr>
            </a:lvl1pPr>
          </a:lstStyle>
          <a:p>
            <a:pPr lvl="0"/>
            <a:r>
              <a:rPr lang="en-NL"/>
              <a:t>Text</a:t>
            </a:r>
            <a:endParaRPr lang="nl-NL"/>
          </a:p>
        </p:txBody>
      </p:sp>
      <p:sp>
        <p:nvSpPr>
          <p:cNvPr id="29" name="Text Placeholder 8">
            <a:extLst>
              <a:ext uri="{FF2B5EF4-FFF2-40B4-BE49-F238E27FC236}">
                <a16:creationId xmlns:a16="http://schemas.microsoft.com/office/drawing/2014/main" id="{10863563-6020-40E5-9C90-82D2F6850C26}"/>
              </a:ext>
            </a:extLst>
          </p:cNvPr>
          <p:cNvSpPr>
            <a:spLocks noGrp="1"/>
          </p:cNvSpPr>
          <p:nvPr>
            <p:ph type="body" sz="quarter" idx="19" hasCustomPrompt="1"/>
          </p:nvPr>
        </p:nvSpPr>
        <p:spPr>
          <a:xfrm>
            <a:off x="4941097" y="3018937"/>
            <a:ext cx="1638380" cy="1641045"/>
          </a:xfrm>
          <a:noFill/>
        </p:spPr>
        <p:txBody>
          <a:bodyPr anchor="t"/>
          <a:lstStyle>
            <a:lvl1pPr marL="0" indent="0">
              <a:buNone/>
              <a:defRPr sz="1200">
                <a:solidFill>
                  <a:schemeClr val="tx1"/>
                </a:solidFill>
              </a:defRPr>
            </a:lvl1pPr>
          </a:lstStyle>
          <a:p>
            <a:pPr lvl="0"/>
            <a:r>
              <a:rPr lang="en-NL"/>
              <a:t>Text</a:t>
            </a:r>
            <a:endParaRPr lang="nl-NL"/>
          </a:p>
        </p:txBody>
      </p:sp>
      <p:sp>
        <p:nvSpPr>
          <p:cNvPr id="30" name="Text Placeholder 8">
            <a:extLst>
              <a:ext uri="{FF2B5EF4-FFF2-40B4-BE49-F238E27FC236}">
                <a16:creationId xmlns:a16="http://schemas.microsoft.com/office/drawing/2014/main" id="{DF8FA176-ECB2-42E4-92F0-96000A4A353D}"/>
              </a:ext>
            </a:extLst>
          </p:cNvPr>
          <p:cNvSpPr>
            <a:spLocks noGrp="1"/>
          </p:cNvSpPr>
          <p:nvPr>
            <p:ph type="body" sz="quarter" idx="20" hasCustomPrompt="1"/>
          </p:nvPr>
        </p:nvSpPr>
        <p:spPr>
          <a:xfrm>
            <a:off x="7351678" y="3010774"/>
            <a:ext cx="1638380" cy="1641045"/>
          </a:xfrm>
          <a:noFill/>
        </p:spPr>
        <p:txBody>
          <a:bodyPr anchor="t"/>
          <a:lstStyle>
            <a:lvl1pPr marL="0" indent="0">
              <a:buNone/>
              <a:defRPr sz="1200">
                <a:solidFill>
                  <a:schemeClr val="tx1"/>
                </a:solidFill>
              </a:defRPr>
            </a:lvl1pPr>
          </a:lstStyle>
          <a:p>
            <a:pPr lvl="0"/>
            <a:r>
              <a:rPr lang="en-NL"/>
              <a:t>Text</a:t>
            </a:r>
            <a:endParaRPr lang="nl-NL"/>
          </a:p>
        </p:txBody>
      </p:sp>
      <p:sp>
        <p:nvSpPr>
          <p:cNvPr id="31" name="Text Placeholder 8">
            <a:extLst>
              <a:ext uri="{FF2B5EF4-FFF2-40B4-BE49-F238E27FC236}">
                <a16:creationId xmlns:a16="http://schemas.microsoft.com/office/drawing/2014/main" id="{F419EF1E-05FD-4165-93F1-E95735AB2103}"/>
              </a:ext>
            </a:extLst>
          </p:cNvPr>
          <p:cNvSpPr>
            <a:spLocks noGrp="1"/>
          </p:cNvSpPr>
          <p:nvPr>
            <p:ph type="body" sz="quarter" idx="21" hasCustomPrompt="1"/>
          </p:nvPr>
        </p:nvSpPr>
        <p:spPr>
          <a:xfrm>
            <a:off x="272834" y="2529704"/>
            <a:ext cx="1379469" cy="318820"/>
          </a:xfrm>
          <a:noFill/>
        </p:spPr>
        <p:txBody>
          <a:bodyPr anchor="t"/>
          <a:lstStyle>
            <a:lvl1pPr marL="0" indent="0" algn="ctr">
              <a:buNone/>
              <a:defRPr sz="1400" b="1">
                <a:solidFill>
                  <a:srgbClr val="0066A1"/>
                </a:solidFill>
              </a:defRPr>
            </a:lvl1pPr>
          </a:lstStyle>
          <a:p>
            <a:pPr lvl="0"/>
            <a:r>
              <a:rPr lang="en-NL"/>
              <a:t>Text</a:t>
            </a:r>
            <a:endParaRPr lang="nl-NL"/>
          </a:p>
        </p:txBody>
      </p:sp>
      <p:sp>
        <p:nvSpPr>
          <p:cNvPr id="32" name="Text Placeholder 8">
            <a:extLst>
              <a:ext uri="{FF2B5EF4-FFF2-40B4-BE49-F238E27FC236}">
                <a16:creationId xmlns:a16="http://schemas.microsoft.com/office/drawing/2014/main" id="{B2EB793B-3476-447D-8EB5-C1CD79F0FBB1}"/>
              </a:ext>
            </a:extLst>
          </p:cNvPr>
          <p:cNvSpPr>
            <a:spLocks noGrp="1"/>
          </p:cNvSpPr>
          <p:nvPr>
            <p:ph type="body" sz="quarter" idx="22" hasCustomPrompt="1"/>
          </p:nvPr>
        </p:nvSpPr>
        <p:spPr>
          <a:xfrm>
            <a:off x="2642738" y="2529704"/>
            <a:ext cx="1379469" cy="318820"/>
          </a:xfrm>
          <a:noFill/>
        </p:spPr>
        <p:txBody>
          <a:bodyPr anchor="t"/>
          <a:lstStyle>
            <a:lvl1pPr marL="0" indent="0" algn="ctr">
              <a:buNone/>
              <a:defRPr sz="1400" b="1">
                <a:solidFill>
                  <a:srgbClr val="0066A1"/>
                </a:solidFill>
              </a:defRPr>
            </a:lvl1pPr>
          </a:lstStyle>
          <a:p>
            <a:pPr lvl="0"/>
            <a:r>
              <a:rPr lang="en-NL"/>
              <a:t>Text</a:t>
            </a:r>
            <a:endParaRPr lang="nl-NL"/>
          </a:p>
        </p:txBody>
      </p:sp>
      <p:sp>
        <p:nvSpPr>
          <p:cNvPr id="33" name="Text Placeholder 8">
            <a:extLst>
              <a:ext uri="{FF2B5EF4-FFF2-40B4-BE49-F238E27FC236}">
                <a16:creationId xmlns:a16="http://schemas.microsoft.com/office/drawing/2014/main" id="{8F0BB183-D912-4230-92B4-AE34BA231283}"/>
              </a:ext>
            </a:extLst>
          </p:cNvPr>
          <p:cNvSpPr>
            <a:spLocks noGrp="1"/>
          </p:cNvSpPr>
          <p:nvPr>
            <p:ph type="body" sz="quarter" idx="23" hasCustomPrompt="1"/>
          </p:nvPr>
        </p:nvSpPr>
        <p:spPr>
          <a:xfrm>
            <a:off x="5074061" y="2535045"/>
            <a:ext cx="1379469" cy="318820"/>
          </a:xfrm>
          <a:noFill/>
        </p:spPr>
        <p:txBody>
          <a:bodyPr anchor="t"/>
          <a:lstStyle>
            <a:lvl1pPr marL="0" indent="0" algn="ctr">
              <a:buNone/>
              <a:defRPr sz="1400" b="1">
                <a:solidFill>
                  <a:srgbClr val="0066A1"/>
                </a:solidFill>
              </a:defRPr>
            </a:lvl1pPr>
          </a:lstStyle>
          <a:p>
            <a:pPr lvl="0"/>
            <a:r>
              <a:rPr lang="en-NL"/>
              <a:t>Text</a:t>
            </a:r>
            <a:endParaRPr lang="nl-NL"/>
          </a:p>
        </p:txBody>
      </p:sp>
      <p:sp>
        <p:nvSpPr>
          <p:cNvPr id="34" name="Text Placeholder 8">
            <a:extLst>
              <a:ext uri="{FF2B5EF4-FFF2-40B4-BE49-F238E27FC236}">
                <a16:creationId xmlns:a16="http://schemas.microsoft.com/office/drawing/2014/main" id="{889C85F0-8873-43B9-9490-3800E8D8D2AC}"/>
              </a:ext>
            </a:extLst>
          </p:cNvPr>
          <p:cNvSpPr>
            <a:spLocks noGrp="1"/>
          </p:cNvSpPr>
          <p:nvPr>
            <p:ph type="body" sz="quarter" idx="24" hasCustomPrompt="1"/>
          </p:nvPr>
        </p:nvSpPr>
        <p:spPr>
          <a:xfrm>
            <a:off x="7475552" y="2535045"/>
            <a:ext cx="1379469" cy="318820"/>
          </a:xfrm>
          <a:noFill/>
        </p:spPr>
        <p:txBody>
          <a:bodyPr anchor="t"/>
          <a:lstStyle>
            <a:lvl1pPr marL="0" indent="0" algn="ctr">
              <a:buNone/>
              <a:defRPr sz="1400" b="1">
                <a:solidFill>
                  <a:srgbClr val="0066A1"/>
                </a:solidFill>
              </a:defRPr>
            </a:lvl1pPr>
          </a:lstStyle>
          <a:p>
            <a:pPr lvl="0"/>
            <a:r>
              <a:rPr lang="en-NL"/>
              <a:t>Text</a:t>
            </a:r>
            <a:endParaRPr lang="nl-NL"/>
          </a:p>
        </p:txBody>
      </p:sp>
      <p:sp>
        <p:nvSpPr>
          <p:cNvPr id="22" name="Slide Number Placeholder 5">
            <a:extLst>
              <a:ext uri="{FF2B5EF4-FFF2-40B4-BE49-F238E27FC236}">
                <a16:creationId xmlns:a16="http://schemas.microsoft.com/office/drawing/2014/main" id="{EE0E3506-562C-4FD3-AC9A-902E198049D2}"/>
              </a:ext>
            </a:extLst>
          </p:cNvPr>
          <p:cNvSpPr>
            <a:spLocks noGrp="1"/>
          </p:cNvSpPr>
          <p:nvPr>
            <p:ph type="sldNum" sz="quarter" idx="4"/>
          </p:nvPr>
        </p:nvSpPr>
        <p:spPr>
          <a:xfrm>
            <a:off x="4350366" y="4782569"/>
            <a:ext cx="443268" cy="216025"/>
          </a:xfrm>
          <a:prstGeom prst="rect">
            <a:avLst/>
          </a:prstGeom>
        </p:spPr>
        <p:txBody>
          <a:bodyPr vert="horz" lIns="91440" tIns="45720" rIns="91440" bIns="45720" rtlCol="0" anchor="ctr"/>
          <a:lstStyle>
            <a:lvl1pPr algn="ctr">
              <a:defRPr sz="1000">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4142986490"/>
      </p:ext>
    </p:extLst>
  </p:cSld>
  <p:clrMapOvr>
    <a:masterClrMapping/>
  </p:clrMapOvr>
  <p:hf hdr="0" ftr="0" dt="0"/>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3-step approach">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5" name="Arrow: Chevron 4">
            <a:extLst>
              <a:ext uri="{FF2B5EF4-FFF2-40B4-BE49-F238E27FC236}">
                <a16:creationId xmlns:a16="http://schemas.microsoft.com/office/drawing/2014/main" id="{7F25E1A7-5687-474A-8770-B27BD9D8ABB3}"/>
              </a:ext>
            </a:extLst>
          </p:cNvPr>
          <p:cNvSpPr/>
          <p:nvPr userDrawn="1"/>
        </p:nvSpPr>
        <p:spPr>
          <a:xfrm>
            <a:off x="330121" y="1121718"/>
            <a:ext cx="2562534" cy="318820"/>
          </a:xfrm>
          <a:custGeom>
            <a:avLst/>
            <a:gdLst>
              <a:gd name="connsiteX0" fmla="*/ 0 w 1944216"/>
              <a:gd name="connsiteY0" fmla="*/ 0 h 318820"/>
              <a:gd name="connsiteX1" fmla="*/ 1784806 w 1944216"/>
              <a:gd name="connsiteY1" fmla="*/ 0 h 318820"/>
              <a:gd name="connsiteX2" fmla="*/ 1944216 w 1944216"/>
              <a:gd name="connsiteY2" fmla="*/ 159410 h 318820"/>
              <a:gd name="connsiteX3" fmla="*/ 1784806 w 1944216"/>
              <a:gd name="connsiteY3" fmla="*/ 318820 h 318820"/>
              <a:gd name="connsiteX4" fmla="*/ 0 w 1944216"/>
              <a:gd name="connsiteY4" fmla="*/ 318820 h 318820"/>
              <a:gd name="connsiteX5" fmla="*/ 159410 w 1944216"/>
              <a:gd name="connsiteY5" fmla="*/ 159410 h 318820"/>
              <a:gd name="connsiteX6" fmla="*/ 0 w 1944216"/>
              <a:gd name="connsiteY6" fmla="*/ 0 h 318820"/>
              <a:gd name="connsiteX0" fmla="*/ 134 w 1944350"/>
              <a:gd name="connsiteY0" fmla="*/ 0 h 318820"/>
              <a:gd name="connsiteX1" fmla="*/ 1784940 w 1944350"/>
              <a:gd name="connsiteY1" fmla="*/ 0 h 318820"/>
              <a:gd name="connsiteX2" fmla="*/ 1944350 w 1944350"/>
              <a:gd name="connsiteY2" fmla="*/ 159410 h 318820"/>
              <a:gd name="connsiteX3" fmla="*/ 1784940 w 1944350"/>
              <a:gd name="connsiteY3" fmla="*/ 318820 h 318820"/>
              <a:gd name="connsiteX4" fmla="*/ 134 w 1944350"/>
              <a:gd name="connsiteY4" fmla="*/ 318820 h 318820"/>
              <a:gd name="connsiteX5" fmla="*/ 0 w 1944350"/>
              <a:gd name="connsiteY5" fmla="*/ 159410 h 318820"/>
              <a:gd name="connsiteX6" fmla="*/ 134 w 1944350"/>
              <a:gd name="connsiteY6" fmla="*/ 0 h 31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350" h="318820">
                <a:moveTo>
                  <a:pt x="134" y="0"/>
                </a:moveTo>
                <a:lnTo>
                  <a:pt x="1784940" y="0"/>
                </a:lnTo>
                <a:lnTo>
                  <a:pt x="1944350" y="159410"/>
                </a:lnTo>
                <a:lnTo>
                  <a:pt x="1784940" y="318820"/>
                </a:lnTo>
                <a:lnTo>
                  <a:pt x="134" y="318820"/>
                </a:lnTo>
                <a:cubicBezTo>
                  <a:pt x="89" y="265683"/>
                  <a:pt x="45" y="212547"/>
                  <a:pt x="0" y="159410"/>
                </a:cubicBezTo>
                <a:cubicBezTo>
                  <a:pt x="45" y="106273"/>
                  <a:pt x="89" y="53137"/>
                  <a:pt x="134" y="0"/>
                </a:cubicBezTo>
                <a:close/>
              </a:path>
            </a:pathLst>
          </a:cu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solidFill>
                <a:schemeClr val="tx1"/>
              </a:solidFill>
            </a:endParaRPr>
          </a:p>
        </p:txBody>
      </p:sp>
      <p:sp>
        <p:nvSpPr>
          <p:cNvPr id="7" name="Arrow: Chevron 6">
            <a:extLst>
              <a:ext uri="{FF2B5EF4-FFF2-40B4-BE49-F238E27FC236}">
                <a16:creationId xmlns:a16="http://schemas.microsoft.com/office/drawing/2014/main" id="{94360271-E532-428D-9B25-8618125630EA}"/>
              </a:ext>
            </a:extLst>
          </p:cNvPr>
          <p:cNvSpPr/>
          <p:nvPr userDrawn="1"/>
        </p:nvSpPr>
        <p:spPr>
          <a:xfrm>
            <a:off x="3315156" y="1121718"/>
            <a:ext cx="2562534"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solidFill>
                <a:schemeClr val="tx1"/>
              </a:solidFill>
            </a:endParaRPr>
          </a:p>
        </p:txBody>
      </p:sp>
      <p:sp>
        <p:nvSpPr>
          <p:cNvPr id="26" name="Arrow: Chevron 25">
            <a:extLst>
              <a:ext uri="{FF2B5EF4-FFF2-40B4-BE49-F238E27FC236}">
                <a16:creationId xmlns:a16="http://schemas.microsoft.com/office/drawing/2014/main" id="{04989A16-12EB-416A-9C34-B3BF190320EC}"/>
              </a:ext>
            </a:extLst>
          </p:cNvPr>
          <p:cNvSpPr/>
          <p:nvPr userDrawn="1"/>
        </p:nvSpPr>
        <p:spPr>
          <a:xfrm>
            <a:off x="6300192" y="1121718"/>
            <a:ext cx="2562534"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solidFill>
                <a:schemeClr val="tx1"/>
              </a:solidFill>
            </a:endParaRPr>
          </a:p>
        </p:txBody>
      </p:sp>
      <p:sp>
        <p:nvSpPr>
          <p:cNvPr id="31" name="Text Placeholder 8">
            <a:extLst>
              <a:ext uri="{FF2B5EF4-FFF2-40B4-BE49-F238E27FC236}">
                <a16:creationId xmlns:a16="http://schemas.microsoft.com/office/drawing/2014/main" id="{F419EF1E-05FD-4165-93F1-E95735AB2103}"/>
              </a:ext>
            </a:extLst>
          </p:cNvPr>
          <p:cNvSpPr>
            <a:spLocks noGrp="1"/>
          </p:cNvSpPr>
          <p:nvPr>
            <p:ph type="body" sz="quarter" idx="21" hasCustomPrompt="1"/>
          </p:nvPr>
        </p:nvSpPr>
        <p:spPr>
          <a:xfrm>
            <a:off x="351390" y="1119408"/>
            <a:ext cx="2364032" cy="305740"/>
          </a:xfrm>
          <a:noFill/>
        </p:spPr>
        <p:txBody>
          <a:bodyPr anchor="t"/>
          <a:lstStyle>
            <a:lvl1pPr marL="0" indent="0" algn="ctr">
              <a:buNone/>
              <a:defRPr sz="1400" b="1">
                <a:solidFill>
                  <a:schemeClr val="bg1"/>
                </a:solidFill>
              </a:defRPr>
            </a:lvl1pPr>
          </a:lstStyle>
          <a:p>
            <a:pPr lvl="0"/>
            <a:r>
              <a:rPr lang="en-NL"/>
              <a:t>Text</a:t>
            </a:r>
            <a:endParaRPr lang="nl-NL"/>
          </a:p>
        </p:txBody>
      </p:sp>
      <p:sp>
        <p:nvSpPr>
          <p:cNvPr id="35" name="Text Placeholder 8">
            <a:extLst>
              <a:ext uri="{FF2B5EF4-FFF2-40B4-BE49-F238E27FC236}">
                <a16:creationId xmlns:a16="http://schemas.microsoft.com/office/drawing/2014/main" id="{3ACDE5C7-87E3-483D-AB5E-E479F4CC9DE9}"/>
              </a:ext>
            </a:extLst>
          </p:cNvPr>
          <p:cNvSpPr>
            <a:spLocks noGrp="1"/>
          </p:cNvSpPr>
          <p:nvPr>
            <p:ph type="body" sz="quarter" idx="25" hasCustomPrompt="1"/>
          </p:nvPr>
        </p:nvSpPr>
        <p:spPr>
          <a:xfrm>
            <a:off x="3491881" y="1128258"/>
            <a:ext cx="2232248" cy="305740"/>
          </a:xfrm>
          <a:noFill/>
        </p:spPr>
        <p:txBody>
          <a:bodyPr anchor="t"/>
          <a:lstStyle>
            <a:lvl1pPr marL="0" indent="0" algn="ctr">
              <a:buNone/>
              <a:defRPr sz="1400" b="1">
                <a:solidFill>
                  <a:schemeClr val="bg1"/>
                </a:solidFill>
              </a:defRPr>
            </a:lvl1pPr>
          </a:lstStyle>
          <a:p>
            <a:pPr lvl="0"/>
            <a:r>
              <a:rPr lang="en-NL"/>
              <a:t>Text</a:t>
            </a:r>
            <a:endParaRPr lang="nl-NL"/>
          </a:p>
        </p:txBody>
      </p:sp>
      <p:sp>
        <p:nvSpPr>
          <p:cNvPr id="36" name="Text Placeholder 8">
            <a:extLst>
              <a:ext uri="{FF2B5EF4-FFF2-40B4-BE49-F238E27FC236}">
                <a16:creationId xmlns:a16="http://schemas.microsoft.com/office/drawing/2014/main" id="{07F7326B-0646-429D-96C8-EF7B92FD378E}"/>
              </a:ext>
            </a:extLst>
          </p:cNvPr>
          <p:cNvSpPr>
            <a:spLocks noGrp="1"/>
          </p:cNvSpPr>
          <p:nvPr>
            <p:ph type="body" sz="quarter" idx="26" hasCustomPrompt="1"/>
          </p:nvPr>
        </p:nvSpPr>
        <p:spPr>
          <a:xfrm>
            <a:off x="6444208" y="1125513"/>
            <a:ext cx="2232248" cy="305740"/>
          </a:xfrm>
          <a:noFill/>
        </p:spPr>
        <p:txBody>
          <a:bodyPr anchor="t"/>
          <a:lstStyle>
            <a:lvl1pPr marL="0" indent="0" algn="ctr">
              <a:buNone/>
              <a:defRPr sz="1400" b="1">
                <a:solidFill>
                  <a:schemeClr val="bg1"/>
                </a:solidFill>
              </a:defRPr>
            </a:lvl1pPr>
          </a:lstStyle>
          <a:p>
            <a:pPr lvl="0"/>
            <a:r>
              <a:rPr lang="en-NL"/>
              <a:t>Text</a:t>
            </a:r>
            <a:endParaRPr lang="nl-NL"/>
          </a:p>
        </p:txBody>
      </p:sp>
      <p:sp>
        <p:nvSpPr>
          <p:cNvPr id="38" name="Text Placeholder 8">
            <a:extLst>
              <a:ext uri="{FF2B5EF4-FFF2-40B4-BE49-F238E27FC236}">
                <a16:creationId xmlns:a16="http://schemas.microsoft.com/office/drawing/2014/main" id="{064E96BF-F7A6-4B28-80DE-B0E127FEC7EA}"/>
              </a:ext>
            </a:extLst>
          </p:cNvPr>
          <p:cNvSpPr>
            <a:spLocks noGrp="1"/>
          </p:cNvSpPr>
          <p:nvPr>
            <p:ph type="body" sz="quarter" idx="28" hasCustomPrompt="1"/>
          </p:nvPr>
        </p:nvSpPr>
        <p:spPr>
          <a:xfrm>
            <a:off x="3315157" y="1700997"/>
            <a:ext cx="2408972" cy="2398248"/>
          </a:xfrm>
          <a:noFill/>
        </p:spPr>
        <p:txBody>
          <a:bodyPr anchor="t"/>
          <a:lstStyle>
            <a:lvl1pPr marL="0" indent="0">
              <a:buNone/>
              <a:defRPr sz="1200">
                <a:solidFill>
                  <a:schemeClr val="tx1"/>
                </a:solidFill>
              </a:defRPr>
            </a:lvl1pPr>
          </a:lstStyle>
          <a:p>
            <a:pPr lvl="0"/>
            <a:r>
              <a:rPr lang="en-NL"/>
              <a:t>Text</a:t>
            </a:r>
            <a:endParaRPr lang="nl-NL"/>
          </a:p>
        </p:txBody>
      </p:sp>
      <p:sp>
        <p:nvSpPr>
          <p:cNvPr id="39" name="Text Placeholder 8">
            <a:extLst>
              <a:ext uri="{FF2B5EF4-FFF2-40B4-BE49-F238E27FC236}">
                <a16:creationId xmlns:a16="http://schemas.microsoft.com/office/drawing/2014/main" id="{484A7BBE-8700-471C-A8E2-8EAE3B5487BF}"/>
              </a:ext>
            </a:extLst>
          </p:cNvPr>
          <p:cNvSpPr>
            <a:spLocks noGrp="1"/>
          </p:cNvSpPr>
          <p:nvPr>
            <p:ph type="body" sz="quarter" idx="29" hasCustomPrompt="1"/>
          </p:nvPr>
        </p:nvSpPr>
        <p:spPr>
          <a:xfrm>
            <a:off x="351390" y="1700997"/>
            <a:ext cx="2364032" cy="2398248"/>
          </a:xfrm>
          <a:noFill/>
        </p:spPr>
        <p:txBody>
          <a:bodyPr anchor="t"/>
          <a:lstStyle>
            <a:lvl1pPr marL="0" indent="0">
              <a:buNone/>
              <a:defRPr sz="1200">
                <a:solidFill>
                  <a:schemeClr val="tx1"/>
                </a:solidFill>
              </a:defRPr>
            </a:lvl1pPr>
          </a:lstStyle>
          <a:p>
            <a:pPr lvl="0"/>
            <a:r>
              <a:rPr lang="en-NL"/>
              <a:t>Text</a:t>
            </a:r>
            <a:endParaRPr lang="nl-NL"/>
          </a:p>
        </p:txBody>
      </p:sp>
      <p:sp>
        <p:nvSpPr>
          <p:cNvPr id="40" name="Text Placeholder 8">
            <a:extLst>
              <a:ext uri="{FF2B5EF4-FFF2-40B4-BE49-F238E27FC236}">
                <a16:creationId xmlns:a16="http://schemas.microsoft.com/office/drawing/2014/main" id="{107C6B67-9918-4228-8DFD-6B20B2F60591}"/>
              </a:ext>
            </a:extLst>
          </p:cNvPr>
          <p:cNvSpPr>
            <a:spLocks noGrp="1"/>
          </p:cNvSpPr>
          <p:nvPr>
            <p:ph type="body" sz="quarter" idx="30" hasCustomPrompt="1"/>
          </p:nvPr>
        </p:nvSpPr>
        <p:spPr>
          <a:xfrm>
            <a:off x="6300192" y="1700997"/>
            <a:ext cx="2376264" cy="2398248"/>
          </a:xfrm>
          <a:noFill/>
        </p:spPr>
        <p:txBody>
          <a:bodyPr anchor="t"/>
          <a:lstStyle>
            <a:lvl1pPr marL="0" indent="0">
              <a:buNone/>
              <a:defRPr sz="1200">
                <a:solidFill>
                  <a:schemeClr val="tx1"/>
                </a:solidFill>
              </a:defRPr>
            </a:lvl1pPr>
          </a:lstStyle>
          <a:p>
            <a:pPr lvl="0"/>
            <a:r>
              <a:rPr lang="en-NL"/>
              <a:t>Text</a:t>
            </a:r>
            <a:endParaRPr lang="nl-NL"/>
          </a:p>
        </p:txBody>
      </p:sp>
      <p:sp>
        <p:nvSpPr>
          <p:cNvPr id="14" name="Slide Number Placeholder 5">
            <a:extLst>
              <a:ext uri="{FF2B5EF4-FFF2-40B4-BE49-F238E27FC236}">
                <a16:creationId xmlns:a16="http://schemas.microsoft.com/office/drawing/2014/main" id="{88C424D4-5659-466D-B720-673DCD7153EE}"/>
              </a:ext>
            </a:extLst>
          </p:cNvPr>
          <p:cNvSpPr>
            <a:spLocks noGrp="1"/>
          </p:cNvSpPr>
          <p:nvPr>
            <p:ph type="sldNum" sz="quarter" idx="4"/>
          </p:nvPr>
        </p:nvSpPr>
        <p:spPr>
          <a:xfrm>
            <a:off x="4350366" y="4782569"/>
            <a:ext cx="443268" cy="216025"/>
          </a:xfrm>
          <a:prstGeom prst="rect">
            <a:avLst/>
          </a:prstGeom>
        </p:spPr>
        <p:txBody>
          <a:bodyPr vert="horz" lIns="91440" tIns="45720" rIns="91440" bIns="45720" rtlCol="0" anchor="ctr"/>
          <a:lstStyle>
            <a:lvl1pPr algn="ctr">
              <a:defRPr sz="1000">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777909026"/>
      </p:ext>
    </p:extLst>
  </p:cSld>
  <p:clrMapOvr>
    <a:masterClrMapping/>
  </p:clrMapOvr>
  <p:hf hdr="0" ftr="0" dt="0"/>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4-step approach">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5" name="Arrow: Chevron 4">
            <a:extLst>
              <a:ext uri="{FF2B5EF4-FFF2-40B4-BE49-F238E27FC236}">
                <a16:creationId xmlns:a16="http://schemas.microsoft.com/office/drawing/2014/main" id="{7F25E1A7-5687-474A-8770-B27BD9D8ABB3}"/>
              </a:ext>
            </a:extLst>
          </p:cNvPr>
          <p:cNvSpPr/>
          <p:nvPr userDrawn="1"/>
        </p:nvSpPr>
        <p:spPr>
          <a:xfrm>
            <a:off x="330121" y="1121718"/>
            <a:ext cx="1944350" cy="318820"/>
          </a:xfrm>
          <a:custGeom>
            <a:avLst/>
            <a:gdLst>
              <a:gd name="connsiteX0" fmla="*/ 0 w 1944216"/>
              <a:gd name="connsiteY0" fmla="*/ 0 h 318820"/>
              <a:gd name="connsiteX1" fmla="*/ 1784806 w 1944216"/>
              <a:gd name="connsiteY1" fmla="*/ 0 h 318820"/>
              <a:gd name="connsiteX2" fmla="*/ 1944216 w 1944216"/>
              <a:gd name="connsiteY2" fmla="*/ 159410 h 318820"/>
              <a:gd name="connsiteX3" fmla="*/ 1784806 w 1944216"/>
              <a:gd name="connsiteY3" fmla="*/ 318820 h 318820"/>
              <a:gd name="connsiteX4" fmla="*/ 0 w 1944216"/>
              <a:gd name="connsiteY4" fmla="*/ 318820 h 318820"/>
              <a:gd name="connsiteX5" fmla="*/ 159410 w 1944216"/>
              <a:gd name="connsiteY5" fmla="*/ 159410 h 318820"/>
              <a:gd name="connsiteX6" fmla="*/ 0 w 1944216"/>
              <a:gd name="connsiteY6" fmla="*/ 0 h 318820"/>
              <a:gd name="connsiteX0" fmla="*/ 134 w 1944350"/>
              <a:gd name="connsiteY0" fmla="*/ 0 h 318820"/>
              <a:gd name="connsiteX1" fmla="*/ 1784940 w 1944350"/>
              <a:gd name="connsiteY1" fmla="*/ 0 h 318820"/>
              <a:gd name="connsiteX2" fmla="*/ 1944350 w 1944350"/>
              <a:gd name="connsiteY2" fmla="*/ 159410 h 318820"/>
              <a:gd name="connsiteX3" fmla="*/ 1784940 w 1944350"/>
              <a:gd name="connsiteY3" fmla="*/ 318820 h 318820"/>
              <a:gd name="connsiteX4" fmla="*/ 134 w 1944350"/>
              <a:gd name="connsiteY4" fmla="*/ 318820 h 318820"/>
              <a:gd name="connsiteX5" fmla="*/ 0 w 1944350"/>
              <a:gd name="connsiteY5" fmla="*/ 159410 h 318820"/>
              <a:gd name="connsiteX6" fmla="*/ 134 w 1944350"/>
              <a:gd name="connsiteY6" fmla="*/ 0 h 31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350" h="318820">
                <a:moveTo>
                  <a:pt x="134" y="0"/>
                </a:moveTo>
                <a:lnTo>
                  <a:pt x="1784940" y="0"/>
                </a:lnTo>
                <a:lnTo>
                  <a:pt x="1944350" y="159410"/>
                </a:lnTo>
                <a:lnTo>
                  <a:pt x="1784940" y="318820"/>
                </a:lnTo>
                <a:lnTo>
                  <a:pt x="134" y="318820"/>
                </a:lnTo>
                <a:cubicBezTo>
                  <a:pt x="89" y="265683"/>
                  <a:pt x="45" y="212547"/>
                  <a:pt x="0" y="159410"/>
                </a:cubicBezTo>
                <a:cubicBezTo>
                  <a:pt x="45" y="106273"/>
                  <a:pt x="89" y="53137"/>
                  <a:pt x="134" y="0"/>
                </a:cubicBezTo>
                <a:close/>
              </a:path>
            </a:pathLst>
          </a:cu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solidFill>
                <a:schemeClr val="tx1"/>
              </a:solidFill>
            </a:endParaRPr>
          </a:p>
        </p:txBody>
      </p:sp>
      <p:sp>
        <p:nvSpPr>
          <p:cNvPr id="7" name="Arrow: Chevron 6">
            <a:extLst>
              <a:ext uri="{FF2B5EF4-FFF2-40B4-BE49-F238E27FC236}">
                <a16:creationId xmlns:a16="http://schemas.microsoft.com/office/drawing/2014/main" id="{94360271-E532-428D-9B25-8618125630EA}"/>
              </a:ext>
            </a:extLst>
          </p:cNvPr>
          <p:cNvSpPr/>
          <p:nvPr userDrawn="1"/>
        </p:nvSpPr>
        <p:spPr>
          <a:xfrm>
            <a:off x="2543410" y="1121718"/>
            <a:ext cx="1944350"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solidFill>
                <a:schemeClr val="tx1"/>
              </a:solidFill>
            </a:endParaRPr>
          </a:p>
        </p:txBody>
      </p:sp>
      <p:sp>
        <p:nvSpPr>
          <p:cNvPr id="26" name="Arrow: Chevron 25">
            <a:extLst>
              <a:ext uri="{FF2B5EF4-FFF2-40B4-BE49-F238E27FC236}">
                <a16:creationId xmlns:a16="http://schemas.microsoft.com/office/drawing/2014/main" id="{04989A16-12EB-416A-9C34-B3BF190320EC}"/>
              </a:ext>
            </a:extLst>
          </p:cNvPr>
          <p:cNvSpPr/>
          <p:nvPr userDrawn="1"/>
        </p:nvSpPr>
        <p:spPr>
          <a:xfrm>
            <a:off x="4745770" y="1121718"/>
            <a:ext cx="1944350"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solidFill>
                <a:schemeClr val="tx1"/>
              </a:solidFill>
            </a:endParaRPr>
          </a:p>
        </p:txBody>
      </p:sp>
      <p:sp>
        <p:nvSpPr>
          <p:cNvPr id="27" name="Arrow: Chevron 26">
            <a:extLst>
              <a:ext uri="{FF2B5EF4-FFF2-40B4-BE49-F238E27FC236}">
                <a16:creationId xmlns:a16="http://schemas.microsoft.com/office/drawing/2014/main" id="{9DE63500-CD6F-45A0-9B46-A89F7E248263}"/>
              </a:ext>
            </a:extLst>
          </p:cNvPr>
          <p:cNvSpPr/>
          <p:nvPr userDrawn="1"/>
        </p:nvSpPr>
        <p:spPr>
          <a:xfrm>
            <a:off x="6948130" y="1121718"/>
            <a:ext cx="1944350"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solidFill>
                <a:schemeClr val="tx1"/>
              </a:solidFill>
            </a:endParaRPr>
          </a:p>
        </p:txBody>
      </p:sp>
      <p:sp>
        <p:nvSpPr>
          <p:cNvPr id="31" name="Text Placeholder 8">
            <a:extLst>
              <a:ext uri="{FF2B5EF4-FFF2-40B4-BE49-F238E27FC236}">
                <a16:creationId xmlns:a16="http://schemas.microsoft.com/office/drawing/2014/main" id="{F419EF1E-05FD-4165-93F1-E95735AB2103}"/>
              </a:ext>
            </a:extLst>
          </p:cNvPr>
          <p:cNvSpPr>
            <a:spLocks noGrp="1"/>
          </p:cNvSpPr>
          <p:nvPr>
            <p:ph type="body" sz="quarter" idx="21" hasCustomPrompt="1"/>
          </p:nvPr>
        </p:nvSpPr>
        <p:spPr>
          <a:xfrm>
            <a:off x="351390" y="1128258"/>
            <a:ext cx="1772339" cy="305740"/>
          </a:xfrm>
          <a:noFill/>
        </p:spPr>
        <p:txBody>
          <a:bodyPr anchor="t"/>
          <a:lstStyle>
            <a:lvl1pPr marL="0" indent="0" algn="ctr">
              <a:buNone/>
              <a:defRPr sz="1400" b="1">
                <a:solidFill>
                  <a:schemeClr val="bg1"/>
                </a:solidFill>
              </a:defRPr>
            </a:lvl1pPr>
          </a:lstStyle>
          <a:p>
            <a:pPr lvl="0"/>
            <a:r>
              <a:rPr lang="en-NL"/>
              <a:t>Text</a:t>
            </a:r>
            <a:endParaRPr lang="nl-NL"/>
          </a:p>
        </p:txBody>
      </p:sp>
      <p:sp>
        <p:nvSpPr>
          <p:cNvPr id="35" name="Text Placeholder 8">
            <a:extLst>
              <a:ext uri="{FF2B5EF4-FFF2-40B4-BE49-F238E27FC236}">
                <a16:creationId xmlns:a16="http://schemas.microsoft.com/office/drawing/2014/main" id="{3ACDE5C7-87E3-483D-AB5E-E479F4CC9DE9}"/>
              </a:ext>
            </a:extLst>
          </p:cNvPr>
          <p:cNvSpPr>
            <a:spLocks noGrp="1"/>
          </p:cNvSpPr>
          <p:nvPr>
            <p:ph type="body" sz="quarter" idx="25" hasCustomPrompt="1"/>
          </p:nvPr>
        </p:nvSpPr>
        <p:spPr>
          <a:xfrm>
            <a:off x="2715421" y="1128258"/>
            <a:ext cx="1598400" cy="305740"/>
          </a:xfrm>
          <a:noFill/>
        </p:spPr>
        <p:txBody>
          <a:bodyPr anchor="t"/>
          <a:lstStyle>
            <a:lvl1pPr marL="0" indent="0" algn="ctr">
              <a:buNone/>
              <a:defRPr sz="1400" b="1">
                <a:solidFill>
                  <a:schemeClr val="bg1"/>
                </a:solidFill>
              </a:defRPr>
            </a:lvl1pPr>
          </a:lstStyle>
          <a:p>
            <a:pPr lvl="0"/>
            <a:r>
              <a:rPr lang="en-NL"/>
              <a:t>Text</a:t>
            </a:r>
            <a:endParaRPr lang="nl-NL"/>
          </a:p>
        </p:txBody>
      </p:sp>
      <p:sp>
        <p:nvSpPr>
          <p:cNvPr id="36" name="Text Placeholder 8">
            <a:extLst>
              <a:ext uri="{FF2B5EF4-FFF2-40B4-BE49-F238E27FC236}">
                <a16:creationId xmlns:a16="http://schemas.microsoft.com/office/drawing/2014/main" id="{07F7326B-0646-429D-96C8-EF7B92FD378E}"/>
              </a:ext>
            </a:extLst>
          </p:cNvPr>
          <p:cNvSpPr>
            <a:spLocks noGrp="1"/>
          </p:cNvSpPr>
          <p:nvPr>
            <p:ph type="body" sz="quarter" idx="26" hasCustomPrompt="1"/>
          </p:nvPr>
        </p:nvSpPr>
        <p:spPr>
          <a:xfrm>
            <a:off x="4917782" y="1125513"/>
            <a:ext cx="1598435" cy="308486"/>
          </a:xfrm>
          <a:noFill/>
        </p:spPr>
        <p:txBody>
          <a:bodyPr anchor="t"/>
          <a:lstStyle>
            <a:lvl1pPr marL="0" indent="0" algn="ctr">
              <a:buNone/>
              <a:defRPr sz="1400" b="1">
                <a:solidFill>
                  <a:schemeClr val="bg1"/>
                </a:solidFill>
              </a:defRPr>
            </a:lvl1pPr>
          </a:lstStyle>
          <a:p>
            <a:pPr lvl="0"/>
            <a:r>
              <a:rPr lang="en-NL"/>
              <a:t>Text</a:t>
            </a:r>
            <a:endParaRPr lang="nl-NL"/>
          </a:p>
        </p:txBody>
      </p:sp>
      <p:sp>
        <p:nvSpPr>
          <p:cNvPr id="37" name="Text Placeholder 8">
            <a:extLst>
              <a:ext uri="{FF2B5EF4-FFF2-40B4-BE49-F238E27FC236}">
                <a16:creationId xmlns:a16="http://schemas.microsoft.com/office/drawing/2014/main" id="{51457872-90A5-488A-AC4F-26E3B11735B6}"/>
              </a:ext>
            </a:extLst>
          </p:cNvPr>
          <p:cNvSpPr>
            <a:spLocks noGrp="1"/>
          </p:cNvSpPr>
          <p:nvPr>
            <p:ph type="body" sz="quarter" idx="27" hasCustomPrompt="1"/>
          </p:nvPr>
        </p:nvSpPr>
        <p:spPr>
          <a:xfrm>
            <a:off x="7121088" y="1121718"/>
            <a:ext cx="1598435" cy="312281"/>
          </a:xfrm>
          <a:noFill/>
        </p:spPr>
        <p:txBody>
          <a:bodyPr anchor="t"/>
          <a:lstStyle>
            <a:lvl1pPr marL="0" indent="0" algn="ctr">
              <a:buNone/>
              <a:defRPr sz="1400" b="1">
                <a:solidFill>
                  <a:schemeClr val="bg1"/>
                </a:solidFill>
              </a:defRPr>
            </a:lvl1pPr>
          </a:lstStyle>
          <a:p>
            <a:pPr lvl="0"/>
            <a:r>
              <a:rPr lang="en-NL"/>
              <a:t>Text</a:t>
            </a:r>
            <a:endParaRPr lang="nl-NL"/>
          </a:p>
        </p:txBody>
      </p:sp>
      <p:sp>
        <p:nvSpPr>
          <p:cNvPr id="38" name="Text Placeholder 8">
            <a:extLst>
              <a:ext uri="{FF2B5EF4-FFF2-40B4-BE49-F238E27FC236}">
                <a16:creationId xmlns:a16="http://schemas.microsoft.com/office/drawing/2014/main" id="{064E96BF-F7A6-4B28-80DE-B0E127FEC7EA}"/>
              </a:ext>
            </a:extLst>
          </p:cNvPr>
          <p:cNvSpPr>
            <a:spLocks noGrp="1"/>
          </p:cNvSpPr>
          <p:nvPr>
            <p:ph type="body" sz="quarter" idx="28" hasCustomPrompt="1"/>
          </p:nvPr>
        </p:nvSpPr>
        <p:spPr>
          <a:xfrm>
            <a:off x="2543412" y="1700997"/>
            <a:ext cx="1812565" cy="2398248"/>
          </a:xfrm>
          <a:noFill/>
        </p:spPr>
        <p:txBody>
          <a:bodyPr anchor="t"/>
          <a:lstStyle>
            <a:lvl1pPr marL="0" indent="0">
              <a:buNone/>
              <a:defRPr sz="1200">
                <a:solidFill>
                  <a:schemeClr val="tx1"/>
                </a:solidFill>
              </a:defRPr>
            </a:lvl1pPr>
          </a:lstStyle>
          <a:p>
            <a:pPr lvl="0"/>
            <a:r>
              <a:rPr lang="en-NL"/>
              <a:t>Text</a:t>
            </a:r>
            <a:endParaRPr lang="nl-NL"/>
          </a:p>
        </p:txBody>
      </p:sp>
      <p:sp>
        <p:nvSpPr>
          <p:cNvPr id="39" name="Text Placeholder 8">
            <a:extLst>
              <a:ext uri="{FF2B5EF4-FFF2-40B4-BE49-F238E27FC236}">
                <a16:creationId xmlns:a16="http://schemas.microsoft.com/office/drawing/2014/main" id="{484A7BBE-8700-471C-A8E2-8EAE3B5487BF}"/>
              </a:ext>
            </a:extLst>
          </p:cNvPr>
          <p:cNvSpPr>
            <a:spLocks noGrp="1"/>
          </p:cNvSpPr>
          <p:nvPr>
            <p:ph type="body" sz="quarter" idx="29" hasCustomPrompt="1"/>
          </p:nvPr>
        </p:nvSpPr>
        <p:spPr>
          <a:xfrm>
            <a:off x="351390" y="1700997"/>
            <a:ext cx="1772339" cy="2398248"/>
          </a:xfrm>
          <a:noFill/>
        </p:spPr>
        <p:txBody>
          <a:bodyPr anchor="t"/>
          <a:lstStyle>
            <a:lvl1pPr marL="0" indent="0">
              <a:buNone/>
              <a:defRPr sz="1200">
                <a:solidFill>
                  <a:schemeClr val="tx1"/>
                </a:solidFill>
              </a:defRPr>
            </a:lvl1pPr>
          </a:lstStyle>
          <a:p>
            <a:pPr lvl="0"/>
            <a:r>
              <a:rPr lang="en-NL"/>
              <a:t>Text</a:t>
            </a:r>
            <a:endParaRPr lang="nl-NL"/>
          </a:p>
        </p:txBody>
      </p:sp>
      <p:sp>
        <p:nvSpPr>
          <p:cNvPr id="40" name="Text Placeholder 8">
            <a:extLst>
              <a:ext uri="{FF2B5EF4-FFF2-40B4-BE49-F238E27FC236}">
                <a16:creationId xmlns:a16="http://schemas.microsoft.com/office/drawing/2014/main" id="{107C6B67-9918-4228-8DFD-6B20B2F60591}"/>
              </a:ext>
            </a:extLst>
          </p:cNvPr>
          <p:cNvSpPr>
            <a:spLocks noGrp="1"/>
          </p:cNvSpPr>
          <p:nvPr>
            <p:ph type="body" sz="quarter" idx="30" hasCustomPrompt="1"/>
          </p:nvPr>
        </p:nvSpPr>
        <p:spPr>
          <a:xfrm>
            <a:off x="4745772" y="1700997"/>
            <a:ext cx="1770445" cy="2398248"/>
          </a:xfrm>
          <a:noFill/>
        </p:spPr>
        <p:txBody>
          <a:bodyPr anchor="t"/>
          <a:lstStyle>
            <a:lvl1pPr marL="0" indent="0">
              <a:buNone/>
              <a:defRPr sz="1200">
                <a:solidFill>
                  <a:schemeClr val="tx1"/>
                </a:solidFill>
              </a:defRPr>
            </a:lvl1pPr>
          </a:lstStyle>
          <a:p>
            <a:pPr lvl="0"/>
            <a:r>
              <a:rPr lang="en-NL"/>
              <a:t>Text</a:t>
            </a:r>
            <a:endParaRPr lang="nl-NL"/>
          </a:p>
        </p:txBody>
      </p:sp>
      <p:sp>
        <p:nvSpPr>
          <p:cNvPr id="41" name="Text Placeholder 8">
            <a:extLst>
              <a:ext uri="{FF2B5EF4-FFF2-40B4-BE49-F238E27FC236}">
                <a16:creationId xmlns:a16="http://schemas.microsoft.com/office/drawing/2014/main" id="{84AB07F1-D9C8-4368-B996-FB5E2788FAFE}"/>
              </a:ext>
            </a:extLst>
          </p:cNvPr>
          <p:cNvSpPr>
            <a:spLocks noGrp="1"/>
          </p:cNvSpPr>
          <p:nvPr>
            <p:ph type="body" sz="quarter" idx="31" hasCustomPrompt="1"/>
          </p:nvPr>
        </p:nvSpPr>
        <p:spPr>
          <a:xfrm>
            <a:off x="6948132" y="1700176"/>
            <a:ext cx="1770445" cy="2398248"/>
          </a:xfrm>
          <a:noFill/>
        </p:spPr>
        <p:txBody>
          <a:bodyPr anchor="t"/>
          <a:lstStyle>
            <a:lvl1pPr marL="0" indent="0">
              <a:buNone/>
              <a:defRPr sz="1200">
                <a:solidFill>
                  <a:schemeClr val="tx1"/>
                </a:solidFill>
              </a:defRPr>
            </a:lvl1pPr>
          </a:lstStyle>
          <a:p>
            <a:pPr lvl="0"/>
            <a:r>
              <a:rPr lang="en-NL"/>
              <a:t>Text</a:t>
            </a:r>
            <a:endParaRPr lang="nl-NL"/>
          </a:p>
        </p:txBody>
      </p:sp>
      <p:sp>
        <p:nvSpPr>
          <p:cNvPr id="17" name="Slide Number Placeholder 5">
            <a:extLst>
              <a:ext uri="{FF2B5EF4-FFF2-40B4-BE49-F238E27FC236}">
                <a16:creationId xmlns:a16="http://schemas.microsoft.com/office/drawing/2014/main" id="{32F8D518-5069-4004-96C3-21D31DA7106C}"/>
              </a:ext>
            </a:extLst>
          </p:cNvPr>
          <p:cNvSpPr>
            <a:spLocks noGrp="1"/>
          </p:cNvSpPr>
          <p:nvPr>
            <p:ph type="sldNum" sz="quarter" idx="4"/>
          </p:nvPr>
        </p:nvSpPr>
        <p:spPr>
          <a:xfrm>
            <a:off x="4350366" y="4782569"/>
            <a:ext cx="443268" cy="216025"/>
          </a:xfrm>
          <a:prstGeom prst="rect">
            <a:avLst/>
          </a:prstGeom>
        </p:spPr>
        <p:txBody>
          <a:bodyPr vert="horz" lIns="91440" tIns="45720" rIns="91440" bIns="45720" rtlCol="0" anchor="ctr"/>
          <a:lstStyle>
            <a:lvl1pPr algn="ctr">
              <a:defRPr sz="1000">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964848477"/>
      </p:ext>
    </p:extLst>
  </p:cSld>
  <p:clrMapOvr>
    <a:masterClrMapping/>
  </p:clrMapOvr>
  <p:hf hdr="0" ftr="0" dt="0"/>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5-step approach">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5" name="Arrow: Chevron 4">
            <a:extLst>
              <a:ext uri="{FF2B5EF4-FFF2-40B4-BE49-F238E27FC236}">
                <a16:creationId xmlns:a16="http://schemas.microsoft.com/office/drawing/2014/main" id="{7F25E1A7-5687-474A-8770-B27BD9D8ABB3}"/>
              </a:ext>
            </a:extLst>
          </p:cNvPr>
          <p:cNvSpPr/>
          <p:nvPr userDrawn="1"/>
        </p:nvSpPr>
        <p:spPr>
          <a:xfrm>
            <a:off x="323463" y="1121718"/>
            <a:ext cx="1728326" cy="318820"/>
          </a:xfrm>
          <a:custGeom>
            <a:avLst/>
            <a:gdLst>
              <a:gd name="connsiteX0" fmla="*/ 0 w 1944216"/>
              <a:gd name="connsiteY0" fmla="*/ 0 h 318820"/>
              <a:gd name="connsiteX1" fmla="*/ 1784806 w 1944216"/>
              <a:gd name="connsiteY1" fmla="*/ 0 h 318820"/>
              <a:gd name="connsiteX2" fmla="*/ 1944216 w 1944216"/>
              <a:gd name="connsiteY2" fmla="*/ 159410 h 318820"/>
              <a:gd name="connsiteX3" fmla="*/ 1784806 w 1944216"/>
              <a:gd name="connsiteY3" fmla="*/ 318820 h 318820"/>
              <a:gd name="connsiteX4" fmla="*/ 0 w 1944216"/>
              <a:gd name="connsiteY4" fmla="*/ 318820 h 318820"/>
              <a:gd name="connsiteX5" fmla="*/ 159410 w 1944216"/>
              <a:gd name="connsiteY5" fmla="*/ 159410 h 318820"/>
              <a:gd name="connsiteX6" fmla="*/ 0 w 1944216"/>
              <a:gd name="connsiteY6" fmla="*/ 0 h 318820"/>
              <a:gd name="connsiteX0" fmla="*/ 134 w 1944350"/>
              <a:gd name="connsiteY0" fmla="*/ 0 h 318820"/>
              <a:gd name="connsiteX1" fmla="*/ 1784940 w 1944350"/>
              <a:gd name="connsiteY1" fmla="*/ 0 h 318820"/>
              <a:gd name="connsiteX2" fmla="*/ 1944350 w 1944350"/>
              <a:gd name="connsiteY2" fmla="*/ 159410 h 318820"/>
              <a:gd name="connsiteX3" fmla="*/ 1784940 w 1944350"/>
              <a:gd name="connsiteY3" fmla="*/ 318820 h 318820"/>
              <a:gd name="connsiteX4" fmla="*/ 134 w 1944350"/>
              <a:gd name="connsiteY4" fmla="*/ 318820 h 318820"/>
              <a:gd name="connsiteX5" fmla="*/ 0 w 1944350"/>
              <a:gd name="connsiteY5" fmla="*/ 159410 h 318820"/>
              <a:gd name="connsiteX6" fmla="*/ 134 w 1944350"/>
              <a:gd name="connsiteY6" fmla="*/ 0 h 31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350" h="318820">
                <a:moveTo>
                  <a:pt x="134" y="0"/>
                </a:moveTo>
                <a:lnTo>
                  <a:pt x="1784940" y="0"/>
                </a:lnTo>
                <a:lnTo>
                  <a:pt x="1944350" y="159410"/>
                </a:lnTo>
                <a:lnTo>
                  <a:pt x="1784940" y="318820"/>
                </a:lnTo>
                <a:lnTo>
                  <a:pt x="134" y="318820"/>
                </a:lnTo>
                <a:cubicBezTo>
                  <a:pt x="89" y="265683"/>
                  <a:pt x="45" y="212547"/>
                  <a:pt x="0" y="159410"/>
                </a:cubicBezTo>
                <a:cubicBezTo>
                  <a:pt x="45" y="106273"/>
                  <a:pt x="89" y="53137"/>
                  <a:pt x="134" y="0"/>
                </a:cubicBezTo>
                <a:close/>
              </a:path>
            </a:pathLst>
          </a:cu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solidFill>
                <a:schemeClr val="tx1"/>
              </a:solidFill>
            </a:endParaRPr>
          </a:p>
        </p:txBody>
      </p:sp>
      <p:sp>
        <p:nvSpPr>
          <p:cNvPr id="7" name="Arrow: Chevron 6">
            <a:extLst>
              <a:ext uri="{FF2B5EF4-FFF2-40B4-BE49-F238E27FC236}">
                <a16:creationId xmlns:a16="http://schemas.microsoft.com/office/drawing/2014/main" id="{94360271-E532-428D-9B25-8618125630EA}"/>
              </a:ext>
            </a:extLst>
          </p:cNvPr>
          <p:cNvSpPr/>
          <p:nvPr userDrawn="1"/>
        </p:nvSpPr>
        <p:spPr>
          <a:xfrm>
            <a:off x="2082991" y="1121718"/>
            <a:ext cx="1728326"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solidFill>
                <a:schemeClr val="tx1"/>
              </a:solidFill>
            </a:endParaRPr>
          </a:p>
        </p:txBody>
      </p:sp>
      <p:sp>
        <p:nvSpPr>
          <p:cNvPr id="26" name="Arrow: Chevron 25">
            <a:extLst>
              <a:ext uri="{FF2B5EF4-FFF2-40B4-BE49-F238E27FC236}">
                <a16:creationId xmlns:a16="http://schemas.microsoft.com/office/drawing/2014/main" id="{04989A16-12EB-416A-9C34-B3BF190320EC}"/>
              </a:ext>
            </a:extLst>
          </p:cNvPr>
          <p:cNvSpPr/>
          <p:nvPr userDrawn="1"/>
        </p:nvSpPr>
        <p:spPr>
          <a:xfrm>
            <a:off x="3842452" y="1112457"/>
            <a:ext cx="1728326"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solidFill>
                <a:schemeClr val="tx1"/>
              </a:solidFill>
            </a:endParaRPr>
          </a:p>
        </p:txBody>
      </p:sp>
      <p:sp>
        <p:nvSpPr>
          <p:cNvPr id="27" name="Arrow: Chevron 26">
            <a:extLst>
              <a:ext uri="{FF2B5EF4-FFF2-40B4-BE49-F238E27FC236}">
                <a16:creationId xmlns:a16="http://schemas.microsoft.com/office/drawing/2014/main" id="{9DE63500-CD6F-45A0-9B46-A89F7E248263}"/>
              </a:ext>
            </a:extLst>
          </p:cNvPr>
          <p:cNvSpPr/>
          <p:nvPr userDrawn="1"/>
        </p:nvSpPr>
        <p:spPr>
          <a:xfrm>
            <a:off x="5601915" y="1112457"/>
            <a:ext cx="1728326"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solidFill>
                <a:schemeClr val="tx1"/>
              </a:solidFill>
            </a:endParaRPr>
          </a:p>
        </p:txBody>
      </p:sp>
      <p:sp>
        <p:nvSpPr>
          <p:cNvPr id="17" name="Arrow: Chevron 16">
            <a:extLst>
              <a:ext uri="{FF2B5EF4-FFF2-40B4-BE49-F238E27FC236}">
                <a16:creationId xmlns:a16="http://schemas.microsoft.com/office/drawing/2014/main" id="{9DE63500-CD6F-45A0-9B46-A89F7E248263}"/>
              </a:ext>
            </a:extLst>
          </p:cNvPr>
          <p:cNvSpPr/>
          <p:nvPr userDrawn="1"/>
        </p:nvSpPr>
        <p:spPr>
          <a:xfrm>
            <a:off x="7361377" y="1118973"/>
            <a:ext cx="1728326" cy="318820"/>
          </a:xfrm>
          <a:prstGeom prst="chevron">
            <a:avLst/>
          </a:prstGeom>
          <a:gradFill>
            <a:gsLst>
              <a:gs pos="80000">
                <a:srgbClr val="0089C4"/>
              </a:gs>
              <a:gs pos="19000">
                <a:srgbClr val="0066A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NL" sz="1800">
              <a:solidFill>
                <a:schemeClr val="tx1"/>
              </a:solidFill>
            </a:endParaRPr>
          </a:p>
        </p:txBody>
      </p:sp>
      <p:sp>
        <p:nvSpPr>
          <p:cNvPr id="31" name="Text Placeholder 8">
            <a:extLst>
              <a:ext uri="{FF2B5EF4-FFF2-40B4-BE49-F238E27FC236}">
                <a16:creationId xmlns:a16="http://schemas.microsoft.com/office/drawing/2014/main" id="{F419EF1E-05FD-4165-93F1-E95735AB2103}"/>
              </a:ext>
            </a:extLst>
          </p:cNvPr>
          <p:cNvSpPr>
            <a:spLocks noGrp="1"/>
          </p:cNvSpPr>
          <p:nvPr>
            <p:ph type="body" sz="quarter" idx="21" hasCustomPrompt="1"/>
          </p:nvPr>
        </p:nvSpPr>
        <p:spPr>
          <a:xfrm>
            <a:off x="390834" y="1126863"/>
            <a:ext cx="1510538" cy="305740"/>
          </a:xfrm>
          <a:noFill/>
        </p:spPr>
        <p:txBody>
          <a:bodyPr anchor="t"/>
          <a:lstStyle>
            <a:lvl1pPr marL="0" indent="0" algn="ctr">
              <a:buNone/>
              <a:defRPr sz="1400" b="1">
                <a:solidFill>
                  <a:schemeClr val="bg1"/>
                </a:solidFill>
              </a:defRPr>
            </a:lvl1pPr>
          </a:lstStyle>
          <a:p>
            <a:pPr lvl="0"/>
            <a:r>
              <a:rPr lang="en-NL"/>
              <a:t>Text</a:t>
            </a:r>
            <a:endParaRPr lang="nl-NL"/>
          </a:p>
        </p:txBody>
      </p:sp>
      <p:sp>
        <p:nvSpPr>
          <p:cNvPr id="35" name="Text Placeholder 8">
            <a:extLst>
              <a:ext uri="{FF2B5EF4-FFF2-40B4-BE49-F238E27FC236}">
                <a16:creationId xmlns:a16="http://schemas.microsoft.com/office/drawing/2014/main" id="{3ACDE5C7-87E3-483D-AB5E-E479F4CC9DE9}"/>
              </a:ext>
            </a:extLst>
          </p:cNvPr>
          <p:cNvSpPr>
            <a:spLocks noGrp="1"/>
          </p:cNvSpPr>
          <p:nvPr>
            <p:ph type="body" sz="quarter" idx="25" hasCustomPrompt="1"/>
          </p:nvPr>
        </p:nvSpPr>
        <p:spPr>
          <a:xfrm>
            <a:off x="2243075" y="1126863"/>
            <a:ext cx="1407600" cy="307136"/>
          </a:xfrm>
          <a:noFill/>
        </p:spPr>
        <p:txBody>
          <a:bodyPr anchor="t"/>
          <a:lstStyle>
            <a:lvl1pPr marL="0" indent="0" algn="ctr">
              <a:buNone/>
              <a:defRPr sz="1400" b="1">
                <a:solidFill>
                  <a:schemeClr val="bg1"/>
                </a:solidFill>
              </a:defRPr>
            </a:lvl1pPr>
          </a:lstStyle>
          <a:p>
            <a:pPr lvl="0"/>
            <a:r>
              <a:rPr lang="en-NL"/>
              <a:t>Text</a:t>
            </a:r>
            <a:endParaRPr lang="nl-NL"/>
          </a:p>
        </p:txBody>
      </p:sp>
      <p:sp>
        <p:nvSpPr>
          <p:cNvPr id="36" name="Text Placeholder 8">
            <a:extLst>
              <a:ext uri="{FF2B5EF4-FFF2-40B4-BE49-F238E27FC236}">
                <a16:creationId xmlns:a16="http://schemas.microsoft.com/office/drawing/2014/main" id="{07F7326B-0646-429D-96C8-EF7B92FD378E}"/>
              </a:ext>
            </a:extLst>
          </p:cNvPr>
          <p:cNvSpPr>
            <a:spLocks noGrp="1"/>
          </p:cNvSpPr>
          <p:nvPr>
            <p:ph type="body" sz="quarter" idx="26" hasCustomPrompt="1"/>
          </p:nvPr>
        </p:nvSpPr>
        <p:spPr>
          <a:xfrm>
            <a:off x="5752397" y="1118973"/>
            <a:ext cx="1407600" cy="305740"/>
          </a:xfrm>
          <a:noFill/>
        </p:spPr>
        <p:txBody>
          <a:bodyPr anchor="t"/>
          <a:lstStyle>
            <a:lvl1pPr marL="0" indent="0" algn="ctr">
              <a:buNone/>
              <a:defRPr sz="1400" b="1">
                <a:solidFill>
                  <a:schemeClr val="bg1"/>
                </a:solidFill>
              </a:defRPr>
            </a:lvl1pPr>
          </a:lstStyle>
          <a:p>
            <a:pPr lvl="0"/>
            <a:r>
              <a:rPr lang="en-NL"/>
              <a:t>Text</a:t>
            </a:r>
            <a:endParaRPr lang="nl-NL"/>
          </a:p>
        </p:txBody>
      </p:sp>
      <p:sp>
        <p:nvSpPr>
          <p:cNvPr id="37" name="Text Placeholder 8">
            <a:extLst>
              <a:ext uri="{FF2B5EF4-FFF2-40B4-BE49-F238E27FC236}">
                <a16:creationId xmlns:a16="http://schemas.microsoft.com/office/drawing/2014/main" id="{51457872-90A5-488A-AC4F-26E3B11735B6}"/>
              </a:ext>
            </a:extLst>
          </p:cNvPr>
          <p:cNvSpPr>
            <a:spLocks noGrp="1"/>
          </p:cNvSpPr>
          <p:nvPr>
            <p:ph type="body" sz="quarter" idx="27" hasCustomPrompt="1"/>
          </p:nvPr>
        </p:nvSpPr>
        <p:spPr>
          <a:xfrm>
            <a:off x="7519396" y="1122797"/>
            <a:ext cx="1407600" cy="305740"/>
          </a:xfrm>
          <a:noFill/>
        </p:spPr>
        <p:txBody>
          <a:bodyPr anchor="t"/>
          <a:lstStyle>
            <a:lvl1pPr marL="0" indent="0" algn="ctr">
              <a:buNone/>
              <a:defRPr sz="1400" b="1">
                <a:solidFill>
                  <a:schemeClr val="bg1"/>
                </a:solidFill>
              </a:defRPr>
            </a:lvl1pPr>
          </a:lstStyle>
          <a:p>
            <a:pPr lvl="0"/>
            <a:r>
              <a:rPr lang="en-NL"/>
              <a:t>Text</a:t>
            </a:r>
            <a:endParaRPr lang="nl-NL"/>
          </a:p>
        </p:txBody>
      </p:sp>
      <p:sp>
        <p:nvSpPr>
          <p:cNvPr id="18" name="Text Placeholder 8">
            <a:extLst>
              <a:ext uri="{FF2B5EF4-FFF2-40B4-BE49-F238E27FC236}">
                <a16:creationId xmlns:a16="http://schemas.microsoft.com/office/drawing/2014/main" id="{FCFA60F3-803B-48F5-BDC1-4A71389CAF35}"/>
              </a:ext>
            </a:extLst>
          </p:cNvPr>
          <p:cNvSpPr>
            <a:spLocks noGrp="1"/>
          </p:cNvSpPr>
          <p:nvPr>
            <p:ph type="body" sz="quarter" idx="32" hasCustomPrompt="1"/>
          </p:nvPr>
        </p:nvSpPr>
        <p:spPr>
          <a:xfrm>
            <a:off x="4006319" y="1115718"/>
            <a:ext cx="1406440" cy="305740"/>
          </a:xfrm>
          <a:noFill/>
        </p:spPr>
        <p:txBody>
          <a:bodyPr anchor="t"/>
          <a:lstStyle>
            <a:lvl1pPr marL="0" indent="0" algn="ctr">
              <a:buNone/>
              <a:defRPr sz="1400" b="1">
                <a:solidFill>
                  <a:schemeClr val="bg1"/>
                </a:solidFill>
              </a:defRPr>
            </a:lvl1pPr>
          </a:lstStyle>
          <a:p>
            <a:pPr lvl="0"/>
            <a:r>
              <a:rPr lang="en-NL"/>
              <a:t>Text</a:t>
            </a:r>
            <a:endParaRPr lang="nl-NL"/>
          </a:p>
        </p:txBody>
      </p:sp>
      <p:sp>
        <p:nvSpPr>
          <p:cNvPr id="19" name="Text Placeholder 8">
            <a:extLst>
              <a:ext uri="{FF2B5EF4-FFF2-40B4-BE49-F238E27FC236}">
                <a16:creationId xmlns:a16="http://schemas.microsoft.com/office/drawing/2014/main" id="{5DEEC6AB-D549-4139-9CAA-F6364D201DD4}"/>
              </a:ext>
            </a:extLst>
          </p:cNvPr>
          <p:cNvSpPr>
            <a:spLocks noGrp="1"/>
          </p:cNvSpPr>
          <p:nvPr>
            <p:ph type="body" sz="quarter" idx="33" hasCustomPrompt="1"/>
          </p:nvPr>
        </p:nvSpPr>
        <p:spPr>
          <a:xfrm>
            <a:off x="2082991" y="1718698"/>
            <a:ext cx="1552906" cy="2398248"/>
          </a:xfrm>
          <a:noFill/>
        </p:spPr>
        <p:txBody>
          <a:bodyPr anchor="t"/>
          <a:lstStyle>
            <a:lvl1pPr marL="0" indent="0">
              <a:buNone/>
              <a:defRPr sz="1200">
                <a:solidFill>
                  <a:schemeClr val="tx1"/>
                </a:solidFill>
              </a:defRPr>
            </a:lvl1pPr>
          </a:lstStyle>
          <a:p>
            <a:pPr lvl="0"/>
            <a:r>
              <a:rPr lang="en-NL"/>
              <a:t>Text</a:t>
            </a:r>
            <a:endParaRPr lang="nl-NL"/>
          </a:p>
        </p:txBody>
      </p:sp>
      <p:sp>
        <p:nvSpPr>
          <p:cNvPr id="20" name="Text Placeholder 8">
            <a:extLst>
              <a:ext uri="{FF2B5EF4-FFF2-40B4-BE49-F238E27FC236}">
                <a16:creationId xmlns:a16="http://schemas.microsoft.com/office/drawing/2014/main" id="{A1E4FBB3-9A1A-427D-8A07-00EF319F4218}"/>
              </a:ext>
            </a:extLst>
          </p:cNvPr>
          <p:cNvSpPr>
            <a:spLocks noGrp="1"/>
          </p:cNvSpPr>
          <p:nvPr>
            <p:ph type="body" sz="quarter" idx="34" hasCustomPrompt="1"/>
          </p:nvPr>
        </p:nvSpPr>
        <p:spPr>
          <a:xfrm>
            <a:off x="323464" y="1709212"/>
            <a:ext cx="1571575" cy="2398248"/>
          </a:xfrm>
          <a:noFill/>
        </p:spPr>
        <p:txBody>
          <a:bodyPr anchor="t"/>
          <a:lstStyle>
            <a:lvl1pPr marL="0" indent="0">
              <a:buNone/>
              <a:defRPr sz="1200">
                <a:solidFill>
                  <a:schemeClr val="tx1"/>
                </a:solidFill>
              </a:defRPr>
            </a:lvl1pPr>
          </a:lstStyle>
          <a:p>
            <a:pPr lvl="0"/>
            <a:r>
              <a:rPr lang="en-NL"/>
              <a:t>Text</a:t>
            </a:r>
            <a:endParaRPr lang="nl-NL"/>
          </a:p>
        </p:txBody>
      </p:sp>
      <p:sp>
        <p:nvSpPr>
          <p:cNvPr id="21" name="Text Placeholder 8">
            <a:extLst>
              <a:ext uri="{FF2B5EF4-FFF2-40B4-BE49-F238E27FC236}">
                <a16:creationId xmlns:a16="http://schemas.microsoft.com/office/drawing/2014/main" id="{79FBA538-726F-4551-9F6D-8F26820577CB}"/>
              </a:ext>
            </a:extLst>
          </p:cNvPr>
          <p:cNvSpPr>
            <a:spLocks noGrp="1"/>
          </p:cNvSpPr>
          <p:nvPr>
            <p:ph type="body" sz="quarter" idx="35" hasCustomPrompt="1"/>
          </p:nvPr>
        </p:nvSpPr>
        <p:spPr>
          <a:xfrm>
            <a:off x="3836120" y="1718698"/>
            <a:ext cx="1590376" cy="2398248"/>
          </a:xfrm>
          <a:noFill/>
        </p:spPr>
        <p:txBody>
          <a:bodyPr anchor="t"/>
          <a:lstStyle>
            <a:lvl1pPr marL="0" indent="0">
              <a:buNone/>
              <a:defRPr sz="1200">
                <a:solidFill>
                  <a:schemeClr val="tx1"/>
                </a:solidFill>
              </a:defRPr>
            </a:lvl1pPr>
          </a:lstStyle>
          <a:p>
            <a:pPr lvl="0"/>
            <a:r>
              <a:rPr lang="en-NL"/>
              <a:t>Text</a:t>
            </a:r>
            <a:endParaRPr lang="nl-NL"/>
          </a:p>
        </p:txBody>
      </p:sp>
      <p:sp>
        <p:nvSpPr>
          <p:cNvPr id="22" name="Text Placeholder 8">
            <a:extLst>
              <a:ext uri="{FF2B5EF4-FFF2-40B4-BE49-F238E27FC236}">
                <a16:creationId xmlns:a16="http://schemas.microsoft.com/office/drawing/2014/main" id="{2943EEF1-9AB6-4E68-BEDE-5FA396534523}"/>
              </a:ext>
            </a:extLst>
          </p:cNvPr>
          <p:cNvSpPr>
            <a:spLocks noGrp="1"/>
          </p:cNvSpPr>
          <p:nvPr>
            <p:ph type="body" sz="quarter" idx="36" hasCustomPrompt="1"/>
          </p:nvPr>
        </p:nvSpPr>
        <p:spPr>
          <a:xfrm>
            <a:off x="5595647" y="1725273"/>
            <a:ext cx="1590309" cy="2398248"/>
          </a:xfrm>
          <a:noFill/>
        </p:spPr>
        <p:txBody>
          <a:bodyPr anchor="t"/>
          <a:lstStyle>
            <a:lvl1pPr marL="0" indent="0">
              <a:buNone/>
              <a:defRPr sz="1200">
                <a:solidFill>
                  <a:schemeClr val="tx1"/>
                </a:solidFill>
              </a:defRPr>
            </a:lvl1pPr>
          </a:lstStyle>
          <a:p>
            <a:pPr lvl="0"/>
            <a:r>
              <a:rPr lang="en-NL"/>
              <a:t>Text</a:t>
            </a:r>
            <a:endParaRPr lang="nl-NL"/>
          </a:p>
        </p:txBody>
      </p:sp>
      <p:sp>
        <p:nvSpPr>
          <p:cNvPr id="23" name="Text Placeholder 8">
            <a:extLst>
              <a:ext uri="{FF2B5EF4-FFF2-40B4-BE49-F238E27FC236}">
                <a16:creationId xmlns:a16="http://schemas.microsoft.com/office/drawing/2014/main" id="{95F24F8A-33A6-49E5-AEDF-A3CB79478975}"/>
              </a:ext>
            </a:extLst>
          </p:cNvPr>
          <p:cNvSpPr>
            <a:spLocks noGrp="1"/>
          </p:cNvSpPr>
          <p:nvPr>
            <p:ph type="body" sz="quarter" idx="37" hasCustomPrompt="1"/>
          </p:nvPr>
        </p:nvSpPr>
        <p:spPr>
          <a:xfrm>
            <a:off x="7355110" y="1725273"/>
            <a:ext cx="1609379" cy="2398248"/>
          </a:xfrm>
          <a:noFill/>
        </p:spPr>
        <p:txBody>
          <a:bodyPr anchor="t"/>
          <a:lstStyle>
            <a:lvl1pPr marL="0" indent="0">
              <a:buNone/>
              <a:defRPr sz="1200">
                <a:solidFill>
                  <a:schemeClr val="tx1"/>
                </a:solidFill>
              </a:defRPr>
            </a:lvl1pPr>
          </a:lstStyle>
          <a:p>
            <a:pPr lvl="0"/>
            <a:r>
              <a:rPr lang="en-NL"/>
              <a:t>Text</a:t>
            </a:r>
            <a:endParaRPr lang="nl-NL"/>
          </a:p>
        </p:txBody>
      </p:sp>
      <p:sp>
        <p:nvSpPr>
          <p:cNvPr id="24" name="Slide Number Placeholder 5">
            <a:extLst>
              <a:ext uri="{FF2B5EF4-FFF2-40B4-BE49-F238E27FC236}">
                <a16:creationId xmlns:a16="http://schemas.microsoft.com/office/drawing/2014/main" id="{E9CBF89F-A983-45FF-A8DB-224F59A587F6}"/>
              </a:ext>
            </a:extLst>
          </p:cNvPr>
          <p:cNvSpPr>
            <a:spLocks noGrp="1"/>
          </p:cNvSpPr>
          <p:nvPr>
            <p:ph type="sldNum" sz="quarter" idx="4"/>
          </p:nvPr>
        </p:nvSpPr>
        <p:spPr>
          <a:xfrm>
            <a:off x="4350366" y="4782569"/>
            <a:ext cx="443268" cy="216025"/>
          </a:xfrm>
          <a:prstGeom prst="rect">
            <a:avLst/>
          </a:prstGeom>
        </p:spPr>
        <p:txBody>
          <a:bodyPr vert="horz" lIns="91440" tIns="45720" rIns="91440" bIns="45720" rtlCol="0" anchor="ctr"/>
          <a:lstStyle>
            <a:lvl1pPr algn="ctr">
              <a:defRPr sz="1000">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102059175"/>
      </p:ext>
    </p:extLst>
  </p:cSld>
  <p:clrMapOvr>
    <a:masterClrMapping/>
  </p:clrMapOvr>
  <p:hf hdr="0" ftr="0" dt="0"/>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Journey Layout">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grpSp>
        <p:nvGrpSpPr>
          <p:cNvPr id="11" name="Group 10">
            <a:extLst>
              <a:ext uri="{FF2B5EF4-FFF2-40B4-BE49-F238E27FC236}">
                <a16:creationId xmlns:a16="http://schemas.microsoft.com/office/drawing/2014/main" id="{EC0F1EA0-BE57-403D-BF54-7207C9A81069}"/>
              </a:ext>
            </a:extLst>
          </p:cNvPr>
          <p:cNvGrpSpPr/>
          <p:nvPr userDrawn="1"/>
        </p:nvGrpSpPr>
        <p:grpSpPr>
          <a:xfrm>
            <a:off x="0" y="1468240"/>
            <a:ext cx="4932040" cy="2880320"/>
            <a:chOff x="0" y="1468240"/>
            <a:chExt cx="4932040" cy="2880320"/>
          </a:xfrm>
        </p:grpSpPr>
        <p:cxnSp>
          <p:nvCxnSpPr>
            <p:cNvPr id="50" name="Straight Connector 49">
              <a:extLst>
                <a:ext uri="{FF2B5EF4-FFF2-40B4-BE49-F238E27FC236}">
                  <a16:creationId xmlns:a16="http://schemas.microsoft.com/office/drawing/2014/main" id="{DDDFE6A3-5F12-4E2A-9887-00C8348F9767}"/>
                </a:ext>
              </a:extLst>
            </p:cNvPr>
            <p:cNvCxnSpPr>
              <a:cxnSpLocks/>
            </p:cNvCxnSpPr>
            <p:nvPr userDrawn="1"/>
          </p:nvCxnSpPr>
          <p:spPr>
            <a:xfrm>
              <a:off x="2123728" y="2908400"/>
              <a:ext cx="1224136" cy="0"/>
            </a:xfrm>
            <a:prstGeom prst="line">
              <a:avLst/>
            </a:prstGeom>
            <a:ln w="142875">
              <a:solidFill>
                <a:srgbClr val="ECECEC"/>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CF1435A-8742-4382-A1EA-CB588A5A4043}"/>
                </a:ext>
              </a:extLst>
            </p:cNvPr>
            <p:cNvCxnSpPr>
              <a:cxnSpLocks/>
            </p:cNvCxnSpPr>
            <p:nvPr userDrawn="1"/>
          </p:nvCxnSpPr>
          <p:spPr>
            <a:xfrm>
              <a:off x="3347864" y="2188320"/>
              <a:ext cx="1224136" cy="0"/>
            </a:xfrm>
            <a:prstGeom prst="line">
              <a:avLst/>
            </a:prstGeom>
            <a:ln w="142875">
              <a:solidFill>
                <a:srgbClr val="0066A1"/>
              </a:solidFill>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E7F35773-A414-4E93-8691-6CD9C38E73ED}"/>
                </a:ext>
              </a:extLst>
            </p:cNvPr>
            <p:cNvSpPr/>
            <p:nvPr userDrawn="1"/>
          </p:nvSpPr>
          <p:spPr>
            <a:xfrm>
              <a:off x="1763688" y="2908400"/>
              <a:ext cx="720080" cy="720080"/>
            </a:xfrm>
            <a:prstGeom prst="ellipse">
              <a:avLst/>
            </a:prstGeom>
            <a:noFill/>
            <a:ln w="142875">
              <a:solidFill>
                <a:srgbClr val="0066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800"/>
            </a:p>
          </p:txBody>
        </p:sp>
        <p:sp>
          <p:nvSpPr>
            <p:cNvPr id="47" name="Oval 46">
              <a:extLst>
                <a:ext uri="{FF2B5EF4-FFF2-40B4-BE49-F238E27FC236}">
                  <a16:creationId xmlns:a16="http://schemas.microsoft.com/office/drawing/2014/main" id="{A0B4D203-6696-42AE-BCC0-29C7E4B7E367}"/>
                </a:ext>
              </a:extLst>
            </p:cNvPr>
            <p:cNvSpPr/>
            <p:nvPr userDrawn="1"/>
          </p:nvSpPr>
          <p:spPr>
            <a:xfrm>
              <a:off x="2987824" y="2188320"/>
              <a:ext cx="720080" cy="720080"/>
            </a:xfrm>
            <a:prstGeom prst="ellipse">
              <a:avLst/>
            </a:prstGeom>
            <a:noFill/>
            <a:ln w="142875">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800"/>
            </a:p>
          </p:txBody>
        </p:sp>
        <p:sp>
          <p:nvSpPr>
            <p:cNvPr id="48" name="Oval 47">
              <a:extLst>
                <a:ext uri="{FF2B5EF4-FFF2-40B4-BE49-F238E27FC236}">
                  <a16:creationId xmlns:a16="http://schemas.microsoft.com/office/drawing/2014/main" id="{79038DA0-B765-4C3F-8CAB-6AE943455330}"/>
                </a:ext>
              </a:extLst>
            </p:cNvPr>
            <p:cNvSpPr/>
            <p:nvPr userDrawn="1"/>
          </p:nvSpPr>
          <p:spPr>
            <a:xfrm>
              <a:off x="4211960" y="1468240"/>
              <a:ext cx="720080" cy="720080"/>
            </a:xfrm>
            <a:prstGeom prst="ellipse">
              <a:avLst/>
            </a:prstGeom>
            <a:noFill/>
            <a:ln w="142875">
              <a:solidFill>
                <a:srgbClr val="0066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800"/>
            </a:p>
          </p:txBody>
        </p:sp>
        <p:cxnSp>
          <p:nvCxnSpPr>
            <p:cNvPr id="4" name="Straight Connector 3">
              <a:extLst>
                <a:ext uri="{FF2B5EF4-FFF2-40B4-BE49-F238E27FC236}">
                  <a16:creationId xmlns:a16="http://schemas.microsoft.com/office/drawing/2014/main" id="{91C445AF-7DF9-401C-A26E-4ACC01B16EE3}"/>
                </a:ext>
              </a:extLst>
            </p:cNvPr>
            <p:cNvCxnSpPr>
              <a:cxnSpLocks/>
            </p:cNvCxnSpPr>
            <p:nvPr userDrawn="1"/>
          </p:nvCxnSpPr>
          <p:spPr>
            <a:xfrm>
              <a:off x="0" y="4348560"/>
              <a:ext cx="924739" cy="0"/>
            </a:xfrm>
            <a:prstGeom prst="line">
              <a:avLst/>
            </a:prstGeom>
            <a:ln w="142875">
              <a:solidFill>
                <a:srgbClr val="ECECEC"/>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1C445AF-7DF9-401C-A26E-4ACC01B16EE3}"/>
                </a:ext>
              </a:extLst>
            </p:cNvPr>
            <p:cNvCxnSpPr>
              <a:cxnSpLocks/>
              <a:endCxn id="46" idx="4"/>
            </p:cNvCxnSpPr>
            <p:nvPr userDrawn="1"/>
          </p:nvCxnSpPr>
          <p:spPr>
            <a:xfrm>
              <a:off x="899592" y="3628480"/>
              <a:ext cx="1224136" cy="0"/>
            </a:xfrm>
            <a:prstGeom prst="line">
              <a:avLst/>
            </a:prstGeom>
            <a:ln w="142875">
              <a:solidFill>
                <a:srgbClr val="0066A1"/>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3263F4F-97E8-480A-BAB9-76658126C6B4}"/>
                </a:ext>
              </a:extLst>
            </p:cNvPr>
            <p:cNvSpPr/>
            <p:nvPr/>
          </p:nvSpPr>
          <p:spPr>
            <a:xfrm>
              <a:off x="539552" y="3628480"/>
              <a:ext cx="720080" cy="720080"/>
            </a:xfrm>
            <a:prstGeom prst="ellipse">
              <a:avLst/>
            </a:prstGeom>
            <a:noFill/>
            <a:ln w="142875">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800"/>
            </a:p>
          </p:txBody>
        </p:sp>
      </p:grpSp>
      <p:sp>
        <p:nvSpPr>
          <p:cNvPr id="52" name="Text Placeholder 8">
            <a:extLst>
              <a:ext uri="{FF2B5EF4-FFF2-40B4-BE49-F238E27FC236}">
                <a16:creationId xmlns:a16="http://schemas.microsoft.com/office/drawing/2014/main" id="{2CD0DCB8-D7E6-4BE3-B378-8A6678B61A2C}"/>
              </a:ext>
            </a:extLst>
          </p:cNvPr>
          <p:cNvSpPr>
            <a:spLocks noGrp="1"/>
          </p:cNvSpPr>
          <p:nvPr>
            <p:ph type="body" sz="quarter" idx="16" hasCustomPrompt="1"/>
          </p:nvPr>
        </p:nvSpPr>
        <p:spPr>
          <a:xfrm>
            <a:off x="5220073" y="1551943"/>
            <a:ext cx="3612887" cy="552674"/>
          </a:xfrm>
          <a:noFill/>
        </p:spPr>
        <p:txBody>
          <a:bodyPr anchor="ctr"/>
          <a:lstStyle>
            <a:lvl1pPr marL="0" indent="0">
              <a:buNone/>
              <a:defRPr sz="1400">
                <a:solidFill>
                  <a:schemeClr val="tx1"/>
                </a:solidFill>
              </a:defRPr>
            </a:lvl1pPr>
          </a:lstStyle>
          <a:p>
            <a:pPr lvl="0"/>
            <a:r>
              <a:rPr lang="en-NL"/>
              <a:t>Text</a:t>
            </a:r>
            <a:endParaRPr lang="nl-NL"/>
          </a:p>
        </p:txBody>
      </p:sp>
      <p:sp>
        <p:nvSpPr>
          <p:cNvPr id="54" name="Text Placeholder 8">
            <a:extLst>
              <a:ext uri="{FF2B5EF4-FFF2-40B4-BE49-F238E27FC236}">
                <a16:creationId xmlns:a16="http://schemas.microsoft.com/office/drawing/2014/main" id="{93280910-E7C1-4705-8C19-A033896EA99F}"/>
              </a:ext>
            </a:extLst>
          </p:cNvPr>
          <p:cNvSpPr>
            <a:spLocks noGrp="1"/>
          </p:cNvSpPr>
          <p:nvPr>
            <p:ph type="body" sz="quarter" idx="17" hasCustomPrompt="1"/>
          </p:nvPr>
        </p:nvSpPr>
        <p:spPr>
          <a:xfrm>
            <a:off x="3959932" y="2276910"/>
            <a:ext cx="4873027" cy="552674"/>
          </a:xfrm>
          <a:noFill/>
        </p:spPr>
        <p:txBody>
          <a:bodyPr anchor="ctr"/>
          <a:lstStyle>
            <a:lvl1pPr marL="0" indent="0">
              <a:buNone/>
              <a:defRPr sz="1400">
                <a:solidFill>
                  <a:schemeClr val="tx1"/>
                </a:solidFill>
              </a:defRPr>
            </a:lvl1pPr>
          </a:lstStyle>
          <a:p>
            <a:pPr lvl="0"/>
            <a:r>
              <a:rPr lang="en-NL"/>
              <a:t>Text</a:t>
            </a:r>
            <a:endParaRPr lang="nl-NL"/>
          </a:p>
        </p:txBody>
      </p:sp>
      <p:sp>
        <p:nvSpPr>
          <p:cNvPr id="55" name="Text Placeholder 8">
            <a:extLst>
              <a:ext uri="{FF2B5EF4-FFF2-40B4-BE49-F238E27FC236}">
                <a16:creationId xmlns:a16="http://schemas.microsoft.com/office/drawing/2014/main" id="{4A96050C-0B2B-4C3C-866D-66DBAD47A024}"/>
              </a:ext>
            </a:extLst>
          </p:cNvPr>
          <p:cNvSpPr>
            <a:spLocks noGrp="1"/>
          </p:cNvSpPr>
          <p:nvPr>
            <p:ph type="body" sz="quarter" idx="18" hasCustomPrompt="1"/>
          </p:nvPr>
        </p:nvSpPr>
        <p:spPr>
          <a:xfrm>
            <a:off x="2735796" y="2992143"/>
            <a:ext cx="6097162" cy="552674"/>
          </a:xfrm>
          <a:noFill/>
        </p:spPr>
        <p:txBody>
          <a:bodyPr anchor="ctr"/>
          <a:lstStyle>
            <a:lvl1pPr marL="0" indent="0">
              <a:buNone/>
              <a:defRPr sz="1400">
                <a:solidFill>
                  <a:schemeClr val="tx1"/>
                </a:solidFill>
              </a:defRPr>
            </a:lvl1pPr>
          </a:lstStyle>
          <a:p>
            <a:pPr lvl="0"/>
            <a:r>
              <a:rPr lang="en-NL"/>
              <a:t>Text</a:t>
            </a:r>
            <a:endParaRPr lang="nl-NL"/>
          </a:p>
        </p:txBody>
      </p:sp>
      <p:sp>
        <p:nvSpPr>
          <p:cNvPr id="56" name="Text Placeholder 8">
            <a:extLst>
              <a:ext uri="{FF2B5EF4-FFF2-40B4-BE49-F238E27FC236}">
                <a16:creationId xmlns:a16="http://schemas.microsoft.com/office/drawing/2014/main" id="{C716C054-078C-48BC-894E-0639451C5A12}"/>
              </a:ext>
            </a:extLst>
          </p:cNvPr>
          <p:cNvSpPr>
            <a:spLocks noGrp="1"/>
          </p:cNvSpPr>
          <p:nvPr>
            <p:ph type="body" sz="quarter" idx="19" hasCustomPrompt="1"/>
          </p:nvPr>
        </p:nvSpPr>
        <p:spPr>
          <a:xfrm>
            <a:off x="1571182" y="3712183"/>
            <a:ext cx="7261776" cy="552674"/>
          </a:xfrm>
          <a:noFill/>
        </p:spPr>
        <p:txBody>
          <a:bodyPr anchor="ctr"/>
          <a:lstStyle>
            <a:lvl1pPr marL="0" indent="0">
              <a:buNone/>
              <a:defRPr sz="1400">
                <a:solidFill>
                  <a:schemeClr val="tx1"/>
                </a:solidFill>
              </a:defRPr>
            </a:lvl1pPr>
          </a:lstStyle>
          <a:p>
            <a:pPr lvl="0"/>
            <a:r>
              <a:rPr lang="en-NL"/>
              <a:t>Text</a:t>
            </a:r>
            <a:endParaRPr lang="nl-NL"/>
          </a:p>
        </p:txBody>
      </p:sp>
      <p:sp>
        <p:nvSpPr>
          <p:cNvPr id="18" name="Slide Number Placeholder 5">
            <a:extLst>
              <a:ext uri="{FF2B5EF4-FFF2-40B4-BE49-F238E27FC236}">
                <a16:creationId xmlns:a16="http://schemas.microsoft.com/office/drawing/2014/main" id="{370CCA07-CA03-4083-8B66-D974337D1B39}"/>
              </a:ext>
            </a:extLst>
          </p:cNvPr>
          <p:cNvSpPr>
            <a:spLocks noGrp="1"/>
          </p:cNvSpPr>
          <p:nvPr>
            <p:ph type="sldNum" sz="quarter" idx="4"/>
          </p:nvPr>
        </p:nvSpPr>
        <p:spPr>
          <a:xfrm>
            <a:off x="4350366" y="4782569"/>
            <a:ext cx="443268" cy="216025"/>
          </a:xfrm>
          <a:prstGeom prst="rect">
            <a:avLst/>
          </a:prstGeom>
        </p:spPr>
        <p:txBody>
          <a:bodyPr vert="horz" lIns="91440" tIns="45720" rIns="91440" bIns="45720" rtlCol="0" anchor="ctr"/>
          <a:lstStyle>
            <a:lvl1pPr algn="ctr">
              <a:defRPr sz="1000">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58811851"/>
      </p:ext>
    </p:extLst>
  </p:cSld>
  <p:clrMapOvr>
    <a:masterClrMapping/>
  </p:clrMapOvr>
  <p:hf hdr="0" ftr="0" dt="0"/>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meline layout">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40301" y="123478"/>
            <a:ext cx="8724188" cy="720080"/>
          </a:xfrm>
        </p:spPr>
        <p:txBody>
          <a:bodyPr/>
          <a:lstStyle>
            <a:lvl1pPr>
              <a:defRPr>
                <a:solidFill>
                  <a:srgbClr val="0066A1"/>
                </a:solidFill>
              </a:defRPr>
            </a:lvl1pPr>
          </a:lstStyle>
          <a:p>
            <a:r>
              <a:rPr lang="en-US"/>
              <a:t>Click to edit the header</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19" name="Picture Placeholder 27">
            <a:extLst>
              <a:ext uri="{FF2B5EF4-FFF2-40B4-BE49-F238E27FC236}">
                <a16:creationId xmlns:a16="http://schemas.microsoft.com/office/drawing/2014/main" id="{DD693775-5DD2-4F9F-8BA0-A1116F47A512}"/>
              </a:ext>
            </a:extLst>
          </p:cNvPr>
          <p:cNvSpPr>
            <a:spLocks noGrp="1"/>
          </p:cNvSpPr>
          <p:nvPr>
            <p:ph type="pic" sz="quarter" idx="11" hasCustomPrompt="1"/>
          </p:nvPr>
        </p:nvSpPr>
        <p:spPr>
          <a:xfrm>
            <a:off x="323528" y="2379588"/>
            <a:ext cx="912796" cy="912796"/>
          </a:xfrm>
          <a:prstGeom prst="ellipse">
            <a:avLst/>
          </a:prstGeom>
          <a:ln w="38100">
            <a:solidFill>
              <a:srgbClr val="0066A1"/>
            </a:solidFill>
          </a:ln>
        </p:spPr>
        <p:txBody>
          <a:bodyPr anchor="ctr"/>
          <a:lstStyle>
            <a:lvl1pPr marL="0" indent="0" algn="ctr">
              <a:buNone/>
              <a:defRPr sz="1050"/>
            </a:lvl1pPr>
          </a:lstStyle>
          <a:p>
            <a:r>
              <a:rPr lang="en-NL"/>
              <a:t>Picture</a:t>
            </a:r>
            <a:endParaRPr lang="nl-NL"/>
          </a:p>
        </p:txBody>
      </p:sp>
      <p:sp>
        <p:nvSpPr>
          <p:cNvPr id="20" name="Picture Placeholder 27">
            <a:extLst>
              <a:ext uri="{FF2B5EF4-FFF2-40B4-BE49-F238E27FC236}">
                <a16:creationId xmlns:a16="http://schemas.microsoft.com/office/drawing/2014/main" id="{24C618AE-99E1-4546-82E9-88F352545D0E}"/>
              </a:ext>
            </a:extLst>
          </p:cNvPr>
          <p:cNvSpPr>
            <a:spLocks noGrp="1"/>
          </p:cNvSpPr>
          <p:nvPr>
            <p:ph type="pic" sz="quarter" idx="12" hasCustomPrompt="1"/>
          </p:nvPr>
        </p:nvSpPr>
        <p:spPr>
          <a:xfrm>
            <a:off x="2226654" y="2379588"/>
            <a:ext cx="912796" cy="912796"/>
          </a:xfrm>
          <a:prstGeom prst="ellipse">
            <a:avLst/>
          </a:prstGeom>
          <a:ln w="38100">
            <a:solidFill>
              <a:srgbClr val="0066A1"/>
            </a:solidFill>
          </a:ln>
        </p:spPr>
        <p:txBody>
          <a:bodyPr anchor="ctr"/>
          <a:lstStyle>
            <a:lvl1pPr marL="0" indent="0" algn="ctr">
              <a:buNone/>
              <a:defRPr sz="1050"/>
            </a:lvl1pPr>
          </a:lstStyle>
          <a:p>
            <a:r>
              <a:rPr lang="en-NL"/>
              <a:t>Picture</a:t>
            </a:r>
            <a:endParaRPr lang="nl-NL"/>
          </a:p>
        </p:txBody>
      </p:sp>
      <p:sp>
        <p:nvSpPr>
          <p:cNvPr id="21" name="Picture Placeholder 27">
            <a:extLst>
              <a:ext uri="{FF2B5EF4-FFF2-40B4-BE49-F238E27FC236}">
                <a16:creationId xmlns:a16="http://schemas.microsoft.com/office/drawing/2014/main" id="{D77C7BA8-1C72-4DC6-A3AC-7A379CA07FC8}"/>
              </a:ext>
            </a:extLst>
          </p:cNvPr>
          <p:cNvSpPr>
            <a:spLocks noGrp="1"/>
          </p:cNvSpPr>
          <p:nvPr>
            <p:ph type="pic" sz="quarter" idx="13" hasCustomPrompt="1"/>
          </p:nvPr>
        </p:nvSpPr>
        <p:spPr>
          <a:xfrm>
            <a:off x="4129779" y="2379588"/>
            <a:ext cx="912796" cy="912796"/>
          </a:xfrm>
          <a:prstGeom prst="ellipse">
            <a:avLst/>
          </a:prstGeom>
          <a:ln w="38100">
            <a:solidFill>
              <a:srgbClr val="0066A1"/>
            </a:solidFill>
          </a:ln>
        </p:spPr>
        <p:txBody>
          <a:bodyPr anchor="ctr"/>
          <a:lstStyle>
            <a:lvl1pPr marL="0" indent="0" algn="ctr">
              <a:buNone/>
              <a:defRPr sz="1050"/>
            </a:lvl1pPr>
          </a:lstStyle>
          <a:p>
            <a:r>
              <a:rPr lang="en-NL"/>
              <a:t>Picture</a:t>
            </a:r>
            <a:endParaRPr lang="nl-NL"/>
          </a:p>
        </p:txBody>
      </p:sp>
      <p:sp>
        <p:nvSpPr>
          <p:cNvPr id="22" name="Picture Placeholder 27">
            <a:extLst>
              <a:ext uri="{FF2B5EF4-FFF2-40B4-BE49-F238E27FC236}">
                <a16:creationId xmlns:a16="http://schemas.microsoft.com/office/drawing/2014/main" id="{0A158DA1-9057-4B69-965F-787527905B7E}"/>
              </a:ext>
            </a:extLst>
          </p:cNvPr>
          <p:cNvSpPr>
            <a:spLocks noGrp="1"/>
          </p:cNvSpPr>
          <p:nvPr>
            <p:ph type="pic" sz="quarter" idx="14" hasCustomPrompt="1"/>
          </p:nvPr>
        </p:nvSpPr>
        <p:spPr>
          <a:xfrm>
            <a:off x="6032906" y="2379588"/>
            <a:ext cx="912796" cy="912796"/>
          </a:xfrm>
          <a:prstGeom prst="ellipse">
            <a:avLst/>
          </a:prstGeom>
          <a:ln w="38100">
            <a:solidFill>
              <a:srgbClr val="0066A1"/>
            </a:solidFill>
          </a:ln>
        </p:spPr>
        <p:txBody>
          <a:bodyPr anchor="ctr"/>
          <a:lstStyle>
            <a:lvl1pPr marL="0" indent="0" algn="ctr">
              <a:buNone/>
              <a:defRPr sz="1050"/>
            </a:lvl1pPr>
          </a:lstStyle>
          <a:p>
            <a:r>
              <a:rPr lang="en-NL"/>
              <a:t>Picture</a:t>
            </a:r>
            <a:endParaRPr lang="nl-NL"/>
          </a:p>
        </p:txBody>
      </p:sp>
      <p:sp>
        <p:nvSpPr>
          <p:cNvPr id="23" name="Picture Placeholder 27">
            <a:extLst>
              <a:ext uri="{FF2B5EF4-FFF2-40B4-BE49-F238E27FC236}">
                <a16:creationId xmlns:a16="http://schemas.microsoft.com/office/drawing/2014/main" id="{17E4285E-C0F0-41BB-963D-700F386E3E98}"/>
              </a:ext>
            </a:extLst>
          </p:cNvPr>
          <p:cNvSpPr>
            <a:spLocks noGrp="1"/>
          </p:cNvSpPr>
          <p:nvPr>
            <p:ph type="pic" sz="quarter" idx="15" hasCustomPrompt="1"/>
          </p:nvPr>
        </p:nvSpPr>
        <p:spPr>
          <a:xfrm>
            <a:off x="7936032" y="2379588"/>
            <a:ext cx="912796" cy="912796"/>
          </a:xfrm>
          <a:prstGeom prst="ellipse">
            <a:avLst/>
          </a:prstGeom>
          <a:ln w="38100">
            <a:solidFill>
              <a:srgbClr val="0066A1"/>
            </a:solidFill>
          </a:ln>
        </p:spPr>
        <p:txBody>
          <a:bodyPr anchor="ctr"/>
          <a:lstStyle>
            <a:lvl1pPr marL="0" indent="0" algn="ctr">
              <a:buNone/>
              <a:defRPr sz="1050"/>
            </a:lvl1pPr>
          </a:lstStyle>
          <a:p>
            <a:r>
              <a:rPr lang="en-NL"/>
              <a:t>Picture</a:t>
            </a:r>
            <a:endParaRPr lang="nl-NL"/>
          </a:p>
        </p:txBody>
      </p:sp>
      <p:cxnSp>
        <p:nvCxnSpPr>
          <p:cNvPr id="5" name="Straight Connector 4">
            <a:extLst>
              <a:ext uri="{FF2B5EF4-FFF2-40B4-BE49-F238E27FC236}">
                <a16:creationId xmlns:a16="http://schemas.microsoft.com/office/drawing/2014/main" id="{9B18FFD8-C4F5-4D8A-B362-4D4BCBB4B39D}"/>
              </a:ext>
            </a:extLst>
          </p:cNvPr>
          <p:cNvCxnSpPr>
            <a:stCxn id="19" idx="0"/>
          </p:cNvCxnSpPr>
          <p:nvPr userDrawn="1"/>
        </p:nvCxnSpPr>
        <p:spPr>
          <a:xfrm flipV="1">
            <a:off x="779925" y="2115905"/>
            <a:ext cx="0" cy="2636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41573DA6-E356-40F5-A54A-1C96B287F713}"/>
              </a:ext>
            </a:extLst>
          </p:cNvPr>
          <p:cNvSpPr/>
          <p:nvPr userDrawn="1"/>
        </p:nvSpPr>
        <p:spPr>
          <a:xfrm>
            <a:off x="696003" y="2031983"/>
            <a:ext cx="167845" cy="167845"/>
          </a:xfrm>
          <a:prstGeom prst="ellipse">
            <a:avLst/>
          </a:prstGeom>
          <a:solidFill>
            <a:srgbClr val="0066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cxnSp>
        <p:nvCxnSpPr>
          <p:cNvPr id="27" name="Straight Connector 26">
            <a:extLst>
              <a:ext uri="{FF2B5EF4-FFF2-40B4-BE49-F238E27FC236}">
                <a16:creationId xmlns:a16="http://schemas.microsoft.com/office/drawing/2014/main" id="{06A14C30-DA77-494C-8A1D-6347BE4BD617}"/>
              </a:ext>
            </a:extLst>
          </p:cNvPr>
          <p:cNvCxnSpPr/>
          <p:nvPr userDrawn="1"/>
        </p:nvCxnSpPr>
        <p:spPr>
          <a:xfrm flipV="1">
            <a:off x="4583914" y="2115905"/>
            <a:ext cx="0" cy="2636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90DC656E-43AD-4BD6-B9F5-2EC1521D73C0}"/>
              </a:ext>
            </a:extLst>
          </p:cNvPr>
          <p:cNvSpPr/>
          <p:nvPr userDrawn="1"/>
        </p:nvSpPr>
        <p:spPr>
          <a:xfrm>
            <a:off x="4499992" y="2031983"/>
            <a:ext cx="167845" cy="167845"/>
          </a:xfrm>
          <a:prstGeom prst="ellipse">
            <a:avLst/>
          </a:prstGeom>
          <a:solidFill>
            <a:srgbClr val="0066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cxnSp>
        <p:nvCxnSpPr>
          <p:cNvPr id="29" name="Straight Connector 28">
            <a:extLst>
              <a:ext uri="{FF2B5EF4-FFF2-40B4-BE49-F238E27FC236}">
                <a16:creationId xmlns:a16="http://schemas.microsoft.com/office/drawing/2014/main" id="{594DBB4C-56FA-49D2-839C-653260824E76}"/>
              </a:ext>
            </a:extLst>
          </p:cNvPr>
          <p:cNvCxnSpPr/>
          <p:nvPr userDrawn="1"/>
        </p:nvCxnSpPr>
        <p:spPr>
          <a:xfrm flipV="1">
            <a:off x="8385189" y="2115905"/>
            <a:ext cx="0" cy="2636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CDA20287-483E-41CD-A918-3229CD2EA37E}"/>
              </a:ext>
            </a:extLst>
          </p:cNvPr>
          <p:cNvSpPr/>
          <p:nvPr userDrawn="1"/>
        </p:nvSpPr>
        <p:spPr>
          <a:xfrm>
            <a:off x="8301267" y="2031983"/>
            <a:ext cx="167845" cy="167845"/>
          </a:xfrm>
          <a:prstGeom prst="ellipse">
            <a:avLst/>
          </a:prstGeom>
          <a:solidFill>
            <a:srgbClr val="0066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cxnSp>
        <p:nvCxnSpPr>
          <p:cNvPr id="32" name="Straight Connector 31">
            <a:extLst>
              <a:ext uri="{FF2B5EF4-FFF2-40B4-BE49-F238E27FC236}">
                <a16:creationId xmlns:a16="http://schemas.microsoft.com/office/drawing/2014/main" id="{71545202-7111-4A85-9A9B-EAC69DF263DC}"/>
              </a:ext>
            </a:extLst>
          </p:cNvPr>
          <p:cNvCxnSpPr>
            <a:cxnSpLocks/>
          </p:cNvCxnSpPr>
          <p:nvPr userDrawn="1"/>
        </p:nvCxnSpPr>
        <p:spPr>
          <a:xfrm flipV="1">
            <a:off x="2681817" y="3292383"/>
            <a:ext cx="0" cy="2636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85F13057-C28A-4A30-98A5-C329DE70ED85}"/>
              </a:ext>
            </a:extLst>
          </p:cNvPr>
          <p:cNvSpPr/>
          <p:nvPr userDrawn="1"/>
        </p:nvSpPr>
        <p:spPr>
          <a:xfrm>
            <a:off x="2597894" y="3472143"/>
            <a:ext cx="167845" cy="167845"/>
          </a:xfrm>
          <a:prstGeom prst="ellipse">
            <a:avLst/>
          </a:prstGeom>
          <a:solidFill>
            <a:srgbClr val="0066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cxnSp>
        <p:nvCxnSpPr>
          <p:cNvPr id="37" name="Straight Connector 36">
            <a:extLst>
              <a:ext uri="{FF2B5EF4-FFF2-40B4-BE49-F238E27FC236}">
                <a16:creationId xmlns:a16="http://schemas.microsoft.com/office/drawing/2014/main" id="{5E01AA18-E05E-43A0-9AE4-A46A15644B36}"/>
              </a:ext>
            </a:extLst>
          </p:cNvPr>
          <p:cNvCxnSpPr>
            <a:cxnSpLocks/>
          </p:cNvCxnSpPr>
          <p:nvPr userDrawn="1"/>
        </p:nvCxnSpPr>
        <p:spPr>
          <a:xfrm flipV="1">
            <a:off x="6490393" y="3292383"/>
            <a:ext cx="0" cy="2636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649CF53D-039C-4542-AC63-68E575BF844E}"/>
              </a:ext>
            </a:extLst>
          </p:cNvPr>
          <p:cNvSpPr/>
          <p:nvPr userDrawn="1"/>
        </p:nvSpPr>
        <p:spPr>
          <a:xfrm>
            <a:off x="6406471" y="3472143"/>
            <a:ext cx="167845" cy="167845"/>
          </a:xfrm>
          <a:prstGeom prst="ellipse">
            <a:avLst/>
          </a:prstGeom>
          <a:solidFill>
            <a:srgbClr val="0066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39" name="Text Placeholder 8">
            <a:extLst>
              <a:ext uri="{FF2B5EF4-FFF2-40B4-BE49-F238E27FC236}">
                <a16:creationId xmlns:a16="http://schemas.microsoft.com/office/drawing/2014/main" id="{A1176A13-FE45-41E7-83DC-D2773ABFDD05}"/>
              </a:ext>
            </a:extLst>
          </p:cNvPr>
          <p:cNvSpPr>
            <a:spLocks noGrp="1"/>
          </p:cNvSpPr>
          <p:nvPr>
            <p:ph type="body" sz="quarter" idx="21" hasCustomPrompt="1"/>
          </p:nvPr>
        </p:nvSpPr>
        <p:spPr>
          <a:xfrm>
            <a:off x="90190" y="1603331"/>
            <a:ext cx="1379469" cy="318820"/>
          </a:xfrm>
          <a:noFill/>
        </p:spPr>
        <p:txBody>
          <a:bodyPr anchor="t"/>
          <a:lstStyle>
            <a:lvl1pPr marL="0" indent="0" algn="ctr">
              <a:buNone/>
              <a:defRPr sz="1400" b="1">
                <a:solidFill>
                  <a:srgbClr val="0066A1"/>
                </a:solidFill>
              </a:defRPr>
            </a:lvl1pPr>
          </a:lstStyle>
          <a:p>
            <a:pPr lvl="0"/>
            <a:r>
              <a:rPr lang="en-NL"/>
              <a:t>Text</a:t>
            </a:r>
            <a:endParaRPr lang="nl-NL"/>
          </a:p>
        </p:txBody>
      </p:sp>
      <p:sp>
        <p:nvSpPr>
          <p:cNvPr id="40" name="Text Placeholder 8">
            <a:extLst>
              <a:ext uri="{FF2B5EF4-FFF2-40B4-BE49-F238E27FC236}">
                <a16:creationId xmlns:a16="http://schemas.microsoft.com/office/drawing/2014/main" id="{4F55AB82-50A8-4AB8-A693-724B372F6109}"/>
              </a:ext>
            </a:extLst>
          </p:cNvPr>
          <p:cNvSpPr>
            <a:spLocks noGrp="1"/>
          </p:cNvSpPr>
          <p:nvPr>
            <p:ph type="body" sz="quarter" idx="22" hasCustomPrompt="1"/>
          </p:nvPr>
        </p:nvSpPr>
        <p:spPr>
          <a:xfrm>
            <a:off x="1992082" y="3762186"/>
            <a:ext cx="1379469" cy="318820"/>
          </a:xfrm>
          <a:noFill/>
        </p:spPr>
        <p:txBody>
          <a:bodyPr anchor="t"/>
          <a:lstStyle>
            <a:lvl1pPr marL="0" indent="0" algn="ctr">
              <a:buNone/>
              <a:defRPr sz="1400" b="1">
                <a:solidFill>
                  <a:srgbClr val="0066A1"/>
                </a:solidFill>
              </a:defRPr>
            </a:lvl1pPr>
          </a:lstStyle>
          <a:p>
            <a:pPr lvl="0"/>
            <a:r>
              <a:rPr lang="en-NL"/>
              <a:t>Text</a:t>
            </a:r>
            <a:endParaRPr lang="nl-NL"/>
          </a:p>
        </p:txBody>
      </p:sp>
      <p:sp>
        <p:nvSpPr>
          <p:cNvPr id="41" name="Text Placeholder 8">
            <a:extLst>
              <a:ext uri="{FF2B5EF4-FFF2-40B4-BE49-F238E27FC236}">
                <a16:creationId xmlns:a16="http://schemas.microsoft.com/office/drawing/2014/main" id="{50CF6001-A3B5-4CEF-9430-08E73952F3A9}"/>
              </a:ext>
            </a:extLst>
          </p:cNvPr>
          <p:cNvSpPr>
            <a:spLocks noGrp="1"/>
          </p:cNvSpPr>
          <p:nvPr>
            <p:ph type="body" sz="quarter" idx="23" hasCustomPrompt="1"/>
          </p:nvPr>
        </p:nvSpPr>
        <p:spPr>
          <a:xfrm>
            <a:off x="3894179" y="1603331"/>
            <a:ext cx="1379469" cy="318820"/>
          </a:xfrm>
          <a:noFill/>
        </p:spPr>
        <p:txBody>
          <a:bodyPr anchor="t"/>
          <a:lstStyle>
            <a:lvl1pPr marL="0" indent="0" algn="ctr">
              <a:buNone/>
              <a:defRPr sz="1400" b="1">
                <a:solidFill>
                  <a:srgbClr val="0066A1"/>
                </a:solidFill>
              </a:defRPr>
            </a:lvl1pPr>
          </a:lstStyle>
          <a:p>
            <a:pPr lvl="0"/>
            <a:r>
              <a:rPr lang="en-NL"/>
              <a:t>Text</a:t>
            </a:r>
            <a:endParaRPr lang="nl-NL"/>
          </a:p>
        </p:txBody>
      </p:sp>
      <p:sp>
        <p:nvSpPr>
          <p:cNvPr id="42" name="Text Placeholder 8">
            <a:extLst>
              <a:ext uri="{FF2B5EF4-FFF2-40B4-BE49-F238E27FC236}">
                <a16:creationId xmlns:a16="http://schemas.microsoft.com/office/drawing/2014/main" id="{674A2AD4-7E7D-4A9C-91B5-836BCD95E95F}"/>
              </a:ext>
            </a:extLst>
          </p:cNvPr>
          <p:cNvSpPr>
            <a:spLocks noGrp="1"/>
          </p:cNvSpPr>
          <p:nvPr>
            <p:ph type="body" sz="quarter" idx="24" hasCustomPrompt="1"/>
          </p:nvPr>
        </p:nvSpPr>
        <p:spPr>
          <a:xfrm>
            <a:off x="5799569" y="3762186"/>
            <a:ext cx="1379469" cy="318820"/>
          </a:xfrm>
          <a:noFill/>
        </p:spPr>
        <p:txBody>
          <a:bodyPr anchor="t"/>
          <a:lstStyle>
            <a:lvl1pPr marL="0" indent="0" algn="ctr">
              <a:buNone/>
              <a:defRPr sz="1400" b="1">
                <a:solidFill>
                  <a:srgbClr val="0066A1"/>
                </a:solidFill>
              </a:defRPr>
            </a:lvl1pPr>
          </a:lstStyle>
          <a:p>
            <a:pPr lvl="0"/>
            <a:r>
              <a:rPr lang="en-NL"/>
              <a:t>Text</a:t>
            </a:r>
            <a:endParaRPr lang="nl-NL"/>
          </a:p>
        </p:txBody>
      </p:sp>
      <p:sp>
        <p:nvSpPr>
          <p:cNvPr id="43" name="Text Placeholder 8">
            <a:extLst>
              <a:ext uri="{FF2B5EF4-FFF2-40B4-BE49-F238E27FC236}">
                <a16:creationId xmlns:a16="http://schemas.microsoft.com/office/drawing/2014/main" id="{671A8F17-68DA-4DF4-A798-FDFF7D8CAC0E}"/>
              </a:ext>
            </a:extLst>
          </p:cNvPr>
          <p:cNvSpPr>
            <a:spLocks noGrp="1"/>
          </p:cNvSpPr>
          <p:nvPr>
            <p:ph type="body" sz="quarter" idx="25" hasCustomPrompt="1"/>
          </p:nvPr>
        </p:nvSpPr>
        <p:spPr>
          <a:xfrm>
            <a:off x="7698169" y="1603331"/>
            <a:ext cx="1266320" cy="318820"/>
          </a:xfrm>
          <a:noFill/>
        </p:spPr>
        <p:txBody>
          <a:bodyPr anchor="t"/>
          <a:lstStyle>
            <a:lvl1pPr marL="0" indent="0" algn="ctr">
              <a:buNone/>
              <a:defRPr sz="1400" b="1">
                <a:solidFill>
                  <a:srgbClr val="0066A1"/>
                </a:solidFill>
              </a:defRPr>
            </a:lvl1pPr>
          </a:lstStyle>
          <a:p>
            <a:pPr lvl="0"/>
            <a:r>
              <a:rPr lang="en-NL"/>
              <a:t>Text</a:t>
            </a:r>
            <a:endParaRPr lang="nl-NL"/>
          </a:p>
        </p:txBody>
      </p:sp>
      <p:sp>
        <p:nvSpPr>
          <p:cNvPr id="59" name="Text Placeholder 8">
            <a:extLst>
              <a:ext uri="{FF2B5EF4-FFF2-40B4-BE49-F238E27FC236}">
                <a16:creationId xmlns:a16="http://schemas.microsoft.com/office/drawing/2014/main" id="{BCE2F239-93B4-4455-B521-F46B504CF10C}"/>
              </a:ext>
            </a:extLst>
          </p:cNvPr>
          <p:cNvSpPr>
            <a:spLocks noGrp="1"/>
          </p:cNvSpPr>
          <p:nvPr>
            <p:ph type="body" sz="quarter" idx="29" hasCustomPrompt="1"/>
          </p:nvPr>
        </p:nvSpPr>
        <p:spPr>
          <a:xfrm>
            <a:off x="7508529" y="3424225"/>
            <a:ext cx="1455960" cy="1053789"/>
          </a:xfrm>
          <a:noFill/>
        </p:spPr>
        <p:txBody>
          <a:bodyPr anchor="t"/>
          <a:lstStyle>
            <a:lvl1pPr marL="0" indent="0">
              <a:buNone/>
              <a:defRPr sz="1200">
                <a:solidFill>
                  <a:schemeClr val="tx1"/>
                </a:solidFill>
              </a:defRPr>
            </a:lvl1pPr>
          </a:lstStyle>
          <a:p>
            <a:pPr lvl="0"/>
            <a:r>
              <a:rPr lang="en-NL"/>
              <a:t>Text</a:t>
            </a:r>
            <a:endParaRPr lang="nl-NL"/>
          </a:p>
        </p:txBody>
      </p:sp>
      <p:sp>
        <p:nvSpPr>
          <p:cNvPr id="60" name="Text Placeholder 8">
            <a:extLst>
              <a:ext uri="{FF2B5EF4-FFF2-40B4-BE49-F238E27FC236}">
                <a16:creationId xmlns:a16="http://schemas.microsoft.com/office/drawing/2014/main" id="{6E30B9E0-5ABA-4C6E-BEA0-C095D191BE03}"/>
              </a:ext>
            </a:extLst>
          </p:cNvPr>
          <p:cNvSpPr>
            <a:spLocks noGrp="1"/>
          </p:cNvSpPr>
          <p:nvPr>
            <p:ph type="body" sz="quarter" idx="30" hasCustomPrompt="1"/>
          </p:nvPr>
        </p:nvSpPr>
        <p:spPr>
          <a:xfrm>
            <a:off x="3839346" y="3424224"/>
            <a:ext cx="1455960" cy="1053790"/>
          </a:xfrm>
          <a:noFill/>
        </p:spPr>
        <p:txBody>
          <a:bodyPr anchor="t"/>
          <a:lstStyle>
            <a:lvl1pPr marL="0" indent="0">
              <a:buNone/>
              <a:defRPr sz="1200">
                <a:solidFill>
                  <a:schemeClr val="tx1"/>
                </a:solidFill>
              </a:defRPr>
            </a:lvl1pPr>
          </a:lstStyle>
          <a:p>
            <a:pPr lvl="0"/>
            <a:r>
              <a:rPr lang="en-NL"/>
              <a:t>Text</a:t>
            </a:r>
            <a:endParaRPr lang="nl-NL"/>
          </a:p>
        </p:txBody>
      </p:sp>
      <p:sp>
        <p:nvSpPr>
          <p:cNvPr id="61" name="Text Placeholder 8">
            <a:extLst>
              <a:ext uri="{FF2B5EF4-FFF2-40B4-BE49-F238E27FC236}">
                <a16:creationId xmlns:a16="http://schemas.microsoft.com/office/drawing/2014/main" id="{097AE234-03CA-4290-9BCF-2631D8D87D31}"/>
              </a:ext>
            </a:extLst>
          </p:cNvPr>
          <p:cNvSpPr>
            <a:spLocks noGrp="1"/>
          </p:cNvSpPr>
          <p:nvPr>
            <p:ph type="body" sz="quarter" idx="31" hasCustomPrompt="1"/>
          </p:nvPr>
        </p:nvSpPr>
        <p:spPr>
          <a:xfrm>
            <a:off x="90189" y="3424223"/>
            <a:ext cx="1415321" cy="1053791"/>
          </a:xfrm>
          <a:noFill/>
        </p:spPr>
        <p:txBody>
          <a:bodyPr anchor="t"/>
          <a:lstStyle>
            <a:lvl1pPr marL="0" indent="0">
              <a:buNone/>
              <a:defRPr sz="1200">
                <a:solidFill>
                  <a:schemeClr val="tx1"/>
                </a:solidFill>
              </a:defRPr>
            </a:lvl1pPr>
          </a:lstStyle>
          <a:p>
            <a:pPr lvl="0"/>
            <a:r>
              <a:rPr lang="en-NL"/>
              <a:t>Text</a:t>
            </a:r>
            <a:endParaRPr lang="nl-NL"/>
          </a:p>
        </p:txBody>
      </p:sp>
      <p:sp>
        <p:nvSpPr>
          <p:cNvPr id="62" name="Text Placeholder 8">
            <a:extLst>
              <a:ext uri="{FF2B5EF4-FFF2-40B4-BE49-F238E27FC236}">
                <a16:creationId xmlns:a16="http://schemas.microsoft.com/office/drawing/2014/main" id="{0FECDA6D-295F-4015-A226-982F04407C77}"/>
              </a:ext>
            </a:extLst>
          </p:cNvPr>
          <p:cNvSpPr>
            <a:spLocks noGrp="1"/>
          </p:cNvSpPr>
          <p:nvPr>
            <p:ph type="body" sz="quarter" idx="32" hasCustomPrompt="1"/>
          </p:nvPr>
        </p:nvSpPr>
        <p:spPr>
          <a:xfrm>
            <a:off x="1913013" y="1203599"/>
            <a:ext cx="1415321" cy="1053791"/>
          </a:xfrm>
          <a:noFill/>
        </p:spPr>
        <p:txBody>
          <a:bodyPr anchor="t"/>
          <a:lstStyle>
            <a:lvl1pPr marL="0" indent="0">
              <a:buNone/>
              <a:defRPr sz="1200">
                <a:solidFill>
                  <a:schemeClr val="tx1"/>
                </a:solidFill>
              </a:defRPr>
            </a:lvl1pPr>
          </a:lstStyle>
          <a:p>
            <a:pPr lvl="0"/>
            <a:r>
              <a:rPr lang="en-NL"/>
              <a:t>Text</a:t>
            </a:r>
            <a:endParaRPr lang="nl-NL"/>
          </a:p>
        </p:txBody>
      </p:sp>
      <p:sp>
        <p:nvSpPr>
          <p:cNvPr id="63" name="Text Placeholder 8">
            <a:extLst>
              <a:ext uri="{FF2B5EF4-FFF2-40B4-BE49-F238E27FC236}">
                <a16:creationId xmlns:a16="http://schemas.microsoft.com/office/drawing/2014/main" id="{9CBDF8BE-35EC-46FD-A6B0-4D8A76A61CB4}"/>
              </a:ext>
            </a:extLst>
          </p:cNvPr>
          <p:cNvSpPr>
            <a:spLocks noGrp="1"/>
          </p:cNvSpPr>
          <p:nvPr>
            <p:ph type="body" sz="quarter" idx="33" hasCustomPrompt="1"/>
          </p:nvPr>
        </p:nvSpPr>
        <p:spPr>
          <a:xfrm>
            <a:off x="5781642" y="1203599"/>
            <a:ext cx="1415321" cy="1053791"/>
          </a:xfrm>
          <a:noFill/>
        </p:spPr>
        <p:txBody>
          <a:bodyPr anchor="t"/>
          <a:lstStyle>
            <a:lvl1pPr marL="0" indent="0">
              <a:buNone/>
              <a:defRPr sz="1200">
                <a:solidFill>
                  <a:schemeClr val="tx1"/>
                </a:solidFill>
              </a:defRPr>
            </a:lvl1pPr>
          </a:lstStyle>
          <a:p>
            <a:pPr lvl="0"/>
            <a:r>
              <a:rPr lang="en-NL"/>
              <a:t>Text</a:t>
            </a:r>
            <a:endParaRPr lang="nl-NL"/>
          </a:p>
        </p:txBody>
      </p:sp>
      <p:sp>
        <p:nvSpPr>
          <p:cNvPr id="30" name="Slide Number Placeholder 5">
            <a:extLst>
              <a:ext uri="{FF2B5EF4-FFF2-40B4-BE49-F238E27FC236}">
                <a16:creationId xmlns:a16="http://schemas.microsoft.com/office/drawing/2014/main" id="{84E4DF81-7A8B-438A-BC3B-358466EC4527}"/>
              </a:ext>
            </a:extLst>
          </p:cNvPr>
          <p:cNvSpPr>
            <a:spLocks noGrp="1"/>
          </p:cNvSpPr>
          <p:nvPr>
            <p:ph type="sldNum" sz="quarter" idx="4"/>
          </p:nvPr>
        </p:nvSpPr>
        <p:spPr>
          <a:xfrm>
            <a:off x="4350366" y="4782569"/>
            <a:ext cx="443268" cy="216025"/>
          </a:xfrm>
          <a:prstGeom prst="rect">
            <a:avLst/>
          </a:prstGeom>
        </p:spPr>
        <p:txBody>
          <a:bodyPr vert="horz" lIns="91440" tIns="45720" rIns="91440" bIns="45720" rtlCol="0" anchor="ctr"/>
          <a:lstStyle>
            <a:lvl1pPr algn="ctr">
              <a:defRPr sz="1000">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413741852"/>
      </p:ext>
    </p:extLst>
  </p:cSld>
  <p:clrMapOvr>
    <a:masterClrMapping/>
  </p:clrMapOvr>
  <p:hf hdr="0" ftr="0" dt="0"/>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Questions">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5" name="Title 1">
            <a:extLst>
              <a:ext uri="{FF2B5EF4-FFF2-40B4-BE49-F238E27FC236}">
                <a16:creationId xmlns:a16="http://schemas.microsoft.com/office/drawing/2014/main" id="{9ED4C143-82C8-4E8B-B704-B5E94F9ACFF0}"/>
              </a:ext>
            </a:extLst>
          </p:cNvPr>
          <p:cNvSpPr>
            <a:spLocks noGrp="1"/>
          </p:cNvSpPr>
          <p:nvPr>
            <p:ph type="title" hasCustomPrompt="1"/>
          </p:nvPr>
        </p:nvSpPr>
        <p:spPr>
          <a:xfrm>
            <a:off x="344322" y="2283719"/>
            <a:ext cx="5667838" cy="576064"/>
          </a:xfrm>
        </p:spPr>
        <p:txBody>
          <a:bodyPr anchor="t"/>
          <a:lstStyle>
            <a:lvl1pPr>
              <a:defRPr sz="3000" b="0">
                <a:solidFill>
                  <a:srgbClr val="0066A1"/>
                </a:solidFill>
              </a:defRPr>
            </a:lvl1pPr>
          </a:lstStyle>
          <a:p>
            <a:r>
              <a:rPr lang="en-NL"/>
              <a:t>Questions</a:t>
            </a:r>
            <a:endParaRPr lang="en-US"/>
          </a:p>
        </p:txBody>
      </p:sp>
      <p:pic>
        <p:nvPicPr>
          <p:cNvPr id="11" name="Graphic 10">
            <a:extLst>
              <a:ext uri="{FF2B5EF4-FFF2-40B4-BE49-F238E27FC236}">
                <a16:creationId xmlns:a16="http://schemas.microsoft.com/office/drawing/2014/main" id="{DBF36087-8037-4B32-B872-53AAA1375C90}"/>
              </a:ext>
            </a:extLst>
          </p:cNvPr>
          <p:cNvPicPr>
            <a:picLocks noChangeAspect="1"/>
          </p:cNvPicPr>
          <p:nvPr userDrawn="1"/>
        </p:nvPicPr>
        <p:blipFill>
          <a:blip r:embed="rId3">
            <a:extLst>
              <a:ext uri="{96DAC541-7B7A-43D3-8B79-37D633B846F1}">
                <asvg:svgBlip xmlns:asvg="http://schemas.microsoft.com/office/drawing/2016/SVG/main" r:embed="rId4"/>
              </a:ext>
            </a:extLst>
          </a:blip>
          <a:srcRect t="5200" r="4055" b="5200"/>
          <a:stretch>
            <a:fillRect/>
          </a:stretch>
        </p:blipFill>
        <p:spPr>
          <a:xfrm>
            <a:off x="6084168" y="2"/>
            <a:ext cx="3059832" cy="5143498"/>
          </a:xfrm>
          <a:custGeom>
            <a:avLst/>
            <a:gdLst>
              <a:gd name="connsiteX0" fmla="*/ 0 w 3059832"/>
              <a:gd name="connsiteY0" fmla="*/ 0 h 5143498"/>
              <a:gd name="connsiteX1" fmla="*/ 3059832 w 3059832"/>
              <a:gd name="connsiteY1" fmla="*/ 0 h 5143498"/>
              <a:gd name="connsiteX2" fmla="*/ 3059832 w 3059832"/>
              <a:gd name="connsiteY2" fmla="*/ 5143498 h 5143498"/>
              <a:gd name="connsiteX3" fmla="*/ 0 w 3059832"/>
              <a:gd name="connsiteY3" fmla="*/ 5143498 h 5143498"/>
            </a:gdLst>
            <a:ahLst/>
            <a:cxnLst>
              <a:cxn ang="0">
                <a:pos x="connsiteX0" y="connsiteY0"/>
              </a:cxn>
              <a:cxn ang="0">
                <a:pos x="connsiteX1" y="connsiteY1"/>
              </a:cxn>
              <a:cxn ang="0">
                <a:pos x="connsiteX2" y="connsiteY2"/>
              </a:cxn>
              <a:cxn ang="0">
                <a:pos x="connsiteX3" y="connsiteY3"/>
              </a:cxn>
            </a:cxnLst>
            <a:rect l="l" t="t" r="r" b="b"/>
            <a:pathLst>
              <a:path w="3059832" h="5143498">
                <a:moveTo>
                  <a:pt x="0" y="0"/>
                </a:moveTo>
                <a:lnTo>
                  <a:pt x="3059832" y="0"/>
                </a:lnTo>
                <a:lnTo>
                  <a:pt x="3059832" y="5143498"/>
                </a:lnTo>
                <a:lnTo>
                  <a:pt x="0" y="5143498"/>
                </a:lnTo>
                <a:close/>
              </a:path>
            </a:pathLst>
          </a:custGeom>
        </p:spPr>
      </p:pic>
    </p:spTree>
    <p:extLst>
      <p:ext uri="{BB962C8B-B14F-4D97-AF65-F5344CB8AC3E}">
        <p14:creationId xmlns:p14="http://schemas.microsoft.com/office/powerpoint/2010/main" val="731704"/>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Number slide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4322" y="2283719"/>
            <a:ext cx="5667838" cy="576064"/>
          </a:xfrm>
        </p:spPr>
        <p:txBody>
          <a:bodyPr anchor="t"/>
          <a:lstStyle>
            <a:lvl1pPr>
              <a:defRPr sz="3000" b="0">
                <a:solidFill>
                  <a:srgbClr val="0066A1"/>
                </a:solidFill>
              </a:defRPr>
            </a:lvl1pPr>
          </a:lstStyle>
          <a:p>
            <a:r>
              <a:rPr lang="en-US" sz="3200" b="1"/>
              <a:t>Appendix</a:t>
            </a:r>
            <a:endParaRPr lang="en-US"/>
          </a:p>
        </p:txBody>
      </p:sp>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Tree>
    <p:extLst>
      <p:ext uri="{BB962C8B-B14F-4D97-AF65-F5344CB8AC3E}">
        <p14:creationId xmlns:p14="http://schemas.microsoft.com/office/powerpoint/2010/main" val="192306201"/>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Number slide #2">
    <p:bg>
      <p:bgPr>
        <a:solidFill>
          <a:schemeClr val="bg1"/>
        </a:solidFill>
        <a:effectLst/>
      </p:bgPr>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57312B5D-9AC1-4E53-A817-BF05228EBF7A}"/>
              </a:ext>
            </a:extLst>
          </p:cNvPr>
          <p:cNvSpPr/>
          <p:nvPr/>
        </p:nvSpPr>
        <p:spPr>
          <a:xfrm>
            <a:off x="5652120" y="1"/>
            <a:ext cx="3491880" cy="5143501"/>
          </a:xfrm>
          <a:custGeom>
            <a:avLst/>
            <a:gdLst>
              <a:gd name="connsiteX0" fmla="*/ 713371 w 3491880"/>
              <a:gd name="connsiteY0" fmla="*/ 0 h 5152297"/>
              <a:gd name="connsiteX1" fmla="*/ 2875909 w 3491880"/>
              <a:gd name="connsiteY1" fmla="*/ 0 h 5152297"/>
              <a:gd name="connsiteX2" fmla="*/ 3015848 w 3491880"/>
              <a:gd name="connsiteY2" fmla="*/ 54085 h 5152297"/>
              <a:gd name="connsiteX3" fmla="*/ 3484679 w 3491880"/>
              <a:gd name="connsiteY3" fmla="*/ 407855 h 5152297"/>
              <a:gd name="connsiteX4" fmla="*/ 3491880 w 3491880"/>
              <a:gd name="connsiteY4" fmla="*/ 417343 h 5152297"/>
              <a:gd name="connsiteX5" fmla="*/ 3491880 w 3491880"/>
              <a:gd name="connsiteY5" fmla="*/ 2322598 h 5152297"/>
              <a:gd name="connsiteX6" fmla="*/ 3377139 w 3491880"/>
              <a:gd name="connsiteY6" fmla="*/ 2465770 h 5152297"/>
              <a:gd name="connsiteX7" fmla="*/ 2145959 w 3491880"/>
              <a:gd name="connsiteY7" fmla="*/ 3339278 h 5152297"/>
              <a:gd name="connsiteX8" fmla="*/ 1003188 w 3491880"/>
              <a:gd name="connsiteY8" fmla="*/ 4470493 h 5152297"/>
              <a:gd name="connsiteX9" fmla="*/ 2845578 w 3491880"/>
              <a:gd name="connsiteY9" fmla="*/ 4470493 h 5152297"/>
              <a:gd name="connsiteX10" fmla="*/ 2931211 w 3491880"/>
              <a:gd name="connsiteY10" fmla="*/ 3877604 h 5152297"/>
              <a:gd name="connsiteX11" fmla="*/ 3491880 w 3491880"/>
              <a:gd name="connsiteY11" fmla="*/ 3877604 h 5152297"/>
              <a:gd name="connsiteX12" fmla="*/ 3491880 w 3491880"/>
              <a:gd name="connsiteY12" fmla="*/ 5152297 h 5152297"/>
              <a:gd name="connsiteX13" fmla="*/ 0 w 3491880"/>
              <a:gd name="connsiteY13" fmla="*/ 5152297 h 5152297"/>
              <a:gd name="connsiteX14" fmla="*/ 0 w 3491880"/>
              <a:gd name="connsiteY14" fmla="*/ 4876063 h 5152297"/>
              <a:gd name="connsiteX15" fmla="*/ 1438203 w 3491880"/>
              <a:gd name="connsiteY15" fmla="*/ 2761857 h 5152297"/>
              <a:gd name="connsiteX16" fmla="*/ 2557853 w 3491880"/>
              <a:gd name="connsiteY16" fmla="*/ 1412391 h 5152297"/>
              <a:gd name="connsiteX17" fmla="*/ 1858232 w 3491880"/>
              <a:gd name="connsiteY17" fmla="*/ 639916 h 5152297"/>
              <a:gd name="connsiteX18" fmla="*/ 925263 w 3491880"/>
              <a:gd name="connsiteY18" fmla="*/ 1256005 h 5152297"/>
              <a:gd name="connsiteX19" fmla="*/ 248764 w 3491880"/>
              <a:gd name="connsiteY19" fmla="*/ 1256005 h 5152297"/>
              <a:gd name="connsiteX20" fmla="*/ 248764 w 3491880"/>
              <a:gd name="connsiteY20" fmla="*/ 140688 h 5152297"/>
              <a:gd name="connsiteX21" fmla="*/ 620069 w 3491880"/>
              <a:gd name="connsiteY21" fmla="*/ 21868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91880" h="5152297">
                <a:moveTo>
                  <a:pt x="713371" y="0"/>
                </a:moveTo>
                <a:lnTo>
                  <a:pt x="2875909" y="0"/>
                </a:lnTo>
                <a:lnTo>
                  <a:pt x="3015848" y="54085"/>
                </a:lnTo>
                <a:cubicBezTo>
                  <a:pt x="3203629" y="142718"/>
                  <a:pt x="3361141" y="260173"/>
                  <a:pt x="3484679" y="407855"/>
                </a:cubicBezTo>
                <a:lnTo>
                  <a:pt x="3491880" y="417343"/>
                </a:lnTo>
                <a:lnTo>
                  <a:pt x="3491880" y="2322598"/>
                </a:lnTo>
                <a:lnTo>
                  <a:pt x="3377139" y="2465770"/>
                </a:lnTo>
                <a:cubicBezTo>
                  <a:pt x="3048876" y="2826658"/>
                  <a:pt x="2578994" y="3089153"/>
                  <a:pt x="2145959" y="3339278"/>
                </a:cubicBezTo>
                <a:cubicBezTo>
                  <a:pt x="1562799" y="3674819"/>
                  <a:pt x="1080686" y="4041293"/>
                  <a:pt x="1003188" y="4470493"/>
                </a:cubicBezTo>
                <a:lnTo>
                  <a:pt x="2845578" y="4470493"/>
                </a:lnTo>
                <a:lnTo>
                  <a:pt x="2931211" y="3877604"/>
                </a:lnTo>
                <a:lnTo>
                  <a:pt x="3491880" y="3877604"/>
                </a:lnTo>
                <a:lnTo>
                  <a:pt x="3491880" y="5152297"/>
                </a:lnTo>
                <a:lnTo>
                  <a:pt x="0" y="5152297"/>
                </a:lnTo>
                <a:lnTo>
                  <a:pt x="0" y="4876063"/>
                </a:lnTo>
                <a:cubicBezTo>
                  <a:pt x="0" y="3853974"/>
                  <a:pt x="738583" y="3276982"/>
                  <a:pt x="1438203" y="2761857"/>
                </a:cubicBezTo>
                <a:cubicBezTo>
                  <a:pt x="2005949" y="2340390"/>
                  <a:pt x="2557853" y="1973916"/>
                  <a:pt x="2557853" y="1412391"/>
                </a:cubicBezTo>
                <a:cubicBezTo>
                  <a:pt x="2557853" y="944525"/>
                  <a:pt x="2324503" y="639916"/>
                  <a:pt x="1858232" y="639916"/>
                </a:cubicBezTo>
                <a:cubicBezTo>
                  <a:pt x="1360705" y="639916"/>
                  <a:pt x="1080686" y="912731"/>
                  <a:pt x="925263" y="1256005"/>
                </a:cubicBezTo>
                <a:lnTo>
                  <a:pt x="248764" y="1256005"/>
                </a:lnTo>
                <a:lnTo>
                  <a:pt x="248764" y="140688"/>
                </a:lnTo>
                <a:cubicBezTo>
                  <a:pt x="367365" y="97725"/>
                  <a:pt x="491292" y="57715"/>
                  <a:pt x="620069" y="21868"/>
                </a:cubicBezTo>
                <a:close/>
              </a:path>
            </a:pathLst>
          </a:custGeom>
          <a:solidFill>
            <a:srgbClr val="CDCDCD"/>
          </a:solidFill>
          <a:ln w="39812" cap="flat">
            <a:noFill/>
            <a:prstDash val="solid"/>
            <a:miter/>
          </a:ln>
        </p:spPr>
        <p:txBody>
          <a:bodyPr rtlCol="0" anchor="ctr"/>
          <a:lstStyle/>
          <a:p>
            <a:endParaRPr lang="nl-NL" sz="1800"/>
          </a:p>
        </p:txBody>
      </p:sp>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13" name="Title 1">
            <a:extLst>
              <a:ext uri="{FF2B5EF4-FFF2-40B4-BE49-F238E27FC236}">
                <a16:creationId xmlns:a16="http://schemas.microsoft.com/office/drawing/2014/main" id="{D41DB888-BAC0-4A0E-B191-8389ECDDF7C5}"/>
              </a:ext>
            </a:extLst>
          </p:cNvPr>
          <p:cNvSpPr>
            <a:spLocks noGrp="1"/>
          </p:cNvSpPr>
          <p:nvPr>
            <p:ph type="title" hasCustomPrompt="1"/>
          </p:nvPr>
        </p:nvSpPr>
        <p:spPr>
          <a:xfrm>
            <a:off x="344322" y="2283719"/>
            <a:ext cx="5667838" cy="576064"/>
          </a:xfrm>
        </p:spPr>
        <p:txBody>
          <a:bodyPr anchor="t"/>
          <a:lstStyle>
            <a:lvl1pPr>
              <a:defRPr sz="3000" b="0">
                <a:solidFill>
                  <a:srgbClr val="0066A1"/>
                </a:solidFill>
              </a:defRPr>
            </a:lvl1pPr>
          </a:lstStyle>
          <a:p>
            <a:r>
              <a:rPr lang="en-US"/>
              <a:t>Chapter title</a:t>
            </a:r>
          </a:p>
        </p:txBody>
      </p:sp>
    </p:spTree>
    <p:extLst>
      <p:ext uri="{BB962C8B-B14F-4D97-AF65-F5344CB8AC3E}">
        <p14:creationId xmlns:p14="http://schemas.microsoft.com/office/powerpoint/2010/main" val="1939466477"/>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Number slide #3">
    <p:bg>
      <p:bgPr>
        <a:solidFill>
          <a:schemeClr val="bg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2AAB8AF6-C153-46C6-9576-9D80FCE5FDBC}"/>
              </a:ext>
            </a:extLst>
          </p:cNvPr>
          <p:cNvPicPr>
            <a:picLocks noChangeAspect="1"/>
          </p:cNvPicPr>
          <p:nvPr userDrawn="1"/>
        </p:nvPicPr>
        <p:blipFill>
          <a:blip r:embed="rId2">
            <a:extLst>
              <a:ext uri="{96DAC541-7B7A-43D3-8B79-37D633B846F1}">
                <asvg:svgBlip xmlns:asvg="http://schemas.microsoft.com/office/drawing/2016/SVG/main" r:embed="rId3"/>
              </a:ext>
            </a:extLst>
          </a:blip>
          <a:srcRect t="2620" r="9931" b="10717"/>
          <a:stretch>
            <a:fillRect/>
          </a:stretch>
        </p:blipFill>
        <p:spPr>
          <a:xfrm>
            <a:off x="5524278" y="0"/>
            <a:ext cx="3619722" cy="5143500"/>
          </a:xfrm>
          <a:custGeom>
            <a:avLst/>
            <a:gdLst>
              <a:gd name="connsiteX0" fmla="*/ 0 w 3619722"/>
              <a:gd name="connsiteY0" fmla="*/ 0 h 5143500"/>
              <a:gd name="connsiteX1" fmla="*/ 3619722 w 3619722"/>
              <a:gd name="connsiteY1" fmla="*/ 0 h 5143500"/>
              <a:gd name="connsiteX2" fmla="*/ 3619722 w 3619722"/>
              <a:gd name="connsiteY2" fmla="*/ 5143500 h 5143500"/>
              <a:gd name="connsiteX3" fmla="*/ 0 w 3619722"/>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619722" h="5143500">
                <a:moveTo>
                  <a:pt x="0" y="0"/>
                </a:moveTo>
                <a:lnTo>
                  <a:pt x="3619722" y="0"/>
                </a:lnTo>
                <a:lnTo>
                  <a:pt x="3619722" y="5143500"/>
                </a:lnTo>
                <a:lnTo>
                  <a:pt x="0" y="5143500"/>
                </a:lnTo>
                <a:close/>
              </a:path>
            </a:pathLst>
          </a:custGeom>
        </p:spPr>
      </p:pic>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10" name="Title 1">
            <a:extLst>
              <a:ext uri="{FF2B5EF4-FFF2-40B4-BE49-F238E27FC236}">
                <a16:creationId xmlns:a16="http://schemas.microsoft.com/office/drawing/2014/main" id="{979E06BF-DA37-4CB2-B317-AA69899CFCA4}"/>
              </a:ext>
            </a:extLst>
          </p:cNvPr>
          <p:cNvSpPr>
            <a:spLocks noGrp="1"/>
          </p:cNvSpPr>
          <p:nvPr>
            <p:ph type="title" hasCustomPrompt="1"/>
          </p:nvPr>
        </p:nvSpPr>
        <p:spPr>
          <a:xfrm>
            <a:off x="344322" y="2283719"/>
            <a:ext cx="5667838" cy="576064"/>
          </a:xfrm>
        </p:spPr>
        <p:txBody>
          <a:bodyPr anchor="t"/>
          <a:lstStyle>
            <a:lvl1pPr>
              <a:defRPr sz="3000" b="0">
                <a:solidFill>
                  <a:srgbClr val="0066A1"/>
                </a:solidFill>
              </a:defRPr>
            </a:lvl1pPr>
          </a:lstStyle>
          <a:p>
            <a:r>
              <a:rPr lang="en-US"/>
              <a:t>Chapter title</a:t>
            </a:r>
          </a:p>
        </p:txBody>
      </p:sp>
    </p:spTree>
    <p:extLst>
      <p:ext uri="{BB962C8B-B14F-4D97-AF65-F5344CB8AC3E}">
        <p14:creationId xmlns:p14="http://schemas.microsoft.com/office/powerpoint/2010/main" val="1688724365"/>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Number slide #4">
    <p:bg>
      <p:bgPr>
        <a:solidFill>
          <a:schemeClr val="bg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B8A9580-5691-46BC-8EFB-05274DFBBD9F}"/>
              </a:ext>
            </a:extLst>
          </p:cNvPr>
          <p:cNvPicPr>
            <a:picLocks noChangeAspect="1"/>
          </p:cNvPicPr>
          <p:nvPr userDrawn="1"/>
        </p:nvPicPr>
        <p:blipFill>
          <a:blip r:embed="rId2">
            <a:extLst>
              <a:ext uri="{96DAC541-7B7A-43D3-8B79-37D633B846F1}">
                <asvg:svgBlip xmlns:asvg="http://schemas.microsoft.com/office/drawing/2016/SVG/main" r:embed="rId3"/>
              </a:ext>
            </a:extLst>
          </a:blip>
          <a:srcRect t="6073" r="2912" b="2912"/>
          <a:stretch>
            <a:fillRect/>
          </a:stretch>
        </p:blipFill>
        <p:spPr>
          <a:xfrm>
            <a:off x="5076057" y="0"/>
            <a:ext cx="4067944" cy="5143500"/>
          </a:xfrm>
          <a:custGeom>
            <a:avLst/>
            <a:gdLst>
              <a:gd name="connsiteX0" fmla="*/ 0 w 4067944"/>
              <a:gd name="connsiteY0" fmla="*/ 0 h 5143500"/>
              <a:gd name="connsiteX1" fmla="*/ 4067944 w 4067944"/>
              <a:gd name="connsiteY1" fmla="*/ 0 h 5143500"/>
              <a:gd name="connsiteX2" fmla="*/ 4067944 w 4067944"/>
              <a:gd name="connsiteY2" fmla="*/ 1563638 h 5143500"/>
              <a:gd name="connsiteX3" fmla="*/ 4067944 w 4067944"/>
              <a:gd name="connsiteY3" fmla="*/ 5143500 h 5143500"/>
              <a:gd name="connsiteX4" fmla="*/ 1368152 w 4067944"/>
              <a:gd name="connsiteY4" fmla="*/ 5143500 h 5143500"/>
              <a:gd name="connsiteX5" fmla="*/ 0 w 4067944"/>
              <a:gd name="connsiteY5"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7944" h="5143500">
                <a:moveTo>
                  <a:pt x="0" y="0"/>
                </a:moveTo>
                <a:lnTo>
                  <a:pt x="4067944" y="0"/>
                </a:lnTo>
                <a:lnTo>
                  <a:pt x="4067944" y="1563638"/>
                </a:lnTo>
                <a:lnTo>
                  <a:pt x="4067944" y="5143500"/>
                </a:lnTo>
                <a:lnTo>
                  <a:pt x="1368152" y="5143500"/>
                </a:lnTo>
                <a:lnTo>
                  <a:pt x="0" y="5143500"/>
                </a:lnTo>
                <a:close/>
              </a:path>
            </a:pathLst>
          </a:custGeom>
        </p:spPr>
      </p:pic>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12" name="Title 1">
            <a:extLst>
              <a:ext uri="{FF2B5EF4-FFF2-40B4-BE49-F238E27FC236}">
                <a16:creationId xmlns:a16="http://schemas.microsoft.com/office/drawing/2014/main" id="{09CA2755-427E-4107-8A88-2E4002A509B1}"/>
              </a:ext>
            </a:extLst>
          </p:cNvPr>
          <p:cNvSpPr>
            <a:spLocks noGrp="1"/>
          </p:cNvSpPr>
          <p:nvPr>
            <p:ph type="title" hasCustomPrompt="1"/>
          </p:nvPr>
        </p:nvSpPr>
        <p:spPr>
          <a:xfrm>
            <a:off x="344322" y="2283719"/>
            <a:ext cx="5667838" cy="576064"/>
          </a:xfrm>
        </p:spPr>
        <p:txBody>
          <a:bodyPr anchor="t"/>
          <a:lstStyle>
            <a:lvl1pPr>
              <a:defRPr sz="3000" b="0">
                <a:solidFill>
                  <a:srgbClr val="0066A1"/>
                </a:solidFill>
              </a:defRPr>
            </a:lvl1pPr>
          </a:lstStyle>
          <a:p>
            <a:r>
              <a:rPr lang="en-US"/>
              <a:t>Chapter title</a:t>
            </a:r>
          </a:p>
        </p:txBody>
      </p:sp>
    </p:spTree>
    <p:extLst>
      <p:ext uri="{BB962C8B-B14F-4D97-AF65-F5344CB8AC3E}">
        <p14:creationId xmlns:p14="http://schemas.microsoft.com/office/powerpoint/2010/main" val="212748566"/>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Number slide #5">
    <p:bg>
      <p:bgPr>
        <a:solidFill>
          <a:schemeClr val="bg1"/>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4294D2EC-B852-4C76-B594-22C14AC69181}"/>
              </a:ext>
            </a:extLst>
          </p:cNvPr>
          <p:cNvPicPr>
            <a:picLocks noChangeAspect="1"/>
          </p:cNvPicPr>
          <p:nvPr userDrawn="1"/>
        </p:nvPicPr>
        <p:blipFill>
          <a:blip r:embed="rId2">
            <a:extLst>
              <a:ext uri="{96DAC541-7B7A-43D3-8B79-37D633B846F1}">
                <asvg:svgBlip xmlns:asvg="http://schemas.microsoft.com/office/drawing/2016/SVG/main" r:embed="rId3"/>
              </a:ext>
            </a:extLst>
          </a:blip>
          <a:srcRect r="5725" b="10056"/>
          <a:stretch>
            <a:fillRect/>
          </a:stretch>
        </p:blipFill>
        <p:spPr>
          <a:xfrm>
            <a:off x="5508105" y="0"/>
            <a:ext cx="3635896" cy="5143500"/>
          </a:xfrm>
          <a:custGeom>
            <a:avLst/>
            <a:gdLst>
              <a:gd name="connsiteX0" fmla="*/ 0 w 3635896"/>
              <a:gd name="connsiteY0" fmla="*/ 0 h 5143500"/>
              <a:gd name="connsiteX1" fmla="*/ 3635896 w 3635896"/>
              <a:gd name="connsiteY1" fmla="*/ 0 h 5143500"/>
              <a:gd name="connsiteX2" fmla="*/ 3635896 w 3635896"/>
              <a:gd name="connsiteY2" fmla="*/ 5143500 h 5143500"/>
              <a:gd name="connsiteX3" fmla="*/ 0 w 3635896"/>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635896" h="5143500">
                <a:moveTo>
                  <a:pt x="0" y="0"/>
                </a:moveTo>
                <a:lnTo>
                  <a:pt x="3635896" y="0"/>
                </a:lnTo>
                <a:lnTo>
                  <a:pt x="3635896" y="5143500"/>
                </a:lnTo>
                <a:lnTo>
                  <a:pt x="0" y="5143500"/>
                </a:lnTo>
                <a:close/>
              </a:path>
            </a:pathLst>
          </a:custGeom>
        </p:spPr>
      </p:pic>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5" name="Title 1">
            <a:extLst>
              <a:ext uri="{FF2B5EF4-FFF2-40B4-BE49-F238E27FC236}">
                <a16:creationId xmlns:a16="http://schemas.microsoft.com/office/drawing/2014/main" id="{2BF20183-58EF-4DBD-A9AC-14890CFB9EE5}"/>
              </a:ext>
            </a:extLst>
          </p:cNvPr>
          <p:cNvSpPr>
            <a:spLocks noGrp="1"/>
          </p:cNvSpPr>
          <p:nvPr>
            <p:ph type="title" hasCustomPrompt="1"/>
          </p:nvPr>
        </p:nvSpPr>
        <p:spPr>
          <a:xfrm>
            <a:off x="344322" y="2283719"/>
            <a:ext cx="5667838" cy="576064"/>
          </a:xfrm>
        </p:spPr>
        <p:txBody>
          <a:bodyPr anchor="t"/>
          <a:lstStyle>
            <a:lvl1pPr>
              <a:defRPr sz="3000" b="0">
                <a:solidFill>
                  <a:srgbClr val="0066A1"/>
                </a:solidFill>
              </a:defRPr>
            </a:lvl1pPr>
          </a:lstStyle>
          <a:p>
            <a:r>
              <a:rPr lang="en-US"/>
              <a:t>Chapter title</a:t>
            </a:r>
          </a:p>
        </p:txBody>
      </p:sp>
    </p:spTree>
    <p:extLst>
      <p:ext uri="{BB962C8B-B14F-4D97-AF65-F5344CB8AC3E}">
        <p14:creationId xmlns:p14="http://schemas.microsoft.com/office/powerpoint/2010/main" val="28208652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preserve="1" userDrawn="1">
  <p:cSld name="Number slide #6">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7CB02C6-D625-437F-AEFA-831D5724C597}"/>
              </a:ext>
            </a:extLst>
          </p:cNvPr>
          <p:cNvPicPr>
            <a:picLocks noChangeAspect="1"/>
          </p:cNvPicPr>
          <p:nvPr userDrawn="1"/>
        </p:nvPicPr>
        <p:blipFill>
          <a:blip r:embed="rId2">
            <a:extLst>
              <a:ext uri="{96DAC541-7B7A-43D3-8B79-37D633B846F1}">
                <asvg:svgBlip xmlns:asvg="http://schemas.microsoft.com/office/drawing/2016/SVG/main" r:embed="rId3"/>
              </a:ext>
            </a:extLst>
          </a:blip>
          <a:srcRect r="14878" b="5824"/>
          <a:stretch>
            <a:fillRect/>
          </a:stretch>
        </p:blipFill>
        <p:spPr>
          <a:xfrm>
            <a:off x="5639378" y="-92546"/>
            <a:ext cx="3504623" cy="5236047"/>
          </a:xfrm>
          <a:custGeom>
            <a:avLst/>
            <a:gdLst>
              <a:gd name="connsiteX0" fmla="*/ 0 w 3504623"/>
              <a:gd name="connsiteY0" fmla="*/ 0 h 5236047"/>
              <a:gd name="connsiteX1" fmla="*/ 732823 w 3504623"/>
              <a:gd name="connsiteY1" fmla="*/ 0 h 5236047"/>
              <a:gd name="connsiteX2" fmla="*/ 732823 w 3504623"/>
              <a:gd name="connsiteY2" fmla="*/ 92546 h 5236047"/>
              <a:gd name="connsiteX3" fmla="*/ 3504623 w 3504623"/>
              <a:gd name="connsiteY3" fmla="*/ 92546 h 5236047"/>
              <a:gd name="connsiteX4" fmla="*/ 3504623 w 3504623"/>
              <a:gd name="connsiteY4" fmla="*/ 5236047 h 5236047"/>
              <a:gd name="connsiteX5" fmla="*/ 0 w 3504623"/>
              <a:gd name="connsiteY5" fmla="*/ 5236047 h 523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4623" h="5236047">
                <a:moveTo>
                  <a:pt x="0" y="0"/>
                </a:moveTo>
                <a:lnTo>
                  <a:pt x="732823" y="0"/>
                </a:lnTo>
                <a:lnTo>
                  <a:pt x="732823" y="92546"/>
                </a:lnTo>
                <a:lnTo>
                  <a:pt x="3504623" y="92546"/>
                </a:lnTo>
                <a:lnTo>
                  <a:pt x="3504623" y="5236047"/>
                </a:lnTo>
                <a:lnTo>
                  <a:pt x="0" y="5236047"/>
                </a:lnTo>
                <a:close/>
              </a:path>
            </a:pathLst>
          </a:custGeom>
        </p:spPr>
      </p:pic>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5" name="Title 1">
            <a:extLst>
              <a:ext uri="{FF2B5EF4-FFF2-40B4-BE49-F238E27FC236}">
                <a16:creationId xmlns:a16="http://schemas.microsoft.com/office/drawing/2014/main" id="{7275DD8E-E1FB-4906-B885-8EC3F61F21AF}"/>
              </a:ext>
            </a:extLst>
          </p:cNvPr>
          <p:cNvSpPr>
            <a:spLocks noGrp="1"/>
          </p:cNvSpPr>
          <p:nvPr>
            <p:ph type="title" hasCustomPrompt="1"/>
          </p:nvPr>
        </p:nvSpPr>
        <p:spPr>
          <a:xfrm>
            <a:off x="344322" y="2283719"/>
            <a:ext cx="5667838" cy="576064"/>
          </a:xfrm>
        </p:spPr>
        <p:txBody>
          <a:bodyPr anchor="t"/>
          <a:lstStyle>
            <a:lvl1pPr>
              <a:defRPr sz="3000" b="0">
                <a:solidFill>
                  <a:srgbClr val="0066A1"/>
                </a:solidFill>
              </a:defRPr>
            </a:lvl1pPr>
          </a:lstStyle>
          <a:p>
            <a:r>
              <a:rPr lang="en-US"/>
              <a:t>Chapter title</a:t>
            </a:r>
          </a:p>
        </p:txBody>
      </p:sp>
    </p:spTree>
    <p:extLst>
      <p:ext uri="{BB962C8B-B14F-4D97-AF65-F5344CB8AC3E}">
        <p14:creationId xmlns:p14="http://schemas.microsoft.com/office/powerpoint/2010/main" val="1761326869"/>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userDrawn="1">
  <p:cSld name="Number slide #7">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pic>
        <p:nvPicPr>
          <p:cNvPr id="6" name="Graphic 5">
            <a:extLst>
              <a:ext uri="{FF2B5EF4-FFF2-40B4-BE49-F238E27FC236}">
                <a16:creationId xmlns:a16="http://schemas.microsoft.com/office/drawing/2014/main" id="{086AA340-49DF-4790-8E71-B5EAF31DC1CD}"/>
              </a:ext>
            </a:extLst>
          </p:cNvPr>
          <p:cNvPicPr>
            <a:picLocks noChangeAspect="1"/>
          </p:cNvPicPr>
          <p:nvPr userDrawn="1"/>
        </p:nvPicPr>
        <p:blipFill>
          <a:blip r:embed="rId3">
            <a:extLst>
              <a:ext uri="{96DAC541-7B7A-43D3-8B79-37D633B846F1}">
                <asvg:svgBlip xmlns:asvg="http://schemas.microsoft.com/office/drawing/2016/SVG/main" r:embed="rId4"/>
              </a:ext>
            </a:extLst>
          </a:blip>
          <a:srcRect t="2744" r="2791" b="6486"/>
          <a:stretch>
            <a:fillRect/>
          </a:stretch>
        </p:blipFill>
        <p:spPr>
          <a:xfrm>
            <a:off x="5364088" y="-8795"/>
            <a:ext cx="3779912" cy="5152297"/>
          </a:xfrm>
          <a:custGeom>
            <a:avLst/>
            <a:gdLst>
              <a:gd name="connsiteX0" fmla="*/ 0 w 3779912"/>
              <a:gd name="connsiteY0" fmla="*/ 0 h 5152297"/>
              <a:gd name="connsiteX1" fmla="*/ 3779912 w 3779912"/>
              <a:gd name="connsiteY1" fmla="*/ 0 h 5152297"/>
              <a:gd name="connsiteX2" fmla="*/ 3779912 w 3779912"/>
              <a:gd name="connsiteY2" fmla="*/ 4668778 h 5152297"/>
              <a:gd name="connsiteX3" fmla="*/ 3779912 w 3779912"/>
              <a:gd name="connsiteY3" fmla="*/ 5152297 h 5152297"/>
              <a:gd name="connsiteX4" fmla="*/ 0 w 3779912"/>
              <a:gd name="connsiteY4" fmla="*/ 5152297 h 5152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9912" h="5152297">
                <a:moveTo>
                  <a:pt x="0" y="0"/>
                </a:moveTo>
                <a:lnTo>
                  <a:pt x="3779912" y="0"/>
                </a:lnTo>
                <a:lnTo>
                  <a:pt x="3779912" y="4668778"/>
                </a:lnTo>
                <a:lnTo>
                  <a:pt x="3779912" y="5152297"/>
                </a:lnTo>
                <a:lnTo>
                  <a:pt x="0" y="5152297"/>
                </a:lnTo>
                <a:close/>
              </a:path>
            </a:pathLst>
          </a:custGeom>
        </p:spPr>
      </p:pic>
      <p:sp>
        <p:nvSpPr>
          <p:cNvPr id="8" name="Title 1">
            <a:extLst>
              <a:ext uri="{FF2B5EF4-FFF2-40B4-BE49-F238E27FC236}">
                <a16:creationId xmlns:a16="http://schemas.microsoft.com/office/drawing/2014/main" id="{6838F385-C9D7-410B-A3C3-8A18E4BD7658}"/>
              </a:ext>
            </a:extLst>
          </p:cNvPr>
          <p:cNvSpPr>
            <a:spLocks noGrp="1"/>
          </p:cNvSpPr>
          <p:nvPr>
            <p:ph type="title" hasCustomPrompt="1"/>
          </p:nvPr>
        </p:nvSpPr>
        <p:spPr>
          <a:xfrm>
            <a:off x="344322" y="2283719"/>
            <a:ext cx="5667838" cy="576064"/>
          </a:xfrm>
        </p:spPr>
        <p:txBody>
          <a:bodyPr anchor="t"/>
          <a:lstStyle>
            <a:lvl1pPr>
              <a:defRPr sz="3000" b="0">
                <a:solidFill>
                  <a:srgbClr val="0066A1"/>
                </a:solidFill>
              </a:defRPr>
            </a:lvl1pPr>
          </a:lstStyle>
          <a:p>
            <a:r>
              <a:rPr lang="en-US"/>
              <a:t>Chapter title</a:t>
            </a:r>
          </a:p>
        </p:txBody>
      </p:sp>
    </p:spTree>
    <p:extLst>
      <p:ext uri="{BB962C8B-B14F-4D97-AF65-F5344CB8AC3E}">
        <p14:creationId xmlns:p14="http://schemas.microsoft.com/office/powerpoint/2010/main" val="2426802769"/>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preserve="1" userDrawn="1">
  <p:cSld name="Number slide #8">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CA41F4C8-A036-4CA3-A691-8DF4CDA4AF81}"/>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68" r="14199" b="4267"/>
          <a:stretch>
            <a:fillRect/>
          </a:stretch>
        </p:blipFill>
        <p:spPr>
          <a:xfrm>
            <a:off x="5521122" y="0"/>
            <a:ext cx="3622879" cy="5143500"/>
          </a:xfrm>
          <a:custGeom>
            <a:avLst/>
            <a:gdLst>
              <a:gd name="connsiteX0" fmla="*/ 0 w 3622879"/>
              <a:gd name="connsiteY0" fmla="*/ 0 h 5143500"/>
              <a:gd name="connsiteX1" fmla="*/ 3622879 w 3622879"/>
              <a:gd name="connsiteY1" fmla="*/ 0 h 5143500"/>
              <a:gd name="connsiteX2" fmla="*/ 3622879 w 3622879"/>
              <a:gd name="connsiteY2" fmla="*/ 5143500 h 5143500"/>
              <a:gd name="connsiteX3" fmla="*/ 491039 w 3622879"/>
              <a:gd name="connsiteY3" fmla="*/ 5143500 h 5143500"/>
              <a:gd name="connsiteX4" fmla="*/ 0 w 3622879"/>
              <a:gd name="connsiteY4" fmla="*/ 514350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2879" h="5143500">
                <a:moveTo>
                  <a:pt x="0" y="0"/>
                </a:moveTo>
                <a:lnTo>
                  <a:pt x="3622879" y="0"/>
                </a:lnTo>
                <a:lnTo>
                  <a:pt x="3622879" y="5143500"/>
                </a:lnTo>
                <a:lnTo>
                  <a:pt x="491039" y="5143500"/>
                </a:lnTo>
                <a:lnTo>
                  <a:pt x="0" y="5143500"/>
                </a:lnTo>
                <a:close/>
              </a:path>
            </a:pathLst>
          </a:custGeom>
        </p:spPr>
      </p:pic>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8" name="Title 1">
            <a:extLst>
              <a:ext uri="{FF2B5EF4-FFF2-40B4-BE49-F238E27FC236}">
                <a16:creationId xmlns:a16="http://schemas.microsoft.com/office/drawing/2014/main" id="{BEB73E4C-0E69-4B10-8B32-26F47DCB11F6}"/>
              </a:ext>
            </a:extLst>
          </p:cNvPr>
          <p:cNvSpPr>
            <a:spLocks noGrp="1"/>
          </p:cNvSpPr>
          <p:nvPr>
            <p:ph type="title" hasCustomPrompt="1"/>
          </p:nvPr>
        </p:nvSpPr>
        <p:spPr>
          <a:xfrm>
            <a:off x="344322" y="2283719"/>
            <a:ext cx="5667838" cy="576064"/>
          </a:xfrm>
        </p:spPr>
        <p:txBody>
          <a:bodyPr anchor="t"/>
          <a:lstStyle>
            <a:lvl1pPr>
              <a:defRPr sz="3000" b="0">
                <a:solidFill>
                  <a:srgbClr val="0066A1"/>
                </a:solidFill>
              </a:defRPr>
            </a:lvl1pPr>
          </a:lstStyle>
          <a:p>
            <a:r>
              <a:rPr lang="en-US"/>
              <a:t>Chapter title</a:t>
            </a:r>
          </a:p>
        </p:txBody>
      </p:sp>
    </p:spTree>
    <p:extLst>
      <p:ext uri="{BB962C8B-B14F-4D97-AF65-F5344CB8AC3E}">
        <p14:creationId xmlns:p14="http://schemas.microsoft.com/office/powerpoint/2010/main" val="167285997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Number slide #9">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206B4D2B-4882-4AEF-9FB0-B550016C38BC}"/>
              </a:ext>
            </a:extLst>
          </p:cNvPr>
          <p:cNvPicPr>
            <a:picLocks noChangeAspect="1"/>
          </p:cNvPicPr>
          <p:nvPr userDrawn="1"/>
        </p:nvPicPr>
        <p:blipFill>
          <a:blip r:embed="rId2">
            <a:extLst>
              <a:ext uri="{96DAC541-7B7A-43D3-8B79-37D633B846F1}">
                <asvg:svgBlip xmlns:asvg="http://schemas.microsoft.com/office/drawing/2016/SVG/main" r:embed="rId3"/>
              </a:ext>
            </a:extLst>
          </a:blip>
          <a:srcRect t="4367" r="11029" b="4367"/>
          <a:stretch>
            <a:fillRect/>
          </a:stretch>
        </p:blipFill>
        <p:spPr>
          <a:xfrm>
            <a:off x="5364088" y="0"/>
            <a:ext cx="3779912" cy="5143500"/>
          </a:xfrm>
          <a:custGeom>
            <a:avLst/>
            <a:gdLst>
              <a:gd name="connsiteX0" fmla="*/ 0 w 3779912"/>
              <a:gd name="connsiteY0" fmla="*/ 0 h 5143500"/>
              <a:gd name="connsiteX1" fmla="*/ 3779912 w 3779912"/>
              <a:gd name="connsiteY1" fmla="*/ 0 h 5143500"/>
              <a:gd name="connsiteX2" fmla="*/ 3779912 w 3779912"/>
              <a:gd name="connsiteY2" fmla="*/ 5143500 h 5143500"/>
              <a:gd name="connsiteX3" fmla="*/ 0 w 3779912"/>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779912" h="5143500">
                <a:moveTo>
                  <a:pt x="0" y="0"/>
                </a:moveTo>
                <a:lnTo>
                  <a:pt x="3779912" y="0"/>
                </a:lnTo>
                <a:lnTo>
                  <a:pt x="3779912" y="5143500"/>
                </a:lnTo>
                <a:lnTo>
                  <a:pt x="0" y="5143500"/>
                </a:lnTo>
                <a:close/>
              </a:path>
            </a:pathLst>
          </a:custGeom>
        </p:spPr>
      </p:pic>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8" name="Title 1">
            <a:extLst>
              <a:ext uri="{FF2B5EF4-FFF2-40B4-BE49-F238E27FC236}">
                <a16:creationId xmlns:a16="http://schemas.microsoft.com/office/drawing/2014/main" id="{2E5DE3ED-43A9-4D11-95B0-652A70645359}"/>
              </a:ext>
            </a:extLst>
          </p:cNvPr>
          <p:cNvSpPr>
            <a:spLocks noGrp="1"/>
          </p:cNvSpPr>
          <p:nvPr>
            <p:ph type="title" hasCustomPrompt="1"/>
          </p:nvPr>
        </p:nvSpPr>
        <p:spPr>
          <a:xfrm>
            <a:off x="344322" y="2283719"/>
            <a:ext cx="5667838" cy="576064"/>
          </a:xfrm>
        </p:spPr>
        <p:txBody>
          <a:bodyPr anchor="t"/>
          <a:lstStyle>
            <a:lvl1pPr>
              <a:defRPr sz="3000" b="0">
                <a:solidFill>
                  <a:srgbClr val="0066A1"/>
                </a:solidFill>
              </a:defRPr>
            </a:lvl1pPr>
          </a:lstStyle>
          <a:p>
            <a:r>
              <a:rPr lang="en-US"/>
              <a:t>Chapter title</a:t>
            </a:r>
          </a:p>
        </p:txBody>
      </p:sp>
    </p:spTree>
    <p:extLst>
      <p:ext uri="{BB962C8B-B14F-4D97-AF65-F5344CB8AC3E}">
        <p14:creationId xmlns:p14="http://schemas.microsoft.com/office/powerpoint/2010/main" val="3336532136"/>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preserve="1" userDrawn="1">
  <p:cSld name="Number slide #10">
    <p:bg>
      <p:bgPr>
        <a:solidFill>
          <a:schemeClr val="bg1"/>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6EE0AF44-C4A0-47B1-ADD3-E64F0139E698}"/>
              </a:ext>
            </a:extLst>
          </p:cNvPr>
          <p:cNvPicPr>
            <a:picLocks noChangeAspect="1"/>
          </p:cNvPicPr>
          <p:nvPr userDrawn="1"/>
        </p:nvPicPr>
        <p:blipFill>
          <a:blip r:embed="rId2">
            <a:extLst>
              <a:ext uri="{96DAC541-7B7A-43D3-8B79-37D633B846F1}">
                <asvg:svgBlip xmlns:asvg="http://schemas.microsoft.com/office/drawing/2016/SVG/main" r:embed="rId3"/>
              </a:ext>
            </a:extLst>
          </a:blip>
          <a:srcRect t="1530" r="6836" b="4323"/>
          <a:stretch>
            <a:fillRect/>
          </a:stretch>
        </p:blipFill>
        <p:spPr>
          <a:xfrm>
            <a:off x="2123728" y="-8796"/>
            <a:ext cx="7020272" cy="5152296"/>
          </a:xfrm>
          <a:custGeom>
            <a:avLst/>
            <a:gdLst>
              <a:gd name="connsiteX0" fmla="*/ 0 w 7020272"/>
              <a:gd name="connsiteY0" fmla="*/ 0 h 5152296"/>
              <a:gd name="connsiteX1" fmla="*/ 7020272 w 7020272"/>
              <a:gd name="connsiteY1" fmla="*/ 0 h 5152296"/>
              <a:gd name="connsiteX2" fmla="*/ 7020272 w 7020272"/>
              <a:gd name="connsiteY2" fmla="*/ 5152296 h 5152296"/>
              <a:gd name="connsiteX3" fmla="*/ 0 w 7020272"/>
              <a:gd name="connsiteY3" fmla="*/ 5152296 h 5152296"/>
            </a:gdLst>
            <a:ahLst/>
            <a:cxnLst>
              <a:cxn ang="0">
                <a:pos x="connsiteX0" y="connsiteY0"/>
              </a:cxn>
              <a:cxn ang="0">
                <a:pos x="connsiteX1" y="connsiteY1"/>
              </a:cxn>
              <a:cxn ang="0">
                <a:pos x="connsiteX2" y="connsiteY2"/>
              </a:cxn>
              <a:cxn ang="0">
                <a:pos x="connsiteX3" y="connsiteY3"/>
              </a:cxn>
            </a:cxnLst>
            <a:rect l="l" t="t" r="r" b="b"/>
            <a:pathLst>
              <a:path w="7020272" h="5152296">
                <a:moveTo>
                  <a:pt x="0" y="0"/>
                </a:moveTo>
                <a:lnTo>
                  <a:pt x="7020272" y="0"/>
                </a:lnTo>
                <a:lnTo>
                  <a:pt x="7020272" y="5152296"/>
                </a:lnTo>
                <a:lnTo>
                  <a:pt x="0" y="5152296"/>
                </a:lnTo>
                <a:close/>
              </a:path>
            </a:pathLst>
          </a:custGeom>
        </p:spPr>
      </p:pic>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5" name="Title 1">
            <a:extLst>
              <a:ext uri="{FF2B5EF4-FFF2-40B4-BE49-F238E27FC236}">
                <a16:creationId xmlns:a16="http://schemas.microsoft.com/office/drawing/2014/main" id="{0C13AE07-F2C1-47AE-9163-78F45399190B}"/>
              </a:ext>
            </a:extLst>
          </p:cNvPr>
          <p:cNvSpPr>
            <a:spLocks noGrp="1"/>
          </p:cNvSpPr>
          <p:nvPr>
            <p:ph type="title" hasCustomPrompt="1"/>
          </p:nvPr>
        </p:nvSpPr>
        <p:spPr>
          <a:xfrm>
            <a:off x="344322" y="2283719"/>
            <a:ext cx="5667838" cy="576064"/>
          </a:xfrm>
        </p:spPr>
        <p:txBody>
          <a:bodyPr anchor="t"/>
          <a:lstStyle>
            <a:lvl1pPr>
              <a:defRPr sz="3000" b="0">
                <a:solidFill>
                  <a:srgbClr val="0066A1"/>
                </a:solidFill>
              </a:defRPr>
            </a:lvl1pPr>
          </a:lstStyle>
          <a:p>
            <a:r>
              <a:rPr lang="en-US"/>
              <a:t>Chapter title</a:t>
            </a:r>
          </a:p>
        </p:txBody>
      </p:sp>
    </p:spTree>
    <p:extLst>
      <p:ext uri="{BB962C8B-B14F-4D97-AF65-F5344CB8AC3E}">
        <p14:creationId xmlns:p14="http://schemas.microsoft.com/office/powerpoint/2010/main" val="3634062153"/>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preserve="1" userDrawn="1">
  <p:cSld name="Number slide #11">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6B1955B-73B7-409F-814B-2BCB8ACF1DCA}"/>
              </a:ext>
            </a:extLst>
          </p:cNvPr>
          <p:cNvSpPr/>
          <p:nvPr userDrawn="1"/>
        </p:nvSpPr>
        <p:spPr>
          <a:xfrm>
            <a:off x="4139952" y="0"/>
            <a:ext cx="2411760" cy="5143500"/>
          </a:xfrm>
          <a:custGeom>
            <a:avLst/>
            <a:gdLst>
              <a:gd name="connsiteX0" fmla="*/ 1184984 w 2411760"/>
              <a:gd name="connsiteY0" fmla="*/ 0 h 5152297"/>
              <a:gd name="connsiteX1" fmla="*/ 1982482 w 2411760"/>
              <a:gd name="connsiteY1" fmla="*/ 0 h 5152297"/>
              <a:gd name="connsiteX2" fmla="*/ 1982482 w 2411760"/>
              <a:gd name="connsiteY2" fmla="*/ 4451020 h 5152297"/>
              <a:gd name="connsiteX3" fmla="*/ 2195197 w 2411760"/>
              <a:gd name="connsiteY3" fmla="*/ 4686414 h 5152297"/>
              <a:gd name="connsiteX4" fmla="*/ 2411760 w 2411760"/>
              <a:gd name="connsiteY4" fmla="*/ 4686414 h 5152297"/>
              <a:gd name="connsiteX5" fmla="*/ 2411760 w 2411760"/>
              <a:gd name="connsiteY5" fmla="*/ 5152297 h 5152297"/>
              <a:gd name="connsiteX6" fmla="*/ 0 w 2411760"/>
              <a:gd name="connsiteY6" fmla="*/ 5152297 h 5152297"/>
              <a:gd name="connsiteX7" fmla="*/ 0 w 2411760"/>
              <a:gd name="connsiteY7" fmla="*/ 4686565 h 5152297"/>
              <a:gd name="connsiteX8" fmla="*/ 577223 w 2411760"/>
              <a:gd name="connsiteY8" fmla="*/ 4686565 h 5152297"/>
              <a:gd name="connsiteX9" fmla="*/ 789939 w 2411760"/>
              <a:gd name="connsiteY9" fmla="*/ 4451171 h 5152297"/>
              <a:gd name="connsiteX10" fmla="*/ 789939 w 2411760"/>
              <a:gd name="connsiteY10" fmla="*/ 1108937 h 5152297"/>
              <a:gd name="connsiteX11" fmla="*/ 265783 w 2411760"/>
              <a:gd name="connsiteY11" fmla="*/ 1344483 h 5152297"/>
              <a:gd name="connsiteX12" fmla="*/ 0 w 2411760"/>
              <a:gd name="connsiteY12" fmla="*/ 1344483 h 5152297"/>
              <a:gd name="connsiteX13" fmla="*/ 0 w 2411760"/>
              <a:gd name="connsiteY13" fmla="*/ 714044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1760" h="5152297">
                <a:moveTo>
                  <a:pt x="1184984" y="0"/>
                </a:moveTo>
                <a:lnTo>
                  <a:pt x="1982482" y="0"/>
                </a:lnTo>
                <a:lnTo>
                  <a:pt x="1982482" y="4451020"/>
                </a:lnTo>
                <a:cubicBezTo>
                  <a:pt x="1982482" y="4549743"/>
                  <a:pt x="2081204" y="4686414"/>
                  <a:pt x="2195197" y="4686414"/>
                </a:cubicBezTo>
                <a:lnTo>
                  <a:pt x="2411760" y="4686414"/>
                </a:lnTo>
                <a:lnTo>
                  <a:pt x="2411760" y="5152297"/>
                </a:lnTo>
                <a:lnTo>
                  <a:pt x="0" y="5152297"/>
                </a:lnTo>
                <a:lnTo>
                  <a:pt x="0" y="4686565"/>
                </a:lnTo>
                <a:lnTo>
                  <a:pt x="577223" y="4686565"/>
                </a:lnTo>
                <a:cubicBezTo>
                  <a:pt x="683504" y="4686565"/>
                  <a:pt x="789939" y="4549895"/>
                  <a:pt x="789939" y="4451171"/>
                </a:cubicBezTo>
                <a:lnTo>
                  <a:pt x="789939" y="1108937"/>
                </a:lnTo>
                <a:lnTo>
                  <a:pt x="265783" y="1344483"/>
                </a:lnTo>
                <a:lnTo>
                  <a:pt x="0" y="1344483"/>
                </a:lnTo>
                <a:lnTo>
                  <a:pt x="0" y="714044"/>
                </a:lnTo>
                <a:close/>
              </a:path>
            </a:pathLst>
          </a:custGeom>
          <a:solidFill>
            <a:srgbClr val="CDCDCD"/>
          </a:solidFill>
          <a:ln w="14583" cap="flat">
            <a:noFill/>
            <a:prstDash val="solid"/>
            <a:miter/>
          </a:ln>
        </p:spPr>
        <p:txBody>
          <a:bodyPr wrap="square" rtlCol="0" anchor="ctr">
            <a:noAutofit/>
          </a:bodyPr>
          <a:lstStyle/>
          <a:p>
            <a:endParaRPr lang="en-NL" sz="1800"/>
          </a:p>
        </p:txBody>
      </p:sp>
      <p:sp>
        <p:nvSpPr>
          <p:cNvPr id="15" name="Freeform: Shape 14">
            <a:extLst>
              <a:ext uri="{FF2B5EF4-FFF2-40B4-BE49-F238E27FC236}">
                <a16:creationId xmlns:a16="http://schemas.microsoft.com/office/drawing/2014/main" id="{C707EE00-9983-4961-B028-D305F18B7EC0}"/>
              </a:ext>
            </a:extLst>
          </p:cNvPr>
          <p:cNvSpPr/>
          <p:nvPr userDrawn="1"/>
        </p:nvSpPr>
        <p:spPr>
          <a:xfrm>
            <a:off x="6732240" y="0"/>
            <a:ext cx="2411760" cy="5143500"/>
          </a:xfrm>
          <a:custGeom>
            <a:avLst/>
            <a:gdLst>
              <a:gd name="connsiteX0" fmla="*/ 1184984 w 2411760"/>
              <a:gd name="connsiteY0" fmla="*/ 0 h 5152297"/>
              <a:gd name="connsiteX1" fmla="*/ 1982482 w 2411760"/>
              <a:gd name="connsiteY1" fmla="*/ 0 h 5152297"/>
              <a:gd name="connsiteX2" fmla="*/ 1982482 w 2411760"/>
              <a:gd name="connsiteY2" fmla="*/ 4451020 h 5152297"/>
              <a:gd name="connsiteX3" fmla="*/ 2195197 w 2411760"/>
              <a:gd name="connsiteY3" fmla="*/ 4686414 h 5152297"/>
              <a:gd name="connsiteX4" fmla="*/ 2411760 w 2411760"/>
              <a:gd name="connsiteY4" fmla="*/ 4686414 h 5152297"/>
              <a:gd name="connsiteX5" fmla="*/ 2411760 w 2411760"/>
              <a:gd name="connsiteY5" fmla="*/ 5152297 h 5152297"/>
              <a:gd name="connsiteX6" fmla="*/ 0 w 2411760"/>
              <a:gd name="connsiteY6" fmla="*/ 5152297 h 5152297"/>
              <a:gd name="connsiteX7" fmla="*/ 0 w 2411760"/>
              <a:gd name="connsiteY7" fmla="*/ 4686565 h 5152297"/>
              <a:gd name="connsiteX8" fmla="*/ 577223 w 2411760"/>
              <a:gd name="connsiteY8" fmla="*/ 4686565 h 5152297"/>
              <a:gd name="connsiteX9" fmla="*/ 789939 w 2411760"/>
              <a:gd name="connsiteY9" fmla="*/ 4451171 h 5152297"/>
              <a:gd name="connsiteX10" fmla="*/ 789939 w 2411760"/>
              <a:gd name="connsiteY10" fmla="*/ 1108937 h 5152297"/>
              <a:gd name="connsiteX11" fmla="*/ 265783 w 2411760"/>
              <a:gd name="connsiteY11" fmla="*/ 1344483 h 5152297"/>
              <a:gd name="connsiteX12" fmla="*/ 0 w 2411760"/>
              <a:gd name="connsiteY12" fmla="*/ 1344483 h 5152297"/>
              <a:gd name="connsiteX13" fmla="*/ 0 w 2411760"/>
              <a:gd name="connsiteY13" fmla="*/ 714044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1760" h="5152297">
                <a:moveTo>
                  <a:pt x="1184984" y="0"/>
                </a:moveTo>
                <a:lnTo>
                  <a:pt x="1982482" y="0"/>
                </a:lnTo>
                <a:lnTo>
                  <a:pt x="1982482" y="4451020"/>
                </a:lnTo>
                <a:cubicBezTo>
                  <a:pt x="1982482" y="4549743"/>
                  <a:pt x="2081204" y="4686414"/>
                  <a:pt x="2195197" y="4686414"/>
                </a:cubicBezTo>
                <a:lnTo>
                  <a:pt x="2411760" y="4686414"/>
                </a:lnTo>
                <a:lnTo>
                  <a:pt x="2411760" y="5152297"/>
                </a:lnTo>
                <a:lnTo>
                  <a:pt x="0" y="5152297"/>
                </a:lnTo>
                <a:lnTo>
                  <a:pt x="0" y="4686565"/>
                </a:lnTo>
                <a:lnTo>
                  <a:pt x="577223" y="4686565"/>
                </a:lnTo>
                <a:cubicBezTo>
                  <a:pt x="683504" y="4686565"/>
                  <a:pt x="789939" y="4549895"/>
                  <a:pt x="789939" y="4451171"/>
                </a:cubicBezTo>
                <a:lnTo>
                  <a:pt x="789939" y="1108937"/>
                </a:lnTo>
                <a:lnTo>
                  <a:pt x="265783" y="1344483"/>
                </a:lnTo>
                <a:lnTo>
                  <a:pt x="0" y="1344483"/>
                </a:lnTo>
                <a:lnTo>
                  <a:pt x="0" y="714044"/>
                </a:lnTo>
                <a:close/>
              </a:path>
            </a:pathLst>
          </a:custGeom>
          <a:solidFill>
            <a:srgbClr val="CDCDCD"/>
          </a:solidFill>
          <a:ln w="14583" cap="flat">
            <a:noFill/>
            <a:prstDash val="solid"/>
            <a:miter/>
          </a:ln>
        </p:spPr>
        <p:txBody>
          <a:bodyPr wrap="square" rtlCol="0" anchor="ctr">
            <a:noAutofit/>
          </a:bodyPr>
          <a:lstStyle/>
          <a:p>
            <a:endParaRPr lang="en-NL" sz="1800"/>
          </a:p>
        </p:txBody>
      </p:sp>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6" name="Title 1">
            <a:extLst>
              <a:ext uri="{FF2B5EF4-FFF2-40B4-BE49-F238E27FC236}">
                <a16:creationId xmlns:a16="http://schemas.microsoft.com/office/drawing/2014/main" id="{32EDAFFC-8561-4880-A91E-BE427B908C11}"/>
              </a:ext>
            </a:extLst>
          </p:cNvPr>
          <p:cNvSpPr>
            <a:spLocks noGrp="1"/>
          </p:cNvSpPr>
          <p:nvPr>
            <p:ph type="title" hasCustomPrompt="1"/>
          </p:nvPr>
        </p:nvSpPr>
        <p:spPr>
          <a:xfrm>
            <a:off x="344322" y="2283719"/>
            <a:ext cx="5667838" cy="576064"/>
          </a:xfrm>
        </p:spPr>
        <p:txBody>
          <a:bodyPr anchor="t"/>
          <a:lstStyle>
            <a:lvl1pPr>
              <a:defRPr sz="3000" b="0">
                <a:solidFill>
                  <a:srgbClr val="0066A1"/>
                </a:solidFill>
              </a:defRPr>
            </a:lvl1pPr>
          </a:lstStyle>
          <a:p>
            <a:r>
              <a:rPr lang="en-US"/>
              <a:t>Chapter title</a:t>
            </a:r>
          </a:p>
        </p:txBody>
      </p:sp>
    </p:spTree>
    <p:extLst>
      <p:ext uri="{BB962C8B-B14F-4D97-AF65-F5344CB8AC3E}">
        <p14:creationId xmlns:p14="http://schemas.microsoft.com/office/powerpoint/2010/main" val="994572509"/>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preserve="1" userDrawn="1">
  <p:cSld name="Number slide #12">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6B1955B-73B7-409F-814B-2BCB8ACF1DCA}"/>
              </a:ext>
            </a:extLst>
          </p:cNvPr>
          <p:cNvSpPr/>
          <p:nvPr userDrawn="1"/>
        </p:nvSpPr>
        <p:spPr>
          <a:xfrm>
            <a:off x="3059832" y="-1"/>
            <a:ext cx="2411760" cy="5143501"/>
          </a:xfrm>
          <a:custGeom>
            <a:avLst/>
            <a:gdLst>
              <a:gd name="connsiteX0" fmla="*/ 1184984 w 2411760"/>
              <a:gd name="connsiteY0" fmla="*/ 0 h 5152297"/>
              <a:gd name="connsiteX1" fmla="*/ 1982482 w 2411760"/>
              <a:gd name="connsiteY1" fmla="*/ 0 h 5152297"/>
              <a:gd name="connsiteX2" fmla="*/ 1982482 w 2411760"/>
              <a:gd name="connsiteY2" fmla="*/ 4451020 h 5152297"/>
              <a:gd name="connsiteX3" fmla="*/ 2195197 w 2411760"/>
              <a:gd name="connsiteY3" fmla="*/ 4686414 h 5152297"/>
              <a:gd name="connsiteX4" fmla="*/ 2411760 w 2411760"/>
              <a:gd name="connsiteY4" fmla="*/ 4686414 h 5152297"/>
              <a:gd name="connsiteX5" fmla="*/ 2411760 w 2411760"/>
              <a:gd name="connsiteY5" fmla="*/ 5152297 h 5152297"/>
              <a:gd name="connsiteX6" fmla="*/ 0 w 2411760"/>
              <a:gd name="connsiteY6" fmla="*/ 5152297 h 5152297"/>
              <a:gd name="connsiteX7" fmla="*/ 0 w 2411760"/>
              <a:gd name="connsiteY7" fmla="*/ 4686565 h 5152297"/>
              <a:gd name="connsiteX8" fmla="*/ 577223 w 2411760"/>
              <a:gd name="connsiteY8" fmla="*/ 4686565 h 5152297"/>
              <a:gd name="connsiteX9" fmla="*/ 789939 w 2411760"/>
              <a:gd name="connsiteY9" fmla="*/ 4451171 h 5152297"/>
              <a:gd name="connsiteX10" fmla="*/ 789939 w 2411760"/>
              <a:gd name="connsiteY10" fmla="*/ 1108937 h 5152297"/>
              <a:gd name="connsiteX11" fmla="*/ 265783 w 2411760"/>
              <a:gd name="connsiteY11" fmla="*/ 1344483 h 5152297"/>
              <a:gd name="connsiteX12" fmla="*/ 0 w 2411760"/>
              <a:gd name="connsiteY12" fmla="*/ 1344483 h 5152297"/>
              <a:gd name="connsiteX13" fmla="*/ 0 w 2411760"/>
              <a:gd name="connsiteY13" fmla="*/ 714044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1760" h="5152297">
                <a:moveTo>
                  <a:pt x="1184984" y="0"/>
                </a:moveTo>
                <a:lnTo>
                  <a:pt x="1982482" y="0"/>
                </a:lnTo>
                <a:lnTo>
                  <a:pt x="1982482" y="4451020"/>
                </a:lnTo>
                <a:cubicBezTo>
                  <a:pt x="1982482" y="4549743"/>
                  <a:pt x="2081204" y="4686414"/>
                  <a:pt x="2195197" y="4686414"/>
                </a:cubicBezTo>
                <a:lnTo>
                  <a:pt x="2411760" y="4686414"/>
                </a:lnTo>
                <a:lnTo>
                  <a:pt x="2411760" y="5152297"/>
                </a:lnTo>
                <a:lnTo>
                  <a:pt x="0" y="5152297"/>
                </a:lnTo>
                <a:lnTo>
                  <a:pt x="0" y="4686565"/>
                </a:lnTo>
                <a:lnTo>
                  <a:pt x="577223" y="4686565"/>
                </a:lnTo>
                <a:cubicBezTo>
                  <a:pt x="683504" y="4686565"/>
                  <a:pt x="789939" y="4549895"/>
                  <a:pt x="789939" y="4451171"/>
                </a:cubicBezTo>
                <a:lnTo>
                  <a:pt x="789939" y="1108937"/>
                </a:lnTo>
                <a:lnTo>
                  <a:pt x="265783" y="1344483"/>
                </a:lnTo>
                <a:lnTo>
                  <a:pt x="0" y="1344483"/>
                </a:lnTo>
                <a:lnTo>
                  <a:pt x="0" y="714044"/>
                </a:lnTo>
                <a:close/>
              </a:path>
            </a:pathLst>
          </a:custGeom>
          <a:solidFill>
            <a:srgbClr val="CDCDCD"/>
          </a:solidFill>
          <a:ln w="14583" cap="flat">
            <a:noFill/>
            <a:prstDash val="solid"/>
            <a:miter/>
          </a:ln>
        </p:spPr>
        <p:txBody>
          <a:bodyPr wrap="square" rtlCol="0" anchor="ctr">
            <a:noAutofit/>
          </a:bodyPr>
          <a:lstStyle/>
          <a:p>
            <a:endParaRPr lang="en-NL" sz="1800"/>
          </a:p>
        </p:txBody>
      </p:sp>
      <p:sp>
        <p:nvSpPr>
          <p:cNvPr id="10" name="Freeform: Shape 9">
            <a:extLst>
              <a:ext uri="{FF2B5EF4-FFF2-40B4-BE49-F238E27FC236}">
                <a16:creationId xmlns:a16="http://schemas.microsoft.com/office/drawing/2014/main" id="{6055B0DD-3C1A-4F98-B115-7B509C7AC658}"/>
              </a:ext>
            </a:extLst>
          </p:cNvPr>
          <p:cNvSpPr/>
          <p:nvPr userDrawn="1"/>
        </p:nvSpPr>
        <p:spPr>
          <a:xfrm>
            <a:off x="5652120" y="1"/>
            <a:ext cx="3491880" cy="5143502"/>
          </a:xfrm>
          <a:custGeom>
            <a:avLst/>
            <a:gdLst>
              <a:gd name="connsiteX0" fmla="*/ 713371 w 3491880"/>
              <a:gd name="connsiteY0" fmla="*/ 0 h 5152297"/>
              <a:gd name="connsiteX1" fmla="*/ 2875909 w 3491880"/>
              <a:gd name="connsiteY1" fmla="*/ 0 h 5152297"/>
              <a:gd name="connsiteX2" fmla="*/ 3015848 w 3491880"/>
              <a:gd name="connsiteY2" fmla="*/ 54085 h 5152297"/>
              <a:gd name="connsiteX3" fmla="*/ 3484679 w 3491880"/>
              <a:gd name="connsiteY3" fmla="*/ 407855 h 5152297"/>
              <a:gd name="connsiteX4" fmla="*/ 3491880 w 3491880"/>
              <a:gd name="connsiteY4" fmla="*/ 417343 h 5152297"/>
              <a:gd name="connsiteX5" fmla="*/ 3491880 w 3491880"/>
              <a:gd name="connsiteY5" fmla="*/ 2322598 h 5152297"/>
              <a:gd name="connsiteX6" fmla="*/ 3377139 w 3491880"/>
              <a:gd name="connsiteY6" fmla="*/ 2465770 h 5152297"/>
              <a:gd name="connsiteX7" fmla="*/ 2145959 w 3491880"/>
              <a:gd name="connsiteY7" fmla="*/ 3339278 h 5152297"/>
              <a:gd name="connsiteX8" fmla="*/ 1003188 w 3491880"/>
              <a:gd name="connsiteY8" fmla="*/ 4470493 h 5152297"/>
              <a:gd name="connsiteX9" fmla="*/ 2845578 w 3491880"/>
              <a:gd name="connsiteY9" fmla="*/ 4470493 h 5152297"/>
              <a:gd name="connsiteX10" fmla="*/ 2931211 w 3491880"/>
              <a:gd name="connsiteY10" fmla="*/ 3877604 h 5152297"/>
              <a:gd name="connsiteX11" fmla="*/ 3491880 w 3491880"/>
              <a:gd name="connsiteY11" fmla="*/ 3877604 h 5152297"/>
              <a:gd name="connsiteX12" fmla="*/ 3491880 w 3491880"/>
              <a:gd name="connsiteY12" fmla="*/ 5152297 h 5152297"/>
              <a:gd name="connsiteX13" fmla="*/ 0 w 3491880"/>
              <a:gd name="connsiteY13" fmla="*/ 5152297 h 5152297"/>
              <a:gd name="connsiteX14" fmla="*/ 0 w 3491880"/>
              <a:gd name="connsiteY14" fmla="*/ 4876063 h 5152297"/>
              <a:gd name="connsiteX15" fmla="*/ 1438203 w 3491880"/>
              <a:gd name="connsiteY15" fmla="*/ 2761857 h 5152297"/>
              <a:gd name="connsiteX16" fmla="*/ 2557853 w 3491880"/>
              <a:gd name="connsiteY16" fmla="*/ 1412391 h 5152297"/>
              <a:gd name="connsiteX17" fmla="*/ 1858232 w 3491880"/>
              <a:gd name="connsiteY17" fmla="*/ 639916 h 5152297"/>
              <a:gd name="connsiteX18" fmla="*/ 925263 w 3491880"/>
              <a:gd name="connsiteY18" fmla="*/ 1256005 h 5152297"/>
              <a:gd name="connsiteX19" fmla="*/ 248764 w 3491880"/>
              <a:gd name="connsiteY19" fmla="*/ 1256005 h 5152297"/>
              <a:gd name="connsiteX20" fmla="*/ 248764 w 3491880"/>
              <a:gd name="connsiteY20" fmla="*/ 140688 h 5152297"/>
              <a:gd name="connsiteX21" fmla="*/ 620069 w 3491880"/>
              <a:gd name="connsiteY21" fmla="*/ 21868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91880" h="5152297">
                <a:moveTo>
                  <a:pt x="713371" y="0"/>
                </a:moveTo>
                <a:lnTo>
                  <a:pt x="2875909" y="0"/>
                </a:lnTo>
                <a:lnTo>
                  <a:pt x="3015848" y="54085"/>
                </a:lnTo>
                <a:cubicBezTo>
                  <a:pt x="3203629" y="142718"/>
                  <a:pt x="3361141" y="260173"/>
                  <a:pt x="3484679" y="407855"/>
                </a:cubicBezTo>
                <a:lnTo>
                  <a:pt x="3491880" y="417343"/>
                </a:lnTo>
                <a:lnTo>
                  <a:pt x="3491880" y="2322598"/>
                </a:lnTo>
                <a:lnTo>
                  <a:pt x="3377139" y="2465770"/>
                </a:lnTo>
                <a:cubicBezTo>
                  <a:pt x="3048876" y="2826658"/>
                  <a:pt x="2578994" y="3089153"/>
                  <a:pt x="2145959" y="3339278"/>
                </a:cubicBezTo>
                <a:cubicBezTo>
                  <a:pt x="1562799" y="3674819"/>
                  <a:pt x="1080686" y="4041293"/>
                  <a:pt x="1003188" y="4470493"/>
                </a:cubicBezTo>
                <a:lnTo>
                  <a:pt x="2845578" y="4470493"/>
                </a:lnTo>
                <a:lnTo>
                  <a:pt x="2931211" y="3877604"/>
                </a:lnTo>
                <a:lnTo>
                  <a:pt x="3491880" y="3877604"/>
                </a:lnTo>
                <a:lnTo>
                  <a:pt x="3491880" y="5152297"/>
                </a:lnTo>
                <a:lnTo>
                  <a:pt x="0" y="5152297"/>
                </a:lnTo>
                <a:lnTo>
                  <a:pt x="0" y="4876063"/>
                </a:lnTo>
                <a:cubicBezTo>
                  <a:pt x="0" y="3853974"/>
                  <a:pt x="738583" y="3276982"/>
                  <a:pt x="1438203" y="2761857"/>
                </a:cubicBezTo>
                <a:cubicBezTo>
                  <a:pt x="2005949" y="2340390"/>
                  <a:pt x="2557853" y="1973916"/>
                  <a:pt x="2557853" y="1412391"/>
                </a:cubicBezTo>
                <a:cubicBezTo>
                  <a:pt x="2557853" y="944525"/>
                  <a:pt x="2324503" y="639916"/>
                  <a:pt x="1858232" y="639916"/>
                </a:cubicBezTo>
                <a:cubicBezTo>
                  <a:pt x="1360705" y="639916"/>
                  <a:pt x="1080686" y="912731"/>
                  <a:pt x="925263" y="1256005"/>
                </a:cubicBezTo>
                <a:lnTo>
                  <a:pt x="248764" y="1256005"/>
                </a:lnTo>
                <a:lnTo>
                  <a:pt x="248764" y="140688"/>
                </a:lnTo>
                <a:cubicBezTo>
                  <a:pt x="367365" y="97725"/>
                  <a:pt x="491292" y="57715"/>
                  <a:pt x="620069" y="21868"/>
                </a:cubicBezTo>
                <a:close/>
              </a:path>
            </a:pathLst>
          </a:custGeom>
          <a:solidFill>
            <a:srgbClr val="CDCDCD"/>
          </a:solidFill>
          <a:ln w="39812" cap="flat">
            <a:noFill/>
            <a:prstDash val="solid"/>
            <a:miter/>
          </a:ln>
        </p:spPr>
        <p:txBody>
          <a:bodyPr rtlCol="0" anchor="ctr"/>
          <a:lstStyle/>
          <a:p>
            <a:endParaRPr lang="nl-NL" sz="1800"/>
          </a:p>
        </p:txBody>
      </p:sp>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6" name="Title 1">
            <a:extLst>
              <a:ext uri="{FF2B5EF4-FFF2-40B4-BE49-F238E27FC236}">
                <a16:creationId xmlns:a16="http://schemas.microsoft.com/office/drawing/2014/main" id="{83097774-6ED7-446F-84AE-84A7B7B78379}"/>
              </a:ext>
            </a:extLst>
          </p:cNvPr>
          <p:cNvSpPr>
            <a:spLocks noGrp="1"/>
          </p:cNvSpPr>
          <p:nvPr>
            <p:ph type="title" hasCustomPrompt="1"/>
          </p:nvPr>
        </p:nvSpPr>
        <p:spPr>
          <a:xfrm>
            <a:off x="344322" y="2283719"/>
            <a:ext cx="5667838" cy="576064"/>
          </a:xfrm>
        </p:spPr>
        <p:txBody>
          <a:bodyPr anchor="t"/>
          <a:lstStyle>
            <a:lvl1pPr>
              <a:defRPr sz="3000" b="0">
                <a:solidFill>
                  <a:srgbClr val="0066A1"/>
                </a:solidFill>
              </a:defRPr>
            </a:lvl1pPr>
          </a:lstStyle>
          <a:p>
            <a:r>
              <a:rPr lang="en-US"/>
              <a:t>Chapter title</a:t>
            </a:r>
          </a:p>
        </p:txBody>
      </p:sp>
    </p:spTree>
    <p:extLst>
      <p:ext uri="{BB962C8B-B14F-4D97-AF65-F5344CB8AC3E}">
        <p14:creationId xmlns:p14="http://schemas.microsoft.com/office/powerpoint/2010/main" val="696058776"/>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preserve="1" userDrawn="1">
  <p:cSld name="Number slide #13">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C00EC5FC-9B0A-47FA-A211-AD5022FBC21F}"/>
              </a:ext>
            </a:extLst>
          </p:cNvPr>
          <p:cNvPicPr>
            <a:picLocks noChangeAspect="1"/>
          </p:cNvPicPr>
          <p:nvPr userDrawn="1"/>
        </p:nvPicPr>
        <p:blipFill>
          <a:blip r:embed="rId2">
            <a:extLst>
              <a:ext uri="{96DAC541-7B7A-43D3-8B79-37D633B846F1}">
                <asvg:svgBlip xmlns:asvg="http://schemas.microsoft.com/office/drawing/2016/SVG/main" r:embed="rId3"/>
              </a:ext>
            </a:extLst>
          </a:blip>
          <a:srcRect t="2620" r="9022" b="10717"/>
          <a:stretch>
            <a:fillRect/>
          </a:stretch>
        </p:blipFill>
        <p:spPr>
          <a:xfrm>
            <a:off x="5524278" y="-8796"/>
            <a:ext cx="3619722" cy="5152296"/>
          </a:xfrm>
          <a:custGeom>
            <a:avLst/>
            <a:gdLst>
              <a:gd name="connsiteX0" fmla="*/ 0 w 3619722"/>
              <a:gd name="connsiteY0" fmla="*/ 0 h 5152296"/>
              <a:gd name="connsiteX1" fmla="*/ 3619722 w 3619722"/>
              <a:gd name="connsiteY1" fmla="*/ 0 h 5152296"/>
              <a:gd name="connsiteX2" fmla="*/ 3619722 w 3619722"/>
              <a:gd name="connsiteY2" fmla="*/ 5152296 h 5152296"/>
              <a:gd name="connsiteX3" fmla="*/ 0 w 3619722"/>
              <a:gd name="connsiteY3" fmla="*/ 5152296 h 5152296"/>
            </a:gdLst>
            <a:ahLst/>
            <a:cxnLst>
              <a:cxn ang="0">
                <a:pos x="connsiteX0" y="connsiteY0"/>
              </a:cxn>
              <a:cxn ang="0">
                <a:pos x="connsiteX1" y="connsiteY1"/>
              </a:cxn>
              <a:cxn ang="0">
                <a:pos x="connsiteX2" y="connsiteY2"/>
              </a:cxn>
              <a:cxn ang="0">
                <a:pos x="connsiteX3" y="connsiteY3"/>
              </a:cxn>
            </a:cxnLst>
            <a:rect l="l" t="t" r="r" b="b"/>
            <a:pathLst>
              <a:path w="3619722" h="5152296">
                <a:moveTo>
                  <a:pt x="0" y="0"/>
                </a:moveTo>
                <a:lnTo>
                  <a:pt x="3619722" y="0"/>
                </a:lnTo>
                <a:lnTo>
                  <a:pt x="3619722" y="5152296"/>
                </a:lnTo>
                <a:lnTo>
                  <a:pt x="0" y="5152296"/>
                </a:lnTo>
                <a:close/>
              </a:path>
            </a:pathLst>
          </a:custGeom>
        </p:spPr>
      </p:pic>
      <p:sp>
        <p:nvSpPr>
          <p:cNvPr id="9" name="Freeform: Shape 8">
            <a:extLst>
              <a:ext uri="{FF2B5EF4-FFF2-40B4-BE49-F238E27FC236}">
                <a16:creationId xmlns:a16="http://schemas.microsoft.com/office/drawing/2014/main" id="{A6B1955B-73B7-409F-814B-2BCB8ACF1DCA}"/>
              </a:ext>
            </a:extLst>
          </p:cNvPr>
          <p:cNvSpPr/>
          <p:nvPr userDrawn="1"/>
        </p:nvSpPr>
        <p:spPr>
          <a:xfrm>
            <a:off x="2929533" y="0"/>
            <a:ext cx="2411760" cy="5143500"/>
          </a:xfrm>
          <a:custGeom>
            <a:avLst/>
            <a:gdLst>
              <a:gd name="connsiteX0" fmla="*/ 1184984 w 2411760"/>
              <a:gd name="connsiteY0" fmla="*/ 0 h 5152297"/>
              <a:gd name="connsiteX1" fmla="*/ 1982482 w 2411760"/>
              <a:gd name="connsiteY1" fmla="*/ 0 h 5152297"/>
              <a:gd name="connsiteX2" fmla="*/ 1982482 w 2411760"/>
              <a:gd name="connsiteY2" fmla="*/ 4451020 h 5152297"/>
              <a:gd name="connsiteX3" fmla="*/ 2195197 w 2411760"/>
              <a:gd name="connsiteY3" fmla="*/ 4686414 h 5152297"/>
              <a:gd name="connsiteX4" fmla="*/ 2411760 w 2411760"/>
              <a:gd name="connsiteY4" fmla="*/ 4686414 h 5152297"/>
              <a:gd name="connsiteX5" fmla="*/ 2411760 w 2411760"/>
              <a:gd name="connsiteY5" fmla="*/ 5152297 h 5152297"/>
              <a:gd name="connsiteX6" fmla="*/ 0 w 2411760"/>
              <a:gd name="connsiteY6" fmla="*/ 5152297 h 5152297"/>
              <a:gd name="connsiteX7" fmla="*/ 0 w 2411760"/>
              <a:gd name="connsiteY7" fmla="*/ 4686565 h 5152297"/>
              <a:gd name="connsiteX8" fmla="*/ 577223 w 2411760"/>
              <a:gd name="connsiteY8" fmla="*/ 4686565 h 5152297"/>
              <a:gd name="connsiteX9" fmla="*/ 789939 w 2411760"/>
              <a:gd name="connsiteY9" fmla="*/ 4451171 h 5152297"/>
              <a:gd name="connsiteX10" fmla="*/ 789939 w 2411760"/>
              <a:gd name="connsiteY10" fmla="*/ 1108937 h 5152297"/>
              <a:gd name="connsiteX11" fmla="*/ 265783 w 2411760"/>
              <a:gd name="connsiteY11" fmla="*/ 1344483 h 5152297"/>
              <a:gd name="connsiteX12" fmla="*/ 0 w 2411760"/>
              <a:gd name="connsiteY12" fmla="*/ 1344483 h 5152297"/>
              <a:gd name="connsiteX13" fmla="*/ 0 w 2411760"/>
              <a:gd name="connsiteY13" fmla="*/ 714044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1760" h="5152297">
                <a:moveTo>
                  <a:pt x="1184984" y="0"/>
                </a:moveTo>
                <a:lnTo>
                  <a:pt x="1982482" y="0"/>
                </a:lnTo>
                <a:lnTo>
                  <a:pt x="1982482" y="4451020"/>
                </a:lnTo>
                <a:cubicBezTo>
                  <a:pt x="1982482" y="4549743"/>
                  <a:pt x="2081204" y="4686414"/>
                  <a:pt x="2195197" y="4686414"/>
                </a:cubicBezTo>
                <a:lnTo>
                  <a:pt x="2411760" y="4686414"/>
                </a:lnTo>
                <a:lnTo>
                  <a:pt x="2411760" y="5152297"/>
                </a:lnTo>
                <a:lnTo>
                  <a:pt x="0" y="5152297"/>
                </a:lnTo>
                <a:lnTo>
                  <a:pt x="0" y="4686565"/>
                </a:lnTo>
                <a:lnTo>
                  <a:pt x="577223" y="4686565"/>
                </a:lnTo>
                <a:cubicBezTo>
                  <a:pt x="683504" y="4686565"/>
                  <a:pt x="789939" y="4549895"/>
                  <a:pt x="789939" y="4451171"/>
                </a:cubicBezTo>
                <a:lnTo>
                  <a:pt x="789939" y="1108937"/>
                </a:lnTo>
                <a:lnTo>
                  <a:pt x="265783" y="1344483"/>
                </a:lnTo>
                <a:lnTo>
                  <a:pt x="0" y="1344483"/>
                </a:lnTo>
                <a:lnTo>
                  <a:pt x="0" y="714044"/>
                </a:lnTo>
                <a:close/>
              </a:path>
            </a:pathLst>
          </a:custGeom>
          <a:solidFill>
            <a:srgbClr val="CDCDCD"/>
          </a:solidFill>
          <a:ln w="14583" cap="flat">
            <a:noFill/>
            <a:prstDash val="solid"/>
            <a:miter/>
          </a:ln>
        </p:spPr>
        <p:txBody>
          <a:bodyPr wrap="square" rtlCol="0" anchor="ctr">
            <a:noAutofit/>
          </a:bodyPr>
          <a:lstStyle/>
          <a:p>
            <a:endParaRPr lang="en-NL" sz="1800"/>
          </a:p>
        </p:txBody>
      </p:sp>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8" name="Title 1">
            <a:extLst>
              <a:ext uri="{FF2B5EF4-FFF2-40B4-BE49-F238E27FC236}">
                <a16:creationId xmlns:a16="http://schemas.microsoft.com/office/drawing/2014/main" id="{832FA2E9-CEB2-4A11-A2F5-45F8689122EA}"/>
              </a:ext>
            </a:extLst>
          </p:cNvPr>
          <p:cNvSpPr>
            <a:spLocks noGrp="1"/>
          </p:cNvSpPr>
          <p:nvPr>
            <p:ph type="title" hasCustomPrompt="1"/>
          </p:nvPr>
        </p:nvSpPr>
        <p:spPr>
          <a:xfrm>
            <a:off x="344322" y="2283719"/>
            <a:ext cx="5667838" cy="576064"/>
          </a:xfrm>
        </p:spPr>
        <p:txBody>
          <a:bodyPr anchor="t"/>
          <a:lstStyle>
            <a:lvl1pPr>
              <a:defRPr sz="3000" b="0">
                <a:solidFill>
                  <a:srgbClr val="0066A1"/>
                </a:solidFill>
              </a:defRPr>
            </a:lvl1pPr>
          </a:lstStyle>
          <a:p>
            <a:r>
              <a:rPr lang="en-US"/>
              <a:t>Chapter title</a:t>
            </a:r>
          </a:p>
        </p:txBody>
      </p:sp>
    </p:spTree>
    <p:extLst>
      <p:ext uri="{BB962C8B-B14F-4D97-AF65-F5344CB8AC3E}">
        <p14:creationId xmlns:p14="http://schemas.microsoft.com/office/powerpoint/2010/main" val="898776751"/>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preserve="1" userDrawn="1">
  <p:cSld name="Number slide #14">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3E91091-0977-485D-BCCE-1771B0322D4D}"/>
              </a:ext>
            </a:extLst>
          </p:cNvPr>
          <p:cNvPicPr>
            <a:picLocks noChangeAspect="1"/>
          </p:cNvPicPr>
          <p:nvPr userDrawn="1"/>
        </p:nvPicPr>
        <p:blipFill>
          <a:blip r:embed="rId2">
            <a:extLst>
              <a:ext uri="{96DAC541-7B7A-43D3-8B79-37D633B846F1}">
                <asvg:svgBlip xmlns:asvg="http://schemas.microsoft.com/office/drawing/2016/SVG/main" r:embed="rId3"/>
              </a:ext>
            </a:extLst>
          </a:blip>
          <a:srcRect t="6073" r="2912" b="2912"/>
          <a:stretch>
            <a:fillRect/>
          </a:stretch>
        </p:blipFill>
        <p:spPr>
          <a:xfrm>
            <a:off x="5076057" y="0"/>
            <a:ext cx="4067944" cy="5143500"/>
          </a:xfrm>
          <a:custGeom>
            <a:avLst/>
            <a:gdLst>
              <a:gd name="connsiteX0" fmla="*/ 0 w 4067944"/>
              <a:gd name="connsiteY0" fmla="*/ 0 h 5143500"/>
              <a:gd name="connsiteX1" fmla="*/ 4067944 w 4067944"/>
              <a:gd name="connsiteY1" fmla="*/ 0 h 5143500"/>
              <a:gd name="connsiteX2" fmla="*/ 4067944 w 4067944"/>
              <a:gd name="connsiteY2" fmla="*/ 1563638 h 5143500"/>
              <a:gd name="connsiteX3" fmla="*/ 4067944 w 4067944"/>
              <a:gd name="connsiteY3" fmla="*/ 5143500 h 5143500"/>
              <a:gd name="connsiteX4" fmla="*/ 1368152 w 4067944"/>
              <a:gd name="connsiteY4" fmla="*/ 5143500 h 5143500"/>
              <a:gd name="connsiteX5" fmla="*/ 0 w 4067944"/>
              <a:gd name="connsiteY5"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7944" h="5143500">
                <a:moveTo>
                  <a:pt x="0" y="0"/>
                </a:moveTo>
                <a:lnTo>
                  <a:pt x="4067944" y="0"/>
                </a:lnTo>
                <a:lnTo>
                  <a:pt x="4067944" y="1563638"/>
                </a:lnTo>
                <a:lnTo>
                  <a:pt x="4067944" y="5143500"/>
                </a:lnTo>
                <a:lnTo>
                  <a:pt x="1368152" y="5143500"/>
                </a:lnTo>
                <a:lnTo>
                  <a:pt x="0" y="5143500"/>
                </a:lnTo>
                <a:close/>
              </a:path>
            </a:pathLst>
          </a:custGeom>
        </p:spPr>
      </p:pic>
      <p:sp>
        <p:nvSpPr>
          <p:cNvPr id="9" name="Freeform: Shape 8">
            <a:extLst>
              <a:ext uri="{FF2B5EF4-FFF2-40B4-BE49-F238E27FC236}">
                <a16:creationId xmlns:a16="http://schemas.microsoft.com/office/drawing/2014/main" id="{A6B1955B-73B7-409F-814B-2BCB8ACF1DCA}"/>
              </a:ext>
            </a:extLst>
          </p:cNvPr>
          <p:cNvSpPr/>
          <p:nvPr userDrawn="1"/>
        </p:nvSpPr>
        <p:spPr>
          <a:xfrm>
            <a:off x="2555776" y="0"/>
            <a:ext cx="2411760" cy="5143500"/>
          </a:xfrm>
          <a:custGeom>
            <a:avLst/>
            <a:gdLst>
              <a:gd name="connsiteX0" fmla="*/ 1184984 w 2411760"/>
              <a:gd name="connsiteY0" fmla="*/ 0 h 5152297"/>
              <a:gd name="connsiteX1" fmla="*/ 1982482 w 2411760"/>
              <a:gd name="connsiteY1" fmla="*/ 0 h 5152297"/>
              <a:gd name="connsiteX2" fmla="*/ 1982482 w 2411760"/>
              <a:gd name="connsiteY2" fmla="*/ 4451020 h 5152297"/>
              <a:gd name="connsiteX3" fmla="*/ 2195197 w 2411760"/>
              <a:gd name="connsiteY3" fmla="*/ 4686414 h 5152297"/>
              <a:gd name="connsiteX4" fmla="*/ 2411760 w 2411760"/>
              <a:gd name="connsiteY4" fmla="*/ 4686414 h 5152297"/>
              <a:gd name="connsiteX5" fmla="*/ 2411760 w 2411760"/>
              <a:gd name="connsiteY5" fmla="*/ 5152297 h 5152297"/>
              <a:gd name="connsiteX6" fmla="*/ 0 w 2411760"/>
              <a:gd name="connsiteY6" fmla="*/ 5152297 h 5152297"/>
              <a:gd name="connsiteX7" fmla="*/ 0 w 2411760"/>
              <a:gd name="connsiteY7" fmla="*/ 4686565 h 5152297"/>
              <a:gd name="connsiteX8" fmla="*/ 577223 w 2411760"/>
              <a:gd name="connsiteY8" fmla="*/ 4686565 h 5152297"/>
              <a:gd name="connsiteX9" fmla="*/ 789939 w 2411760"/>
              <a:gd name="connsiteY9" fmla="*/ 4451171 h 5152297"/>
              <a:gd name="connsiteX10" fmla="*/ 789939 w 2411760"/>
              <a:gd name="connsiteY10" fmla="*/ 1108937 h 5152297"/>
              <a:gd name="connsiteX11" fmla="*/ 265783 w 2411760"/>
              <a:gd name="connsiteY11" fmla="*/ 1344483 h 5152297"/>
              <a:gd name="connsiteX12" fmla="*/ 0 w 2411760"/>
              <a:gd name="connsiteY12" fmla="*/ 1344483 h 5152297"/>
              <a:gd name="connsiteX13" fmla="*/ 0 w 2411760"/>
              <a:gd name="connsiteY13" fmla="*/ 714044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1760" h="5152297">
                <a:moveTo>
                  <a:pt x="1184984" y="0"/>
                </a:moveTo>
                <a:lnTo>
                  <a:pt x="1982482" y="0"/>
                </a:lnTo>
                <a:lnTo>
                  <a:pt x="1982482" y="4451020"/>
                </a:lnTo>
                <a:cubicBezTo>
                  <a:pt x="1982482" y="4549743"/>
                  <a:pt x="2081204" y="4686414"/>
                  <a:pt x="2195197" y="4686414"/>
                </a:cubicBezTo>
                <a:lnTo>
                  <a:pt x="2411760" y="4686414"/>
                </a:lnTo>
                <a:lnTo>
                  <a:pt x="2411760" y="5152297"/>
                </a:lnTo>
                <a:lnTo>
                  <a:pt x="0" y="5152297"/>
                </a:lnTo>
                <a:lnTo>
                  <a:pt x="0" y="4686565"/>
                </a:lnTo>
                <a:lnTo>
                  <a:pt x="577223" y="4686565"/>
                </a:lnTo>
                <a:cubicBezTo>
                  <a:pt x="683504" y="4686565"/>
                  <a:pt x="789939" y="4549895"/>
                  <a:pt x="789939" y="4451171"/>
                </a:cubicBezTo>
                <a:lnTo>
                  <a:pt x="789939" y="1108937"/>
                </a:lnTo>
                <a:lnTo>
                  <a:pt x="265783" y="1344483"/>
                </a:lnTo>
                <a:lnTo>
                  <a:pt x="0" y="1344483"/>
                </a:lnTo>
                <a:lnTo>
                  <a:pt x="0" y="714044"/>
                </a:lnTo>
                <a:close/>
              </a:path>
            </a:pathLst>
          </a:custGeom>
          <a:solidFill>
            <a:srgbClr val="CDCDCD"/>
          </a:solidFill>
          <a:ln w="14583" cap="flat">
            <a:noFill/>
            <a:prstDash val="solid"/>
            <a:miter/>
          </a:ln>
        </p:spPr>
        <p:txBody>
          <a:bodyPr wrap="square" rtlCol="0" anchor="ctr">
            <a:noAutofit/>
          </a:bodyPr>
          <a:lstStyle/>
          <a:p>
            <a:endParaRPr lang="en-NL" sz="1800"/>
          </a:p>
        </p:txBody>
      </p:sp>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8" name="Title 1">
            <a:extLst>
              <a:ext uri="{FF2B5EF4-FFF2-40B4-BE49-F238E27FC236}">
                <a16:creationId xmlns:a16="http://schemas.microsoft.com/office/drawing/2014/main" id="{10E4B175-4539-48C3-AB8B-659C7FB01153}"/>
              </a:ext>
            </a:extLst>
          </p:cNvPr>
          <p:cNvSpPr>
            <a:spLocks noGrp="1"/>
          </p:cNvSpPr>
          <p:nvPr>
            <p:ph type="title" hasCustomPrompt="1"/>
          </p:nvPr>
        </p:nvSpPr>
        <p:spPr>
          <a:xfrm>
            <a:off x="344322" y="2283719"/>
            <a:ext cx="5667838" cy="576064"/>
          </a:xfrm>
        </p:spPr>
        <p:txBody>
          <a:bodyPr anchor="t"/>
          <a:lstStyle>
            <a:lvl1pPr>
              <a:defRPr sz="3000" b="0">
                <a:solidFill>
                  <a:srgbClr val="0066A1"/>
                </a:solidFill>
              </a:defRPr>
            </a:lvl1pPr>
          </a:lstStyle>
          <a:p>
            <a:r>
              <a:rPr lang="en-US"/>
              <a:t>Chapter title</a:t>
            </a:r>
          </a:p>
        </p:txBody>
      </p:sp>
    </p:spTree>
    <p:extLst>
      <p:ext uri="{BB962C8B-B14F-4D97-AF65-F5344CB8AC3E}">
        <p14:creationId xmlns:p14="http://schemas.microsoft.com/office/powerpoint/2010/main" val="3100449384"/>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Number slide #15">
    <p:bg>
      <p:bgPr>
        <a:solidFill>
          <a:schemeClr val="bg1"/>
        </a:solidFill>
        <a:effectLst/>
      </p:bgPr>
    </p:bg>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3C87028A-A3CA-42E4-AC3E-EE6334F09E61}"/>
              </a:ext>
            </a:extLst>
          </p:cNvPr>
          <p:cNvPicPr>
            <a:picLocks noChangeAspect="1"/>
          </p:cNvPicPr>
          <p:nvPr userDrawn="1"/>
        </p:nvPicPr>
        <p:blipFill>
          <a:blip r:embed="rId2">
            <a:extLst>
              <a:ext uri="{96DAC541-7B7A-43D3-8B79-37D633B846F1}">
                <asvg:svgBlip xmlns:asvg="http://schemas.microsoft.com/office/drawing/2016/SVG/main" r:embed="rId3"/>
              </a:ext>
            </a:extLst>
          </a:blip>
          <a:srcRect r="5725" b="10056"/>
          <a:stretch>
            <a:fillRect/>
          </a:stretch>
        </p:blipFill>
        <p:spPr>
          <a:xfrm>
            <a:off x="5508105" y="0"/>
            <a:ext cx="3635896" cy="5143500"/>
          </a:xfrm>
          <a:custGeom>
            <a:avLst/>
            <a:gdLst>
              <a:gd name="connsiteX0" fmla="*/ 0 w 3635896"/>
              <a:gd name="connsiteY0" fmla="*/ 0 h 5143500"/>
              <a:gd name="connsiteX1" fmla="*/ 3635896 w 3635896"/>
              <a:gd name="connsiteY1" fmla="*/ 0 h 5143500"/>
              <a:gd name="connsiteX2" fmla="*/ 3635896 w 3635896"/>
              <a:gd name="connsiteY2" fmla="*/ 5143500 h 5143500"/>
              <a:gd name="connsiteX3" fmla="*/ 0 w 3635896"/>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635896" h="5143500">
                <a:moveTo>
                  <a:pt x="0" y="0"/>
                </a:moveTo>
                <a:lnTo>
                  <a:pt x="3635896" y="0"/>
                </a:lnTo>
                <a:lnTo>
                  <a:pt x="3635896" y="5143500"/>
                </a:lnTo>
                <a:lnTo>
                  <a:pt x="0" y="5143500"/>
                </a:lnTo>
                <a:close/>
              </a:path>
            </a:pathLst>
          </a:custGeom>
        </p:spPr>
      </p:pic>
      <p:sp>
        <p:nvSpPr>
          <p:cNvPr id="9" name="Freeform: Shape 8">
            <a:extLst>
              <a:ext uri="{FF2B5EF4-FFF2-40B4-BE49-F238E27FC236}">
                <a16:creationId xmlns:a16="http://schemas.microsoft.com/office/drawing/2014/main" id="{A6B1955B-73B7-409F-814B-2BCB8ACF1DCA}"/>
              </a:ext>
            </a:extLst>
          </p:cNvPr>
          <p:cNvSpPr/>
          <p:nvPr userDrawn="1"/>
        </p:nvSpPr>
        <p:spPr>
          <a:xfrm>
            <a:off x="2915816" y="0"/>
            <a:ext cx="2411760" cy="5143500"/>
          </a:xfrm>
          <a:custGeom>
            <a:avLst/>
            <a:gdLst>
              <a:gd name="connsiteX0" fmla="*/ 1184984 w 2411760"/>
              <a:gd name="connsiteY0" fmla="*/ 0 h 5152297"/>
              <a:gd name="connsiteX1" fmla="*/ 1982482 w 2411760"/>
              <a:gd name="connsiteY1" fmla="*/ 0 h 5152297"/>
              <a:gd name="connsiteX2" fmla="*/ 1982482 w 2411760"/>
              <a:gd name="connsiteY2" fmla="*/ 4451020 h 5152297"/>
              <a:gd name="connsiteX3" fmla="*/ 2195197 w 2411760"/>
              <a:gd name="connsiteY3" fmla="*/ 4686414 h 5152297"/>
              <a:gd name="connsiteX4" fmla="*/ 2411760 w 2411760"/>
              <a:gd name="connsiteY4" fmla="*/ 4686414 h 5152297"/>
              <a:gd name="connsiteX5" fmla="*/ 2411760 w 2411760"/>
              <a:gd name="connsiteY5" fmla="*/ 5152297 h 5152297"/>
              <a:gd name="connsiteX6" fmla="*/ 0 w 2411760"/>
              <a:gd name="connsiteY6" fmla="*/ 5152297 h 5152297"/>
              <a:gd name="connsiteX7" fmla="*/ 0 w 2411760"/>
              <a:gd name="connsiteY7" fmla="*/ 4686565 h 5152297"/>
              <a:gd name="connsiteX8" fmla="*/ 577223 w 2411760"/>
              <a:gd name="connsiteY8" fmla="*/ 4686565 h 5152297"/>
              <a:gd name="connsiteX9" fmla="*/ 789939 w 2411760"/>
              <a:gd name="connsiteY9" fmla="*/ 4451171 h 5152297"/>
              <a:gd name="connsiteX10" fmla="*/ 789939 w 2411760"/>
              <a:gd name="connsiteY10" fmla="*/ 1108937 h 5152297"/>
              <a:gd name="connsiteX11" fmla="*/ 265783 w 2411760"/>
              <a:gd name="connsiteY11" fmla="*/ 1344483 h 5152297"/>
              <a:gd name="connsiteX12" fmla="*/ 0 w 2411760"/>
              <a:gd name="connsiteY12" fmla="*/ 1344483 h 5152297"/>
              <a:gd name="connsiteX13" fmla="*/ 0 w 2411760"/>
              <a:gd name="connsiteY13" fmla="*/ 714044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1760" h="5152297">
                <a:moveTo>
                  <a:pt x="1184984" y="0"/>
                </a:moveTo>
                <a:lnTo>
                  <a:pt x="1982482" y="0"/>
                </a:lnTo>
                <a:lnTo>
                  <a:pt x="1982482" y="4451020"/>
                </a:lnTo>
                <a:cubicBezTo>
                  <a:pt x="1982482" y="4549743"/>
                  <a:pt x="2081204" y="4686414"/>
                  <a:pt x="2195197" y="4686414"/>
                </a:cubicBezTo>
                <a:lnTo>
                  <a:pt x="2411760" y="4686414"/>
                </a:lnTo>
                <a:lnTo>
                  <a:pt x="2411760" y="5152297"/>
                </a:lnTo>
                <a:lnTo>
                  <a:pt x="0" y="5152297"/>
                </a:lnTo>
                <a:lnTo>
                  <a:pt x="0" y="4686565"/>
                </a:lnTo>
                <a:lnTo>
                  <a:pt x="577223" y="4686565"/>
                </a:lnTo>
                <a:cubicBezTo>
                  <a:pt x="683504" y="4686565"/>
                  <a:pt x="789939" y="4549895"/>
                  <a:pt x="789939" y="4451171"/>
                </a:cubicBezTo>
                <a:lnTo>
                  <a:pt x="789939" y="1108937"/>
                </a:lnTo>
                <a:lnTo>
                  <a:pt x="265783" y="1344483"/>
                </a:lnTo>
                <a:lnTo>
                  <a:pt x="0" y="1344483"/>
                </a:lnTo>
                <a:lnTo>
                  <a:pt x="0" y="714044"/>
                </a:lnTo>
                <a:close/>
              </a:path>
            </a:pathLst>
          </a:custGeom>
          <a:solidFill>
            <a:srgbClr val="CDCDCD"/>
          </a:solidFill>
          <a:ln w="14583" cap="flat">
            <a:noFill/>
            <a:prstDash val="solid"/>
            <a:miter/>
          </a:ln>
        </p:spPr>
        <p:txBody>
          <a:bodyPr wrap="square" rtlCol="0" anchor="ctr">
            <a:noAutofit/>
          </a:bodyPr>
          <a:lstStyle/>
          <a:p>
            <a:endParaRPr lang="en-NL" sz="1800"/>
          </a:p>
        </p:txBody>
      </p:sp>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6" name="Title 1">
            <a:extLst>
              <a:ext uri="{FF2B5EF4-FFF2-40B4-BE49-F238E27FC236}">
                <a16:creationId xmlns:a16="http://schemas.microsoft.com/office/drawing/2014/main" id="{7BAB78C8-0B07-4B30-A864-99BCEB0B1052}"/>
              </a:ext>
            </a:extLst>
          </p:cNvPr>
          <p:cNvSpPr>
            <a:spLocks noGrp="1"/>
          </p:cNvSpPr>
          <p:nvPr>
            <p:ph type="title" hasCustomPrompt="1"/>
          </p:nvPr>
        </p:nvSpPr>
        <p:spPr>
          <a:xfrm>
            <a:off x="344322" y="2283719"/>
            <a:ext cx="5667838" cy="576064"/>
          </a:xfrm>
        </p:spPr>
        <p:txBody>
          <a:bodyPr anchor="t"/>
          <a:lstStyle>
            <a:lvl1pPr>
              <a:defRPr sz="3000" b="0">
                <a:solidFill>
                  <a:srgbClr val="0066A1"/>
                </a:solidFill>
              </a:defRPr>
            </a:lvl1pPr>
          </a:lstStyle>
          <a:p>
            <a:r>
              <a:rPr lang="en-US"/>
              <a:t>Chapter title</a:t>
            </a:r>
          </a:p>
        </p:txBody>
      </p:sp>
    </p:spTree>
    <p:extLst>
      <p:ext uri="{BB962C8B-B14F-4D97-AF65-F5344CB8AC3E}">
        <p14:creationId xmlns:p14="http://schemas.microsoft.com/office/powerpoint/2010/main" val="67867946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Number slide #16">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1053C9F0-AD97-4ACA-825F-4C0F0B9E61EA}"/>
              </a:ext>
            </a:extLst>
          </p:cNvPr>
          <p:cNvPicPr>
            <a:picLocks noChangeAspect="1"/>
          </p:cNvPicPr>
          <p:nvPr userDrawn="1"/>
        </p:nvPicPr>
        <p:blipFill>
          <a:blip r:embed="rId2">
            <a:extLst>
              <a:ext uri="{96DAC541-7B7A-43D3-8B79-37D633B846F1}">
                <asvg:svgBlip xmlns:asvg="http://schemas.microsoft.com/office/drawing/2016/SVG/main" r:embed="rId3"/>
              </a:ext>
            </a:extLst>
          </a:blip>
          <a:srcRect r="14878" b="5824"/>
          <a:stretch>
            <a:fillRect/>
          </a:stretch>
        </p:blipFill>
        <p:spPr>
          <a:xfrm>
            <a:off x="5639378" y="-92546"/>
            <a:ext cx="3504623" cy="5236047"/>
          </a:xfrm>
          <a:custGeom>
            <a:avLst/>
            <a:gdLst>
              <a:gd name="connsiteX0" fmla="*/ 0 w 3504623"/>
              <a:gd name="connsiteY0" fmla="*/ 0 h 5236047"/>
              <a:gd name="connsiteX1" fmla="*/ 732823 w 3504623"/>
              <a:gd name="connsiteY1" fmla="*/ 0 h 5236047"/>
              <a:gd name="connsiteX2" fmla="*/ 732823 w 3504623"/>
              <a:gd name="connsiteY2" fmla="*/ 92546 h 5236047"/>
              <a:gd name="connsiteX3" fmla="*/ 3504623 w 3504623"/>
              <a:gd name="connsiteY3" fmla="*/ 92546 h 5236047"/>
              <a:gd name="connsiteX4" fmla="*/ 3504623 w 3504623"/>
              <a:gd name="connsiteY4" fmla="*/ 5236047 h 5236047"/>
              <a:gd name="connsiteX5" fmla="*/ 0 w 3504623"/>
              <a:gd name="connsiteY5" fmla="*/ 5236047 h 523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4623" h="5236047">
                <a:moveTo>
                  <a:pt x="0" y="0"/>
                </a:moveTo>
                <a:lnTo>
                  <a:pt x="732823" y="0"/>
                </a:lnTo>
                <a:lnTo>
                  <a:pt x="732823" y="92546"/>
                </a:lnTo>
                <a:lnTo>
                  <a:pt x="3504623" y="92546"/>
                </a:lnTo>
                <a:lnTo>
                  <a:pt x="3504623" y="5236047"/>
                </a:lnTo>
                <a:lnTo>
                  <a:pt x="0" y="5236047"/>
                </a:lnTo>
                <a:close/>
              </a:path>
            </a:pathLst>
          </a:custGeom>
        </p:spPr>
      </p:pic>
      <p:sp>
        <p:nvSpPr>
          <p:cNvPr id="9" name="Freeform: Shape 8">
            <a:extLst>
              <a:ext uri="{FF2B5EF4-FFF2-40B4-BE49-F238E27FC236}">
                <a16:creationId xmlns:a16="http://schemas.microsoft.com/office/drawing/2014/main" id="{A6B1955B-73B7-409F-814B-2BCB8ACF1DCA}"/>
              </a:ext>
            </a:extLst>
          </p:cNvPr>
          <p:cNvSpPr/>
          <p:nvPr userDrawn="1"/>
        </p:nvSpPr>
        <p:spPr>
          <a:xfrm>
            <a:off x="3096344" y="0"/>
            <a:ext cx="2411760" cy="5143500"/>
          </a:xfrm>
          <a:custGeom>
            <a:avLst/>
            <a:gdLst>
              <a:gd name="connsiteX0" fmla="*/ 1184984 w 2411760"/>
              <a:gd name="connsiteY0" fmla="*/ 0 h 5152297"/>
              <a:gd name="connsiteX1" fmla="*/ 1982482 w 2411760"/>
              <a:gd name="connsiteY1" fmla="*/ 0 h 5152297"/>
              <a:gd name="connsiteX2" fmla="*/ 1982482 w 2411760"/>
              <a:gd name="connsiteY2" fmla="*/ 4451020 h 5152297"/>
              <a:gd name="connsiteX3" fmla="*/ 2195197 w 2411760"/>
              <a:gd name="connsiteY3" fmla="*/ 4686414 h 5152297"/>
              <a:gd name="connsiteX4" fmla="*/ 2411760 w 2411760"/>
              <a:gd name="connsiteY4" fmla="*/ 4686414 h 5152297"/>
              <a:gd name="connsiteX5" fmla="*/ 2411760 w 2411760"/>
              <a:gd name="connsiteY5" fmla="*/ 5152297 h 5152297"/>
              <a:gd name="connsiteX6" fmla="*/ 0 w 2411760"/>
              <a:gd name="connsiteY6" fmla="*/ 5152297 h 5152297"/>
              <a:gd name="connsiteX7" fmla="*/ 0 w 2411760"/>
              <a:gd name="connsiteY7" fmla="*/ 4686565 h 5152297"/>
              <a:gd name="connsiteX8" fmla="*/ 577223 w 2411760"/>
              <a:gd name="connsiteY8" fmla="*/ 4686565 h 5152297"/>
              <a:gd name="connsiteX9" fmla="*/ 789939 w 2411760"/>
              <a:gd name="connsiteY9" fmla="*/ 4451171 h 5152297"/>
              <a:gd name="connsiteX10" fmla="*/ 789939 w 2411760"/>
              <a:gd name="connsiteY10" fmla="*/ 1108937 h 5152297"/>
              <a:gd name="connsiteX11" fmla="*/ 265783 w 2411760"/>
              <a:gd name="connsiteY11" fmla="*/ 1344483 h 5152297"/>
              <a:gd name="connsiteX12" fmla="*/ 0 w 2411760"/>
              <a:gd name="connsiteY12" fmla="*/ 1344483 h 5152297"/>
              <a:gd name="connsiteX13" fmla="*/ 0 w 2411760"/>
              <a:gd name="connsiteY13" fmla="*/ 714044 h 51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1760" h="5152297">
                <a:moveTo>
                  <a:pt x="1184984" y="0"/>
                </a:moveTo>
                <a:lnTo>
                  <a:pt x="1982482" y="0"/>
                </a:lnTo>
                <a:lnTo>
                  <a:pt x="1982482" y="4451020"/>
                </a:lnTo>
                <a:cubicBezTo>
                  <a:pt x="1982482" y="4549743"/>
                  <a:pt x="2081204" y="4686414"/>
                  <a:pt x="2195197" y="4686414"/>
                </a:cubicBezTo>
                <a:lnTo>
                  <a:pt x="2411760" y="4686414"/>
                </a:lnTo>
                <a:lnTo>
                  <a:pt x="2411760" y="5152297"/>
                </a:lnTo>
                <a:lnTo>
                  <a:pt x="0" y="5152297"/>
                </a:lnTo>
                <a:lnTo>
                  <a:pt x="0" y="4686565"/>
                </a:lnTo>
                <a:lnTo>
                  <a:pt x="577223" y="4686565"/>
                </a:lnTo>
                <a:cubicBezTo>
                  <a:pt x="683504" y="4686565"/>
                  <a:pt x="789939" y="4549895"/>
                  <a:pt x="789939" y="4451171"/>
                </a:cubicBezTo>
                <a:lnTo>
                  <a:pt x="789939" y="1108937"/>
                </a:lnTo>
                <a:lnTo>
                  <a:pt x="265783" y="1344483"/>
                </a:lnTo>
                <a:lnTo>
                  <a:pt x="0" y="1344483"/>
                </a:lnTo>
                <a:lnTo>
                  <a:pt x="0" y="714044"/>
                </a:lnTo>
                <a:close/>
              </a:path>
            </a:pathLst>
          </a:custGeom>
          <a:solidFill>
            <a:srgbClr val="CDCDCD"/>
          </a:solidFill>
          <a:ln w="14583" cap="flat">
            <a:noFill/>
            <a:prstDash val="solid"/>
            <a:miter/>
          </a:ln>
        </p:spPr>
        <p:txBody>
          <a:bodyPr wrap="square" rtlCol="0" anchor="ctr">
            <a:noAutofit/>
          </a:bodyPr>
          <a:lstStyle/>
          <a:p>
            <a:endParaRPr lang="en-NL" sz="1800"/>
          </a:p>
        </p:txBody>
      </p:sp>
      <p:pic>
        <p:nvPicPr>
          <p:cNvPr id="7" name="Picture 6">
            <a:extLst>
              <a:ext uri="{FF2B5EF4-FFF2-40B4-BE49-F238E27FC236}">
                <a16:creationId xmlns:a16="http://schemas.microsoft.com/office/drawing/2014/main" id="{887BABAB-B35B-47C3-BDA5-6A352D0A34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08116" y="4794220"/>
            <a:ext cx="624844" cy="204374"/>
          </a:xfrm>
          <a:prstGeom prst="rect">
            <a:avLst/>
          </a:prstGeom>
        </p:spPr>
      </p:pic>
      <p:sp>
        <p:nvSpPr>
          <p:cNvPr id="6" name="Title 1">
            <a:extLst>
              <a:ext uri="{FF2B5EF4-FFF2-40B4-BE49-F238E27FC236}">
                <a16:creationId xmlns:a16="http://schemas.microsoft.com/office/drawing/2014/main" id="{C0ED3476-E122-43EB-B67F-014F11BB09EE}"/>
              </a:ext>
            </a:extLst>
          </p:cNvPr>
          <p:cNvSpPr>
            <a:spLocks noGrp="1"/>
          </p:cNvSpPr>
          <p:nvPr>
            <p:ph type="title" hasCustomPrompt="1"/>
          </p:nvPr>
        </p:nvSpPr>
        <p:spPr>
          <a:xfrm>
            <a:off x="344322" y="2283719"/>
            <a:ext cx="5667838" cy="576064"/>
          </a:xfrm>
        </p:spPr>
        <p:txBody>
          <a:bodyPr anchor="t"/>
          <a:lstStyle>
            <a:lvl1pPr>
              <a:defRPr sz="3000" b="0">
                <a:solidFill>
                  <a:srgbClr val="0066A1"/>
                </a:solidFill>
              </a:defRPr>
            </a:lvl1pPr>
          </a:lstStyle>
          <a:p>
            <a:r>
              <a:rPr lang="en-US"/>
              <a:t>Chapter title</a:t>
            </a:r>
          </a:p>
        </p:txBody>
      </p:sp>
    </p:spTree>
    <p:extLst>
      <p:ext uri="{BB962C8B-B14F-4D97-AF65-F5344CB8AC3E}">
        <p14:creationId xmlns:p14="http://schemas.microsoft.com/office/powerpoint/2010/main" val="345591874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3197B30B-8CE6-4A95-B42A-6C0051B6619D}"/>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809" t="16888" b="20563"/>
          <a:stretch>
            <a:fillRect/>
          </a:stretch>
        </p:blipFill>
        <p:spPr>
          <a:xfrm>
            <a:off x="2" y="0"/>
            <a:ext cx="7137449" cy="5143500"/>
          </a:xfrm>
          <a:custGeom>
            <a:avLst/>
            <a:gdLst>
              <a:gd name="connsiteX0" fmla="*/ 0 w 7137449"/>
              <a:gd name="connsiteY0" fmla="*/ 0 h 5143500"/>
              <a:gd name="connsiteX1" fmla="*/ 7137449 w 7137449"/>
              <a:gd name="connsiteY1" fmla="*/ 0 h 5143500"/>
              <a:gd name="connsiteX2" fmla="*/ 7137449 w 7137449"/>
              <a:gd name="connsiteY2" fmla="*/ 5143500 h 5143500"/>
              <a:gd name="connsiteX3" fmla="*/ 0 w 7137449"/>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137449" h="5143500">
                <a:moveTo>
                  <a:pt x="0" y="0"/>
                </a:moveTo>
                <a:lnTo>
                  <a:pt x="7137449" y="0"/>
                </a:lnTo>
                <a:lnTo>
                  <a:pt x="7137449" y="5143500"/>
                </a:lnTo>
                <a:lnTo>
                  <a:pt x="0" y="5143500"/>
                </a:lnTo>
                <a:close/>
              </a:path>
            </a:pathLst>
          </a:custGeom>
        </p:spPr>
      </p:pic>
      <p:sp>
        <p:nvSpPr>
          <p:cNvPr id="9" name="Title 1"/>
          <p:cNvSpPr>
            <a:spLocks noGrp="1"/>
          </p:cNvSpPr>
          <p:nvPr>
            <p:ph type="ctrTitle" hasCustomPrompt="1"/>
          </p:nvPr>
        </p:nvSpPr>
        <p:spPr>
          <a:xfrm>
            <a:off x="215778" y="1203599"/>
            <a:ext cx="6516462" cy="1102519"/>
          </a:xfrm>
          <a:prstGeom prst="rect">
            <a:avLst/>
          </a:prstGeom>
        </p:spPr>
        <p:txBody>
          <a:bodyPr anchor="b" anchorCtr="0">
            <a:noAutofit/>
          </a:bodyPr>
          <a:lstStyle>
            <a:lvl1pPr>
              <a:defRPr sz="4800" b="0" baseline="0">
                <a:solidFill>
                  <a:srgbClr val="0066A1"/>
                </a:solidFill>
                <a:latin typeface="Verdana" pitchFamily="34" charset="0"/>
                <a:ea typeface="Verdana" pitchFamily="34" charset="0"/>
                <a:cs typeface="Verdana" pitchFamily="34" charset="0"/>
              </a:defRPr>
            </a:lvl1pPr>
          </a:lstStyle>
          <a:p>
            <a:r>
              <a:rPr lang="nl-NL"/>
              <a:t>Click to edit the title</a:t>
            </a:r>
          </a:p>
        </p:txBody>
      </p:sp>
      <p:pic>
        <p:nvPicPr>
          <p:cNvPr id="10" name="Picture 9">
            <a:extLst>
              <a:ext uri="{FF2B5EF4-FFF2-40B4-BE49-F238E27FC236}">
                <a16:creationId xmlns:a16="http://schemas.microsoft.com/office/drawing/2014/main" id="{97066E80-C4C6-4BF1-BA1C-704D0F6F801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482982" y="4372527"/>
            <a:ext cx="1334915" cy="436624"/>
          </a:xfrm>
          <a:prstGeom prst="rect">
            <a:avLst/>
          </a:prstGeom>
        </p:spPr>
      </p:pic>
      <p:sp>
        <p:nvSpPr>
          <p:cNvPr id="6" name="AddNotifier#1">
            <a:extLst>
              <a:ext uri="{FF2B5EF4-FFF2-40B4-BE49-F238E27FC236}">
                <a16:creationId xmlns:a16="http://schemas.microsoft.com/office/drawing/2014/main" id="{64271F33-ECE7-48F7-AEB0-804C545536D5}"/>
              </a:ext>
            </a:extLst>
          </p:cNvPr>
          <p:cNvSpPr txBox="1">
            <a:spLocks noChangeArrowheads="1"/>
          </p:cNvSpPr>
          <p:nvPr userDrawn="1"/>
        </p:nvSpPr>
        <p:spPr bwMode="auto">
          <a:xfrm>
            <a:off x="234016" y="4208250"/>
            <a:ext cx="3314048" cy="63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chorCtr="0">
            <a:no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600" kern="1200">
                <a:solidFill>
                  <a:schemeClr val="bg1">
                    <a:lumMod val="50000"/>
                  </a:schemeClr>
                </a:solidFill>
                <a:latin typeface="Verdana" pitchFamily="34" charset="0"/>
                <a:ea typeface="Verdana" pitchFamily="34" charset="0"/>
                <a:cs typeface="Verdana" pitchFamily="34" charset="0"/>
              </a:rPr>
              <a:t>Atos, the Atos logo, Atos|Syntel are registered trademarks of the Atos group. </a:t>
            </a:r>
            <a:br>
              <a:rPr lang="en-US" sz="600" kern="1200">
                <a:solidFill>
                  <a:schemeClr val="bg1">
                    <a:lumMod val="50000"/>
                  </a:schemeClr>
                </a:solidFill>
                <a:latin typeface="Verdana" pitchFamily="34" charset="0"/>
                <a:ea typeface="Verdana" pitchFamily="34" charset="0"/>
                <a:cs typeface="Verdana" pitchFamily="34" charset="0"/>
              </a:rPr>
            </a:br>
            <a:r>
              <a:rPr lang="en-US" sz="600" kern="1200">
                <a:solidFill>
                  <a:schemeClr val="bg1">
                    <a:lumMod val="50000"/>
                  </a:schemeClr>
                </a:solidFill>
                <a:latin typeface="Verdana" pitchFamily="34" charset="0"/>
                <a:ea typeface="Verdana" pitchFamily="34" charset="0"/>
                <a:cs typeface="Verdana" pitchFamily="34" charset="0"/>
              </a:rPr>
              <a:t>© 2021 Atos. Confidential information owned by Atos, to be used by the recipient only. This document, or any part of it, may not be reproduced, copied, circulated and/or distributed nor quoted without prior written approval from Atos.</a:t>
            </a:r>
            <a:endParaRPr lang="en-US" sz="600">
              <a:solidFill>
                <a:schemeClr val="bg1">
                  <a:lumMod val="50000"/>
                </a:schemeClr>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502507926"/>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Title Slide - Deep blu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CA3B2FA-F421-A0DB-E0D6-5EA5F350BA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8" name="Graphic 7">
            <a:extLst>
              <a:ext uri="{FF2B5EF4-FFF2-40B4-BE49-F238E27FC236}">
                <a16:creationId xmlns:a16="http://schemas.microsoft.com/office/drawing/2014/main" id="{8791D0FA-6B99-42E5-B721-5BEB4B07EFF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70192" y="669305"/>
            <a:ext cx="1426211" cy="255245"/>
          </a:xfrm>
          <a:prstGeom prst="rect">
            <a:avLst/>
          </a:prstGeom>
        </p:spPr>
      </p:pic>
      <p:sp>
        <p:nvSpPr>
          <p:cNvPr id="2" name="Title 1">
            <a:extLst>
              <a:ext uri="{FF2B5EF4-FFF2-40B4-BE49-F238E27FC236}">
                <a16:creationId xmlns:a16="http://schemas.microsoft.com/office/drawing/2014/main" id="{A077BA4E-0064-451B-B04F-30179C0144FC}"/>
              </a:ext>
            </a:extLst>
          </p:cNvPr>
          <p:cNvSpPr>
            <a:spLocks noGrp="1"/>
          </p:cNvSpPr>
          <p:nvPr>
            <p:ph type="ctrTitle" hasCustomPrompt="1"/>
          </p:nvPr>
        </p:nvSpPr>
        <p:spPr>
          <a:xfrm>
            <a:off x="603012" y="2140401"/>
            <a:ext cx="6858000" cy="853348"/>
          </a:xfrm>
          <a:prstGeom prst="rect">
            <a:avLst/>
          </a:prstGeom>
        </p:spPr>
        <p:txBody>
          <a:bodyPr anchor="b">
            <a:noAutofit/>
          </a:bodyPr>
          <a:lstStyle>
            <a:lvl1pPr algn="l">
              <a:lnSpc>
                <a:spcPct val="100000"/>
              </a:lnSpc>
              <a:defRPr sz="2850" spc="0">
                <a:solidFill>
                  <a:schemeClr val="bg1"/>
                </a:solidFill>
                <a:latin typeface="Montserrat SemiBold" pitchFamily="2" charset="0"/>
              </a:defRPr>
            </a:lvl1pPr>
          </a:lstStyle>
          <a:p>
            <a:r>
              <a:rPr lang="en-NL"/>
              <a:t>Title of the presentation</a:t>
            </a:r>
            <a:br>
              <a:rPr lang="en-NL"/>
            </a:br>
            <a:r>
              <a:rPr lang="en-NL"/>
              <a:t>Montserrat Semibold 38 pt</a:t>
            </a:r>
            <a:endParaRPr lang="nl-NL"/>
          </a:p>
        </p:txBody>
      </p:sp>
      <p:sp>
        <p:nvSpPr>
          <p:cNvPr id="3" name="Subtitle 2">
            <a:extLst>
              <a:ext uri="{FF2B5EF4-FFF2-40B4-BE49-F238E27FC236}">
                <a16:creationId xmlns:a16="http://schemas.microsoft.com/office/drawing/2014/main" id="{5B733730-E338-44D3-B4DD-6CA6D568E317}"/>
              </a:ext>
            </a:extLst>
          </p:cNvPr>
          <p:cNvSpPr>
            <a:spLocks noGrp="1"/>
          </p:cNvSpPr>
          <p:nvPr>
            <p:ph type="subTitle" idx="1" hasCustomPrompt="1"/>
          </p:nvPr>
        </p:nvSpPr>
        <p:spPr>
          <a:xfrm>
            <a:off x="598207" y="3011359"/>
            <a:ext cx="6858000" cy="413414"/>
          </a:xfrm>
          <a:prstGeom prst="rect">
            <a:avLst/>
          </a:prstGeom>
        </p:spPr>
        <p:txBody>
          <a:bodyPr anchor="t" anchorCtr="0">
            <a:noAutofit/>
          </a:bodyPr>
          <a:lstStyle>
            <a:lvl1pPr marL="0" indent="0" algn="l">
              <a:buNone/>
              <a:defRPr sz="1575">
                <a:solidFill>
                  <a:schemeClr val="bg1"/>
                </a:solidFill>
                <a:latin typeface="Montserrat Medium"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of the presentation Montserrat Medium 21pt</a:t>
            </a:r>
          </a:p>
        </p:txBody>
      </p:sp>
      <p:sp>
        <p:nvSpPr>
          <p:cNvPr id="7" name="AddCustomFooter#1">
            <a:extLst>
              <a:ext uri="{FF2B5EF4-FFF2-40B4-BE49-F238E27FC236}">
                <a16:creationId xmlns:a16="http://schemas.microsoft.com/office/drawing/2014/main" id="{C06D46CF-8691-F3FA-BDB9-F212D56DCF49}"/>
              </a:ext>
            </a:extLst>
          </p:cNvPr>
          <p:cNvSpPr txBox="1"/>
          <p:nvPr userDrawn="1"/>
        </p:nvSpPr>
        <p:spPr bwMode="invGray">
          <a:xfrm>
            <a:off x="4055864" y="4779947"/>
            <a:ext cx="976229" cy="75085"/>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tab pos="142875" algn="l"/>
              </a:tabLst>
              <a:defRPr/>
            </a:pPr>
            <a:r>
              <a:rPr kumimoji="0" lang="en-US" sz="488" b="0" i="0" u="none" strike="noStrike" kern="1200" cap="none" spc="0" normalizeH="0" baseline="0" noProof="0">
                <a:ln>
                  <a:noFill/>
                </a:ln>
                <a:solidFill>
                  <a:srgbClr val="ECECED"/>
                </a:solidFill>
                <a:effectLst/>
                <a:uLnTx/>
                <a:uFillTx/>
                <a:latin typeface="+mn-lt"/>
                <a:ea typeface="Verdana" pitchFamily="34" charset="0"/>
                <a:cs typeface="Verdana" pitchFamily="34" charset="0"/>
              </a:rPr>
              <a:t>© </a:t>
            </a:r>
            <a:r>
              <a:rPr kumimoji="0" lang="nl-NL" sz="488" b="0" i="0" u="none" strike="noStrike" kern="1200" cap="none" spc="0" normalizeH="0" baseline="0" noProof="0">
                <a:ln>
                  <a:noFill/>
                </a:ln>
                <a:solidFill>
                  <a:srgbClr val="ECECED"/>
                </a:solidFill>
                <a:effectLst/>
                <a:uLnTx/>
                <a:uFillTx/>
                <a:latin typeface="+mn-lt"/>
                <a:ea typeface="Verdana" pitchFamily="34" charset="0"/>
                <a:cs typeface="Verdana" pitchFamily="34" charset="0"/>
              </a:rPr>
              <a:t>Eviden SAS</a:t>
            </a:r>
            <a:r>
              <a:rPr kumimoji="0" lang="en-US" sz="488" b="0" i="0" u="none" strike="noStrike" kern="1200" cap="none" spc="0" normalizeH="0" baseline="0" noProof="0">
                <a:ln>
                  <a:noFill/>
                </a:ln>
                <a:solidFill>
                  <a:srgbClr val="ECECED"/>
                </a:solidFill>
                <a:effectLst/>
                <a:uLnTx/>
                <a:uFillTx/>
                <a:latin typeface="+mn-lt"/>
                <a:ea typeface="Verdana" pitchFamily="34" charset="0"/>
                <a:cs typeface="Verdana" pitchFamily="34" charset="0"/>
              </a:rPr>
              <a:t> – </a:t>
            </a:r>
            <a:r>
              <a:rPr kumimoji="0" lang="en-NL" sz="488" b="0" i="0" u="none" strike="noStrike" kern="1200" cap="none" spc="0" normalizeH="0" baseline="0" noProof="0">
                <a:ln>
                  <a:noFill/>
                </a:ln>
                <a:solidFill>
                  <a:srgbClr val="ECECED"/>
                </a:solidFill>
                <a:effectLst/>
                <a:uLnTx/>
                <a:uFillTx/>
                <a:latin typeface="+mn-lt"/>
                <a:ea typeface="Verdana" pitchFamily="34" charset="0"/>
                <a:cs typeface="Verdana" pitchFamily="34" charset="0"/>
              </a:rPr>
              <a:t>For internal use</a:t>
            </a:r>
            <a:endParaRPr lang="nl-NL" sz="488" baseline="0">
              <a:solidFill>
                <a:srgbClr val="ECECED"/>
              </a:solidFill>
              <a:latin typeface="+mn-lt"/>
              <a:ea typeface="Verdana" pitchFamily="34" charset="0"/>
              <a:cs typeface="Verdana" pitchFamily="34" charset="0"/>
            </a:endParaRPr>
          </a:p>
        </p:txBody>
      </p:sp>
      <p:sp>
        <p:nvSpPr>
          <p:cNvPr id="4" name="Text Placeholder 16">
            <a:extLst>
              <a:ext uri="{FF2B5EF4-FFF2-40B4-BE49-F238E27FC236}">
                <a16:creationId xmlns:a16="http://schemas.microsoft.com/office/drawing/2014/main" id="{675DCFDE-81D2-ACDD-BA70-48C2BA3EFB3B}"/>
              </a:ext>
            </a:extLst>
          </p:cNvPr>
          <p:cNvSpPr>
            <a:spLocks noGrp="1"/>
          </p:cNvSpPr>
          <p:nvPr>
            <p:ph type="body" sz="quarter" idx="13" hasCustomPrompt="1"/>
          </p:nvPr>
        </p:nvSpPr>
        <p:spPr bwMode="invGray">
          <a:xfrm>
            <a:off x="670193" y="4399635"/>
            <a:ext cx="2401382" cy="468188"/>
          </a:xfrm>
          <a:prstGeom prst="rect">
            <a:avLst/>
          </a:prstGeom>
        </p:spPr>
        <p:txBody>
          <a:bodyPr wrap="none" lIns="0" tIns="0" rIns="0" bIns="0" anchor="b">
            <a:noAutofit/>
          </a:bodyPr>
          <a:lstStyle>
            <a:lvl1pPr marL="0" indent="0" algn="l" defTabSz="685800" rtl="0" eaLnBrk="1" latinLnBrk="0" hangingPunct="1">
              <a:lnSpc>
                <a:spcPct val="100000"/>
              </a:lnSpc>
              <a:spcBef>
                <a:spcPts val="0"/>
              </a:spcBef>
              <a:spcAft>
                <a:spcPts val="0"/>
              </a:spcAft>
              <a:buClr>
                <a:srgbClr val="0588E8"/>
              </a:buClr>
              <a:buSzPct val="85000"/>
              <a:buFont typeface="Lucida Sans Unicode" pitchFamily="34" charset="0"/>
              <a:buNone/>
              <a:defRPr lang="en-US" sz="900" kern="1200" baseline="0" dirty="0" smtClean="0">
                <a:solidFill>
                  <a:schemeClr val="bg1"/>
                </a:solidFill>
                <a:latin typeface="Montserrat Medium" pitchFamily="2" charset="0"/>
                <a:ea typeface="Verdana" pitchFamily="34" charset="0"/>
                <a:cs typeface="Montserrat Medium" pitchFamily="2" charset="0"/>
              </a:defRPr>
            </a:lvl1pPr>
            <a:lvl2pPr marL="0" indent="0" algn="l" defTabSz="685800" rtl="0" eaLnBrk="1" latinLnBrk="0" hangingPunct="1">
              <a:lnSpc>
                <a:spcPct val="100000"/>
              </a:lnSpc>
              <a:spcBef>
                <a:spcPts val="0"/>
              </a:spcBef>
              <a:spcAft>
                <a:spcPts val="0"/>
              </a:spcAft>
              <a:buClr>
                <a:srgbClr val="0588E8"/>
              </a:buClr>
              <a:buSzPct val="85000"/>
              <a:buFont typeface="Lucida Sans Unicode" pitchFamily="34" charset="0"/>
              <a:buNone/>
              <a:defRPr lang="en-US" sz="900" kern="1200" baseline="0" dirty="0" smtClean="0">
                <a:solidFill>
                  <a:schemeClr val="bg1"/>
                </a:solidFill>
                <a:latin typeface="Montserrat Medium" pitchFamily="2" charset="0"/>
                <a:ea typeface="Verdana" pitchFamily="34" charset="0"/>
                <a:cs typeface="Montserrat Medium" pitchFamily="2" charset="0"/>
              </a:defRPr>
            </a:lvl2pPr>
            <a:lvl3pPr marL="0" indent="0" algn="l" defTabSz="685800" rtl="0" eaLnBrk="1" latinLnBrk="0" hangingPunct="1">
              <a:spcBef>
                <a:spcPts val="0"/>
              </a:spcBef>
              <a:spcAft>
                <a:spcPts val="0"/>
              </a:spcAft>
              <a:buClr>
                <a:srgbClr val="0588E8"/>
              </a:buClr>
              <a:buSzPct val="85000"/>
              <a:buFont typeface="Lucida Sans Unicode" pitchFamily="34" charset="0"/>
              <a:buNone/>
              <a:defRPr lang="en-US" sz="900" kern="1200" baseline="0" dirty="0" smtClean="0">
                <a:solidFill>
                  <a:srgbClr val="808080"/>
                </a:solidFill>
                <a:latin typeface="Raleway Light" pitchFamily="2" charset="0"/>
                <a:ea typeface="Verdana" pitchFamily="34" charset="0"/>
                <a:cs typeface="Verdana" pitchFamily="34" charset="0"/>
              </a:defRPr>
            </a:lvl3pPr>
          </a:lstStyle>
          <a:p>
            <a:pPr marL="0" marR="0" lvl="0" indent="0" algn="l" defTabSz="685800" rtl="0" eaLnBrk="1" fontAlgn="auto" latinLnBrk="0" hangingPunct="1">
              <a:lnSpc>
                <a:spcPct val="100000"/>
              </a:lnSpc>
              <a:spcBef>
                <a:spcPts val="0"/>
              </a:spcBef>
              <a:spcAft>
                <a:spcPts val="0"/>
              </a:spcAft>
              <a:buClr>
                <a:srgbClr val="0588E8"/>
              </a:buClr>
              <a:buSzPct val="85000"/>
              <a:buFont typeface="Lucida Sans Unicode" pitchFamily="34" charset="0"/>
              <a:buNone/>
              <a:tabLst/>
              <a:defRPr/>
            </a:pPr>
            <a:r>
              <a:rPr lang="en-US"/>
              <a:t>Presenter Name</a:t>
            </a:r>
            <a:br>
              <a:rPr lang="en-NL"/>
            </a:br>
            <a:r>
              <a:rPr lang="en-US"/>
              <a:t>Job Title</a:t>
            </a:r>
            <a:br>
              <a:rPr lang="en-NL"/>
            </a:br>
            <a:r>
              <a:rPr lang="en-NL"/>
              <a:t>DD/MM/YYYY</a:t>
            </a:r>
            <a:endParaRPr lang="en-US"/>
          </a:p>
        </p:txBody>
      </p:sp>
      <p:sp>
        <p:nvSpPr>
          <p:cNvPr id="6" name="TextBox 5">
            <a:extLst>
              <a:ext uri="{FF2B5EF4-FFF2-40B4-BE49-F238E27FC236}">
                <a16:creationId xmlns:a16="http://schemas.microsoft.com/office/drawing/2014/main" id="{835124D7-9F89-7B20-CDBF-FE76377C41FF}"/>
              </a:ext>
            </a:extLst>
          </p:cNvPr>
          <p:cNvSpPr txBox="1"/>
          <p:nvPr userDrawn="1"/>
        </p:nvSpPr>
        <p:spPr>
          <a:xfrm>
            <a:off x="7638179" y="4695017"/>
            <a:ext cx="1152880" cy="230832"/>
          </a:xfrm>
          <a:prstGeom prst="rect">
            <a:avLst/>
          </a:prstGeom>
          <a:noFill/>
        </p:spPr>
        <p:txBody>
          <a:bodyPr wrap="non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NL" sz="900">
                <a:solidFill>
                  <a:schemeClr val="bg1"/>
                </a:solidFill>
                <a:latin typeface="Montserrat Medium" pitchFamily="2" charset="0"/>
              </a:rPr>
              <a:t>an atos business</a:t>
            </a:r>
            <a:endParaRPr lang="en-US" sz="900">
              <a:solidFill>
                <a:schemeClr val="bg1"/>
              </a:solidFill>
              <a:latin typeface="Montserrat Medium" pitchFamily="2" charset="0"/>
            </a:endParaRPr>
          </a:p>
        </p:txBody>
      </p:sp>
    </p:spTree>
    <p:extLst>
      <p:ext uri="{BB962C8B-B14F-4D97-AF65-F5344CB8AC3E}">
        <p14:creationId xmlns:p14="http://schemas.microsoft.com/office/powerpoint/2010/main" val="647892659"/>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Index">
    <p:spTree>
      <p:nvGrpSpPr>
        <p:cNvPr id="1" name=""/>
        <p:cNvGrpSpPr/>
        <p:nvPr/>
      </p:nvGrpSpPr>
      <p:grpSpPr>
        <a:xfrm>
          <a:off x="0" y="0"/>
          <a:ext cx="0" cy="0"/>
          <a:chOff x="0" y="0"/>
          <a:chExt cx="0" cy="0"/>
        </a:xfrm>
      </p:grpSpPr>
      <p:pic>
        <p:nvPicPr>
          <p:cNvPr id="4" name="Picture 3" descr="A picture containing table, console table, dining table&#10;&#10;Description automatically generated">
            <a:extLst>
              <a:ext uri="{FF2B5EF4-FFF2-40B4-BE49-F238E27FC236}">
                <a16:creationId xmlns:a16="http://schemas.microsoft.com/office/drawing/2014/main" id="{E2D43428-E7CE-81FF-FD78-2DD7198CB0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53F786AD-7708-487E-982A-6BAEF70EF886}"/>
              </a:ext>
            </a:extLst>
          </p:cNvPr>
          <p:cNvSpPr>
            <a:spLocks noGrp="1"/>
          </p:cNvSpPr>
          <p:nvPr>
            <p:ph type="title" hasCustomPrompt="1"/>
          </p:nvPr>
        </p:nvSpPr>
        <p:spPr>
          <a:xfrm>
            <a:off x="599466" y="1169910"/>
            <a:ext cx="7886700" cy="301229"/>
          </a:xfrm>
          <a:prstGeom prst="rect">
            <a:avLst/>
          </a:prstGeom>
        </p:spPr>
        <p:txBody>
          <a:bodyPr>
            <a:noAutofit/>
          </a:bodyPr>
          <a:lstStyle>
            <a:lvl1pPr>
              <a:defRPr sz="1800">
                <a:solidFill>
                  <a:srgbClr val="000000"/>
                </a:solidFill>
                <a:latin typeface="Montserrat Bold" panose="00000800000000000000" pitchFamily="2" charset="0"/>
              </a:defRPr>
            </a:lvl1pPr>
          </a:lstStyle>
          <a:p>
            <a:r>
              <a:rPr lang="en-NL"/>
              <a:t>Content overview</a:t>
            </a:r>
            <a:endParaRPr lang="nl-NL"/>
          </a:p>
        </p:txBody>
      </p:sp>
      <p:pic>
        <p:nvPicPr>
          <p:cNvPr id="7" name="Graphic 6">
            <a:extLst>
              <a:ext uri="{FF2B5EF4-FFF2-40B4-BE49-F238E27FC236}">
                <a16:creationId xmlns:a16="http://schemas.microsoft.com/office/drawing/2014/main" id="{70523335-FB70-41A4-AD57-4B5B78CEC3D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70192" y="669305"/>
            <a:ext cx="1426211" cy="255245"/>
          </a:xfrm>
          <a:prstGeom prst="rect">
            <a:avLst/>
          </a:prstGeom>
        </p:spPr>
      </p:pic>
      <p:sp>
        <p:nvSpPr>
          <p:cNvPr id="10" name="Text Placeholder 6">
            <a:extLst>
              <a:ext uri="{FF2B5EF4-FFF2-40B4-BE49-F238E27FC236}">
                <a16:creationId xmlns:a16="http://schemas.microsoft.com/office/drawing/2014/main" id="{AEDB5558-BADD-4E8F-9403-A6C600434F75}"/>
              </a:ext>
            </a:extLst>
          </p:cNvPr>
          <p:cNvSpPr>
            <a:spLocks noGrp="1"/>
          </p:cNvSpPr>
          <p:nvPr>
            <p:ph type="body" sz="quarter" idx="10" hasCustomPrompt="1"/>
          </p:nvPr>
        </p:nvSpPr>
        <p:spPr bwMode="invGray">
          <a:xfrm>
            <a:off x="670192" y="2160518"/>
            <a:ext cx="2742557" cy="550431"/>
          </a:xfrm>
          <a:prstGeom prst="rect">
            <a:avLst/>
          </a:prstGeom>
        </p:spPr>
        <p:txBody>
          <a:bodyPr lIns="0" tIns="0" rIns="0" bIns="0">
            <a:normAutofit/>
          </a:bodyPr>
          <a:lstStyle>
            <a:lvl1pPr marL="0" indent="0">
              <a:buNone/>
              <a:defRPr sz="1800">
                <a:solidFill>
                  <a:srgbClr val="000000"/>
                </a:solidFill>
                <a:latin typeface="Montserrat SemiBold" pitchFamily="2" charset="0"/>
              </a:defRPr>
            </a:lvl1pPr>
          </a:lstStyle>
          <a:p>
            <a:pPr lvl="0"/>
            <a:r>
              <a:rPr lang="en-NL"/>
              <a:t>Chapter title</a:t>
            </a:r>
            <a:endParaRPr lang="en-US"/>
          </a:p>
        </p:txBody>
      </p:sp>
      <p:sp>
        <p:nvSpPr>
          <p:cNvPr id="11" name="Text Placeholder 6">
            <a:extLst>
              <a:ext uri="{FF2B5EF4-FFF2-40B4-BE49-F238E27FC236}">
                <a16:creationId xmlns:a16="http://schemas.microsoft.com/office/drawing/2014/main" id="{5F634F97-7035-4B6B-BE58-509E7F343F2A}"/>
              </a:ext>
            </a:extLst>
          </p:cNvPr>
          <p:cNvSpPr>
            <a:spLocks noGrp="1"/>
          </p:cNvSpPr>
          <p:nvPr>
            <p:ph type="body" sz="quarter" idx="16" hasCustomPrompt="1"/>
          </p:nvPr>
        </p:nvSpPr>
        <p:spPr bwMode="invGray">
          <a:xfrm>
            <a:off x="670193" y="1988258"/>
            <a:ext cx="161522" cy="369332"/>
          </a:xfrm>
          <a:prstGeom prst="rect">
            <a:avLst/>
          </a:prstGeom>
        </p:spPr>
        <p:txBody>
          <a:bodyPr wrap="square" lIns="0" tIns="0" rIns="0" bIns="0">
            <a:spAutoFit/>
          </a:bodyPr>
          <a:lstStyle>
            <a:lvl1pPr marL="0" indent="0">
              <a:buNone/>
              <a:defRPr sz="1200">
                <a:solidFill>
                  <a:srgbClr val="FF6D43"/>
                </a:solidFill>
                <a:latin typeface="Montserrat SemiBold" pitchFamily="2" charset="0"/>
              </a:defRPr>
            </a:lvl1pPr>
          </a:lstStyle>
          <a:p>
            <a:pPr lvl="0"/>
            <a:r>
              <a:rPr lang="en-US"/>
              <a:t>01</a:t>
            </a:r>
          </a:p>
        </p:txBody>
      </p:sp>
      <p:sp>
        <p:nvSpPr>
          <p:cNvPr id="14" name="Text Placeholder 6">
            <a:extLst>
              <a:ext uri="{FF2B5EF4-FFF2-40B4-BE49-F238E27FC236}">
                <a16:creationId xmlns:a16="http://schemas.microsoft.com/office/drawing/2014/main" id="{97D8FDAA-46B6-4B52-802A-C25AF0584061}"/>
              </a:ext>
            </a:extLst>
          </p:cNvPr>
          <p:cNvSpPr>
            <a:spLocks noGrp="1"/>
          </p:cNvSpPr>
          <p:nvPr>
            <p:ph type="body" sz="quarter" idx="17" hasCustomPrompt="1"/>
          </p:nvPr>
        </p:nvSpPr>
        <p:spPr bwMode="invGray">
          <a:xfrm>
            <a:off x="670192" y="3023534"/>
            <a:ext cx="2742557" cy="550431"/>
          </a:xfrm>
          <a:prstGeom prst="rect">
            <a:avLst/>
          </a:prstGeom>
        </p:spPr>
        <p:txBody>
          <a:bodyPr lIns="0" tIns="0" rIns="0" bIns="0">
            <a:normAutofit/>
          </a:bodyPr>
          <a:lstStyle>
            <a:lvl1pPr marL="0" indent="0">
              <a:buNone/>
              <a:defRPr sz="1800">
                <a:solidFill>
                  <a:srgbClr val="000000"/>
                </a:solidFill>
                <a:latin typeface="Montserrat SemiBold" pitchFamily="2" charset="0"/>
              </a:defRPr>
            </a:lvl1pPr>
          </a:lstStyle>
          <a:p>
            <a:pPr lvl="0"/>
            <a:r>
              <a:rPr lang="en-NL"/>
              <a:t>Chapter title</a:t>
            </a:r>
            <a:endParaRPr lang="en-US"/>
          </a:p>
        </p:txBody>
      </p:sp>
      <p:sp>
        <p:nvSpPr>
          <p:cNvPr id="15" name="Text Placeholder 6">
            <a:extLst>
              <a:ext uri="{FF2B5EF4-FFF2-40B4-BE49-F238E27FC236}">
                <a16:creationId xmlns:a16="http://schemas.microsoft.com/office/drawing/2014/main" id="{4AC6D1B7-B40B-4502-823B-14AA1F1D3DF1}"/>
              </a:ext>
            </a:extLst>
          </p:cNvPr>
          <p:cNvSpPr>
            <a:spLocks noGrp="1"/>
          </p:cNvSpPr>
          <p:nvPr>
            <p:ph type="body" sz="quarter" idx="18" hasCustomPrompt="1"/>
          </p:nvPr>
        </p:nvSpPr>
        <p:spPr bwMode="invGray">
          <a:xfrm>
            <a:off x="670193" y="2848023"/>
            <a:ext cx="230123" cy="184666"/>
          </a:xfrm>
          <a:prstGeom prst="rect">
            <a:avLst/>
          </a:prstGeom>
        </p:spPr>
        <p:txBody>
          <a:bodyPr wrap="square" lIns="0" tIns="0" rIns="0" bIns="0">
            <a:spAutoFit/>
          </a:bodyPr>
          <a:lstStyle>
            <a:lvl1pPr marL="0" indent="0">
              <a:buNone/>
              <a:defRPr sz="1200">
                <a:solidFill>
                  <a:srgbClr val="FF6D43"/>
                </a:solidFill>
                <a:latin typeface="Montserrat SemiBold" pitchFamily="2" charset="0"/>
              </a:defRPr>
            </a:lvl1pPr>
          </a:lstStyle>
          <a:p>
            <a:pPr lvl="0"/>
            <a:r>
              <a:rPr lang="en-NL"/>
              <a:t>02</a:t>
            </a:r>
            <a:endParaRPr lang="en-US"/>
          </a:p>
        </p:txBody>
      </p:sp>
      <p:sp>
        <p:nvSpPr>
          <p:cNvPr id="18" name="Text Placeholder 6">
            <a:extLst>
              <a:ext uri="{FF2B5EF4-FFF2-40B4-BE49-F238E27FC236}">
                <a16:creationId xmlns:a16="http://schemas.microsoft.com/office/drawing/2014/main" id="{9E604DA7-4CE1-46AD-82EE-262FEDB3C0BE}"/>
              </a:ext>
            </a:extLst>
          </p:cNvPr>
          <p:cNvSpPr>
            <a:spLocks noGrp="1"/>
          </p:cNvSpPr>
          <p:nvPr>
            <p:ph type="body" sz="quarter" idx="19" hasCustomPrompt="1"/>
          </p:nvPr>
        </p:nvSpPr>
        <p:spPr bwMode="invGray">
          <a:xfrm>
            <a:off x="670192" y="3889799"/>
            <a:ext cx="2742557" cy="550431"/>
          </a:xfrm>
          <a:prstGeom prst="rect">
            <a:avLst/>
          </a:prstGeom>
        </p:spPr>
        <p:txBody>
          <a:bodyPr lIns="0" tIns="0" rIns="0" bIns="0">
            <a:normAutofit/>
          </a:bodyPr>
          <a:lstStyle>
            <a:lvl1pPr marL="0" indent="0">
              <a:buNone/>
              <a:defRPr sz="1800">
                <a:solidFill>
                  <a:srgbClr val="000000"/>
                </a:solidFill>
                <a:latin typeface="Montserrat SemiBold" pitchFamily="2" charset="0"/>
              </a:defRPr>
            </a:lvl1pPr>
          </a:lstStyle>
          <a:p>
            <a:pPr lvl="0"/>
            <a:r>
              <a:rPr lang="en-NL"/>
              <a:t>Chapter title</a:t>
            </a:r>
            <a:endParaRPr lang="en-US"/>
          </a:p>
        </p:txBody>
      </p:sp>
      <p:sp>
        <p:nvSpPr>
          <p:cNvPr id="19" name="Text Placeholder 6">
            <a:extLst>
              <a:ext uri="{FF2B5EF4-FFF2-40B4-BE49-F238E27FC236}">
                <a16:creationId xmlns:a16="http://schemas.microsoft.com/office/drawing/2014/main" id="{5E558F66-781A-427E-A26B-03CC8BB4BFEE}"/>
              </a:ext>
            </a:extLst>
          </p:cNvPr>
          <p:cNvSpPr>
            <a:spLocks noGrp="1"/>
          </p:cNvSpPr>
          <p:nvPr>
            <p:ph type="body" sz="quarter" idx="20" hasCustomPrompt="1"/>
          </p:nvPr>
        </p:nvSpPr>
        <p:spPr bwMode="invGray">
          <a:xfrm>
            <a:off x="670193" y="3717539"/>
            <a:ext cx="230123" cy="184666"/>
          </a:xfrm>
          <a:prstGeom prst="rect">
            <a:avLst/>
          </a:prstGeom>
        </p:spPr>
        <p:txBody>
          <a:bodyPr wrap="square" lIns="0" tIns="0" rIns="0" bIns="0">
            <a:spAutoFit/>
          </a:bodyPr>
          <a:lstStyle>
            <a:lvl1pPr marL="0" indent="0">
              <a:buNone/>
              <a:defRPr sz="1200">
                <a:solidFill>
                  <a:srgbClr val="FF6D43"/>
                </a:solidFill>
                <a:latin typeface="Montserrat SemiBold" pitchFamily="2" charset="0"/>
              </a:defRPr>
            </a:lvl1pPr>
          </a:lstStyle>
          <a:p>
            <a:pPr lvl="0"/>
            <a:r>
              <a:rPr lang="en-NL"/>
              <a:t>03</a:t>
            </a:r>
            <a:endParaRPr lang="en-US"/>
          </a:p>
        </p:txBody>
      </p:sp>
      <p:sp>
        <p:nvSpPr>
          <p:cNvPr id="22" name="Text Placeholder 6">
            <a:extLst>
              <a:ext uri="{FF2B5EF4-FFF2-40B4-BE49-F238E27FC236}">
                <a16:creationId xmlns:a16="http://schemas.microsoft.com/office/drawing/2014/main" id="{38C80B47-9195-4AE5-BFBD-92C82687B9EB}"/>
              </a:ext>
            </a:extLst>
          </p:cNvPr>
          <p:cNvSpPr>
            <a:spLocks noGrp="1"/>
          </p:cNvSpPr>
          <p:nvPr>
            <p:ph type="body" sz="quarter" idx="21" hasCustomPrompt="1"/>
          </p:nvPr>
        </p:nvSpPr>
        <p:spPr bwMode="invGray">
          <a:xfrm>
            <a:off x="3959974" y="2160518"/>
            <a:ext cx="2742557" cy="550431"/>
          </a:xfrm>
          <a:prstGeom prst="rect">
            <a:avLst/>
          </a:prstGeom>
        </p:spPr>
        <p:txBody>
          <a:bodyPr lIns="0" tIns="0" rIns="0" bIns="0">
            <a:normAutofit/>
          </a:bodyPr>
          <a:lstStyle>
            <a:lvl1pPr marL="0" indent="0">
              <a:buNone/>
              <a:defRPr sz="1800">
                <a:solidFill>
                  <a:srgbClr val="000000"/>
                </a:solidFill>
                <a:latin typeface="Montserrat SemiBold" pitchFamily="2" charset="0"/>
              </a:defRPr>
            </a:lvl1pPr>
          </a:lstStyle>
          <a:p>
            <a:pPr lvl="0"/>
            <a:r>
              <a:rPr lang="en-NL"/>
              <a:t>Chapter title</a:t>
            </a:r>
            <a:endParaRPr lang="en-US"/>
          </a:p>
        </p:txBody>
      </p:sp>
      <p:sp>
        <p:nvSpPr>
          <p:cNvPr id="23" name="Text Placeholder 6">
            <a:extLst>
              <a:ext uri="{FF2B5EF4-FFF2-40B4-BE49-F238E27FC236}">
                <a16:creationId xmlns:a16="http://schemas.microsoft.com/office/drawing/2014/main" id="{72ADF441-DA8A-49D0-B08F-29F272372858}"/>
              </a:ext>
            </a:extLst>
          </p:cNvPr>
          <p:cNvSpPr>
            <a:spLocks noGrp="1"/>
          </p:cNvSpPr>
          <p:nvPr>
            <p:ph type="body" sz="quarter" idx="22" hasCustomPrompt="1"/>
          </p:nvPr>
        </p:nvSpPr>
        <p:spPr bwMode="invGray">
          <a:xfrm>
            <a:off x="3959975" y="1988258"/>
            <a:ext cx="230123" cy="184666"/>
          </a:xfrm>
          <a:prstGeom prst="rect">
            <a:avLst/>
          </a:prstGeom>
        </p:spPr>
        <p:txBody>
          <a:bodyPr wrap="square" lIns="0" tIns="0" rIns="0" bIns="0">
            <a:spAutoFit/>
          </a:bodyPr>
          <a:lstStyle>
            <a:lvl1pPr marL="0" indent="0">
              <a:buNone/>
              <a:defRPr sz="1200">
                <a:solidFill>
                  <a:srgbClr val="FF6D43"/>
                </a:solidFill>
                <a:latin typeface="Montserrat SemiBold" pitchFamily="2" charset="0"/>
              </a:defRPr>
            </a:lvl1pPr>
          </a:lstStyle>
          <a:p>
            <a:pPr lvl="0"/>
            <a:r>
              <a:rPr lang="en-NL"/>
              <a:t>04</a:t>
            </a:r>
            <a:endParaRPr lang="en-US"/>
          </a:p>
        </p:txBody>
      </p:sp>
      <p:sp>
        <p:nvSpPr>
          <p:cNvPr id="24" name="Text Placeholder 6">
            <a:extLst>
              <a:ext uri="{FF2B5EF4-FFF2-40B4-BE49-F238E27FC236}">
                <a16:creationId xmlns:a16="http://schemas.microsoft.com/office/drawing/2014/main" id="{64E4BE7A-DC71-466F-9000-5AC0BB4C5C73}"/>
              </a:ext>
            </a:extLst>
          </p:cNvPr>
          <p:cNvSpPr>
            <a:spLocks noGrp="1"/>
          </p:cNvSpPr>
          <p:nvPr>
            <p:ph type="body" sz="quarter" idx="23" hasCustomPrompt="1"/>
          </p:nvPr>
        </p:nvSpPr>
        <p:spPr bwMode="invGray">
          <a:xfrm>
            <a:off x="3959974" y="3023534"/>
            <a:ext cx="2742557" cy="550431"/>
          </a:xfrm>
          <a:prstGeom prst="rect">
            <a:avLst/>
          </a:prstGeom>
        </p:spPr>
        <p:txBody>
          <a:bodyPr lIns="0" tIns="0" rIns="0" bIns="0">
            <a:normAutofit/>
          </a:bodyPr>
          <a:lstStyle>
            <a:lvl1pPr marL="0" indent="0">
              <a:buNone/>
              <a:defRPr sz="1800">
                <a:solidFill>
                  <a:srgbClr val="000000"/>
                </a:solidFill>
                <a:latin typeface="Montserrat SemiBold" pitchFamily="2" charset="0"/>
              </a:defRPr>
            </a:lvl1pPr>
          </a:lstStyle>
          <a:p>
            <a:pPr lvl="0"/>
            <a:r>
              <a:rPr lang="en-NL"/>
              <a:t>Chapter title</a:t>
            </a:r>
            <a:endParaRPr lang="en-US"/>
          </a:p>
        </p:txBody>
      </p:sp>
      <p:sp>
        <p:nvSpPr>
          <p:cNvPr id="25" name="Text Placeholder 6">
            <a:extLst>
              <a:ext uri="{FF2B5EF4-FFF2-40B4-BE49-F238E27FC236}">
                <a16:creationId xmlns:a16="http://schemas.microsoft.com/office/drawing/2014/main" id="{F2C5BF79-33AB-4E0A-9B89-4EFF2018707C}"/>
              </a:ext>
            </a:extLst>
          </p:cNvPr>
          <p:cNvSpPr>
            <a:spLocks noGrp="1"/>
          </p:cNvSpPr>
          <p:nvPr>
            <p:ph type="body" sz="quarter" idx="24" hasCustomPrompt="1"/>
          </p:nvPr>
        </p:nvSpPr>
        <p:spPr bwMode="invGray">
          <a:xfrm>
            <a:off x="3959975" y="2851273"/>
            <a:ext cx="230123" cy="184666"/>
          </a:xfrm>
          <a:prstGeom prst="rect">
            <a:avLst/>
          </a:prstGeom>
        </p:spPr>
        <p:txBody>
          <a:bodyPr wrap="square" lIns="0" tIns="0" rIns="0" bIns="0">
            <a:spAutoFit/>
          </a:bodyPr>
          <a:lstStyle>
            <a:lvl1pPr marL="0" indent="0">
              <a:buNone/>
              <a:defRPr sz="1200">
                <a:solidFill>
                  <a:srgbClr val="FF6D43"/>
                </a:solidFill>
                <a:latin typeface="Montserrat SemiBold" pitchFamily="2" charset="0"/>
              </a:defRPr>
            </a:lvl1pPr>
          </a:lstStyle>
          <a:p>
            <a:pPr lvl="0"/>
            <a:r>
              <a:rPr lang="en-NL"/>
              <a:t>05</a:t>
            </a:r>
            <a:endParaRPr lang="en-US"/>
          </a:p>
        </p:txBody>
      </p:sp>
      <p:sp>
        <p:nvSpPr>
          <p:cNvPr id="26" name="Text Placeholder 6">
            <a:extLst>
              <a:ext uri="{FF2B5EF4-FFF2-40B4-BE49-F238E27FC236}">
                <a16:creationId xmlns:a16="http://schemas.microsoft.com/office/drawing/2014/main" id="{0E3806AC-4E53-4B01-965E-713729C41274}"/>
              </a:ext>
            </a:extLst>
          </p:cNvPr>
          <p:cNvSpPr>
            <a:spLocks noGrp="1"/>
          </p:cNvSpPr>
          <p:nvPr>
            <p:ph type="body" sz="quarter" idx="25" hasCustomPrompt="1"/>
          </p:nvPr>
        </p:nvSpPr>
        <p:spPr bwMode="invGray">
          <a:xfrm>
            <a:off x="3959974" y="3889799"/>
            <a:ext cx="2742557" cy="550431"/>
          </a:xfrm>
          <a:prstGeom prst="rect">
            <a:avLst/>
          </a:prstGeom>
        </p:spPr>
        <p:txBody>
          <a:bodyPr lIns="0" tIns="0" rIns="0" bIns="0">
            <a:normAutofit/>
          </a:bodyPr>
          <a:lstStyle>
            <a:lvl1pPr marL="0" indent="0">
              <a:buNone/>
              <a:defRPr sz="1800">
                <a:solidFill>
                  <a:srgbClr val="000000"/>
                </a:solidFill>
                <a:latin typeface="Montserrat SemiBold" pitchFamily="2" charset="0"/>
              </a:defRPr>
            </a:lvl1pPr>
          </a:lstStyle>
          <a:p>
            <a:pPr lvl="0"/>
            <a:r>
              <a:rPr lang="en-NL"/>
              <a:t>Chapter title</a:t>
            </a:r>
            <a:endParaRPr lang="en-US"/>
          </a:p>
        </p:txBody>
      </p:sp>
      <p:sp>
        <p:nvSpPr>
          <p:cNvPr id="27" name="Text Placeholder 6">
            <a:extLst>
              <a:ext uri="{FF2B5EF4-FFF2-40B4-BE49-F238E27FC236}">
                <a16:creationId xmlns:a16="http://schemas.microsoft.com/office/drawing/2014/main" id="{FCB81010-191E-4C08-9B03-840E000449D8}"/>
              </a:ext>
            </a:extLst>
          </p:cNvPr>
          <p:cNvSpPr>
            <a:spLocks noGrp="1"/>
          </p:cNvSpPr>
          <p:nvPr>
            <p:ph type="body" sz="quarter" idx="26" hasCustomPrompt="1"/>
          </p:nvPr>
        </p:nvSpPr>
        <p:spPr bwMode="invGray">
          <a:xfrm>
            <a:off x="3959975" y="3717539"/>
            <a:ext cx="230123" cy="184666"/>
          </a:xfrm>
          <a:prstGeom prst="rect">
            <a:avLst/>
          </a:prstGeom>
        </p:spPr>
        <p:txBody>
          <a:bodyPr wrap="square" lIns="0" tIns="0" rIns="0" bIns="0">
            <a:spAutoFit/>
          </a:bodyPr>
          <a:lstStyle>
            <a:lvl1pPr marL="0" indent="0">
              <a:buNone/>
              <a:defRPr sz="1200">
                <a:solidFill>
                  <a:srgbClr val="FF6D43"/>
                </a:solidFill>
                <a:latin typeface="Montserrat SemiBold" pitchFamily="2" charset="0"/>
              </a:defRPr>
            </a:lvl1pPr>
          </a:lstStyle>
          <a:p>
            <a:pPr lvl="0"/>
            <a:r>
              <a:rPr lang="en-NL"/>
              <a:t>06</a:t>
            </a:r>
            <a:endParaRPr lang="en-US"/>
          </a:p>
        </p:txBody>
      </p:sp>
      <p:sp>
        <p:nvSpPr>
          <p:cNvPr id="28" name="Slide Number Placeholder 5">
            <a:extLst>
              <a:ext uri="{FF2B5EF4-FFF2-40B4-BE49-F238E27FC236}">
                <a16:creationId xmlns:a16="http://schemas.microsoft.com/office/drawing/2014/main" id="{14DE181C-BE61-4217-8210-ADD157DC0C46}"/>
              </a:ext>
            </a:extLst>
          </p:cNvPr>
          <p:cNvSpPr>
            <a:spLocks noGrp="1"/>
          </p:cNvSpPr>
          <p:nvPr>
            <p:ph type="sldNum" sz="quarter" idx="4"/>
          </p:nvPr>
        </p:nvSpPr>
        <p:spPr>
          <a:xfrm>
            <a:off x="8497957" y="4651152"/>
            <a:ext cx="343548" cy="162019"/>
          </a:xfrm>
          <a:prstGeom prst="rect">
            <a:avLst/>
          </a:prstGeom>
        </p:spPr>
        <p:txBody>
          <a:bodyPr vert="horz" lIns="91440" tIns="45720" rIns="91440" bIns="45720" rtlCol="0" anchor="ctr"/>
          <a:lstStyle>
            <a:lvl1pPr algn="r">
              <a:defRPr sz="900">
                <a:solidFill>
                  <a:schemeClr val="tx1"/>
                </a:solidFill>
                <a:latin typeface="Montserrat SemiBold" pitchFamily="2" charset="0"/>
                <a:ea typeface="Verdana" pitchFamily="34" charset="0"/>
                <a:cs typeface="Montserrat SemiBold"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550994748"/>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Divider orange">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ADC064ED-B54A-0109-6D08-0E409F8DF7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invGray">
          <a:xfrm>
            <a:off x="1195873" y="3920739"/>
            <a:ext cx="6865925" cy="846524"/>
          </a:xfrm>
          <a:prstGeom prst="rect">
            <a:avLst/>
          </a:prstGeom>
        </p:spPr>
        <p:txBody>
          <a:bodyPr lIns="0" tIns="0" rIns="0" bIns="0">
            <a:normAutofit/>
          </a:bodyPr>
          <a:lstStyle>
            <a:lvl1pPr marL="0" indent="0">
              <a:buNone/>
              <a:defRPr sz="2550">
                <a:solidFill>
                  <a:srgbClr val="000000"/>
                </a:solidFill>
                <a:latin typeface="Montserrat SemiBold" pitchFamily="2" charset="0"/>
              </a:defRPr>
            </a:lvl1pPr>
          </a:lstStyle>
          <a:p>
            <a:pPr lvl="0"/>
            <a:r>
              <a:rPr lang="en-US"/>
              <a:t>&lt;Chapter </a:t>
            </a:r>
            <a:r>
              <a:rPr lang="en-NL"/>
              <a:t>t</a:t>
            </a:r>
            <a:r>
              <a:rPr lang="en-US"/>
              <a:t>itle&gt;</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invGray">
          <a:xfrm>
            <a:off x="474249" y="3920738"/>
            <a:ext cx="533456" cy="392415"/>
          </a:xfrm>
          <a:prstGeom prst="rect">
            <a:avLst/>
          </a:prstGeom>
        </p:spPr>
        <p:txBody>
          <a:bodyPr wrap="square" lIns="0" tIns="0" rIns="0" bIns="0">
            <a:spAutoFit/>
          </a:bodyPr>
          <a:lstStyle>
            <a:lvl1pPr marL="0" indent="0" algn="r">
              <a:buNone/>
              <a:defRPr sz="2550">
                <a:solidFill>
                  <a:srgbClr val="000000"/>
                </a:solidFill>
                <a:latin typeface="Montserrat SemiBold" pitchFamily="2" charset="0"/>
              </a:defRPr>
            </a:lvl1pPr>
          </a:lstStyle>
          <a:p>
            <a:pPr lvl="0"/>
            <a:r>
              <a:rPr lang="en-US"/>
              <a:t>0#</a:t>
            </a:r>
          </a:p>
        </p:txBody>
      </p:sp>
      <p:pic>
        <p:nvPicPr>
          <p:cNvPr id="3" name="Graphic 2">
            <a:extLst>
              <a:ext uri="{FF2B5EF4-FFF2-40B4-BE49-F238E27FC236}">
                <a16:creationId xmlns:a16="http://schemas.microsoft.com/office/drawing/2014/main" id="{3C0398DE-CF0C-5012-2611-0B0EF667F9F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70192" y="669305"/>
            <a:ext cx="1426211" cy="255245"/>
          </a:xfrm>
          <a:prstGeom prst="rect">
            <a:avLst/>
          </a:prstGeom>
        </p:spPr>
      </p:pic>
    </p:spTree>
    <p:extLst>
      <p:ext uri="{BB962C8B-B14F-4D97-AF65-F5344CB8AC3E}">
        <p14:creationId xmlns:p14="http://schemas.microsoft.com/office/powerpoint/2010/main" val="2170634344"/>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Divider deep blue">
    <p:spTree>
      <p:nvGrpSpPr>
        <p:cNvPr id="1" name=""/>
        <p:cNvGrpSpPr/>
        <p:nvPr/>
      </p:nvGrpSpPr>
      <p:grpSpPr>
        <a:xfrm>
          <a:off x="0" y="0"/>
          <a:ext cx="0" cy="0"/>
          <a:chOff x="0" y="0"/>
          <a:chExt cx="0" cy="0"/>
        </a:xfrm>
      </p:grpSpPr>
      <p:pic>
        <p:nvPicPr>
          <p:cNvPr id="4" name="Picture 3" descr="A picture containing text, table, stand&#10;&#10;Description automatically generated">
            <a:extLst>
              <a:ext uri="{FF2B5EF4-FFF2-40B4-BE49-F238E27FC236}">
                <a16:creationId xmlns:a16="http://schemas.microsoft.com/office/drawing/2014/main" id="{3C32FCEC-9ABA-D91A-02FB-FE0A352CB5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invGray">
          <a:xfrm>
            <a:off x="1195873" y="3920739"/>
            <a:ext cx="6865925" cy="846524"/>
          </a:xfrm>
          <a:prstGeom prst="rect">
            <a:avLst/>
          </a:prstGeom>
        </p:spPr>
        <p:txBody>
          <a:bodyPr lIns="0" tIns="0" rIns="0" bIns="0">
            <a:normAutofit/>
          </a:bodyPr>
          <a:lstStyle>
            <a:lvl1pPr marL="0" indent="0">
              <a:buNone/>
              <a:defRPr sz="2550">
                <a:solidFill>
                  <a:schemeClr val="bg1"/>
                </a:solidFill>
                <a:latin typeface="Montserrat SemiBold" pitchFamily="2" charset="0"/>
              </a:defRPr>
            </a:lvl1pPr>
          </a:lstStyle>
          <a:p>
            <a:pPr lvl="0"/>
            <a:r>
              <a:rPr lang="en-US"/>
              <a:t>&lt;Chapter </a:t>
            </a:r>
            <a:r>
              <a:rPr lang="en-NL"/>
              <a:t>t</a:t>
            </a:r>
            <a:r>
              <a:rPr lang="en-US"/>
              <a:t>itle&gt;</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invGray">
          <a:xfrm>
            <a:off x="474249" y="3920738"/>
            <a:ext cx="533456" cy="392415"/>
          </a:xfrm>
          <a:prstGeom prst="rect">
            <a:avLst/>
          </a:prstGeom>
        </p:spPr>
        <p:txBody>
          <a:bodyPr wrap="square" lIns="0" tIns="0" rIns="0" bIns="0">
            <a:spAutoFit/>
          </a:bodyPr>
          <a:lstStyle>
            <a:lvl1pPr marL="0" indent="0" algn="r">
              <a:buNone/>
              <a:defRPr sz="2550">
                <a:solidFill>
                  <a:schemeClr val="bg1"/>
                </a:solidFill>
                <a:latin typeface="Montserrat SemiBold" pitchFamily="2" charset="0"/>
              </a:defRPr>
            </a:lvl1pPr>
          </a:lstStyle>
          <a:p>
            <a:pPr lvl="0"/>
            <a:r>
              <a:rPr lang="en-US"/>
              <a:t>0#</a:t>
            </a:r>
          </a:p>
        </p:txBody>
      </p:sp>
      <p:pic>
        <p:nvPicPr>
          <p:cNvPr id="3" name="Graphic 2">
            <a:extLst>
              <a:ext uri="{FF2B5EF4-FFF2-40B4-BE49-F238E27FC236}">
                <a16:creationId xmlns:a16="http://schemas.microsoft.com/office/drawing/2014/main" id="{3C0398DE-CF0C-5012-2611-0B0EF667F9F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70192" y="669305"/>
            <a:ext cx="1426211" cy="255245"/>
          </a:xfrm>
          <a:prstGeom prst="rect">
            <a:avLst/>
          </a:prstGeom>
        </p:spPr>
      </p:pic>
    </p:spTree>
    <p:extLst>
      <p:ext uri="{BB962C8B-B14F-4D97-AF65-F5344CB8AC3E}">
        <p14:creationId xmlns:p14="http://schemas.microsoft.com/office/powerpoint/2010/main" val="2795440540"/>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Divider grey">
    <p:spTree>
      <p:nvGrpSpPr>
        <p:cNvPr id="1" name=""/>
        <p:cNvGrpSpPr/>
        <p:nvPr/>
      </p:nvGrpSpPr>
      <p:grpSpPr>
        <a:xfrm>
          <a:off x="0" y="0"/>
          <a:ext cx="0" cy="0"/>
          <a:chOff x="0" y="0"/>
          <a:chExt cx="0" cy="0"/>
        </a:xfrm>
      </p:grpSpPr>
      <p:pic>
        <p:nvPicPr>
          <p:cNvPr id="7" name="Picture 6" descr="Background pattern&#10;&#10;Description automatically generated with low confidence">
            <a:extLst>
              <a:ext uri="{FF2B5EF4-FFF2-40B4-BE49-F238E27FC236}">
                <a16:creationId xmlns:a16="http://schemas.microsoft.com/office/drawing/2014/main" id="{3B9BC70B-E23E-6826-2D7D-170A98E295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invGray">
          <a:xfrm>
            <a:off x="1195873" y="3920739"/>
            <a:ext cx="6865925" cy="846524"/>
          </a:xfrm>
          <a:prstGeom prst="rect">
            <a:avLst/>
          </a:prstGeom>
        </p:spPr>
        <p:txBody>
          <a:bodyPr lIns="0" tIns="0" rIns="0" bIns="0">
            <a:normAutofit/>
          </a:bodyPr>
          <a:lstStyle>
            <a:lvl1pPr marL="0" indent="0">
              <a:buNone/>
              <a:defRPr sz="2550">
                <a:solidFill>
                  <a:srgbClr val="000000"/>
                </a:solidFill>
                <a:latin typeface="Montserrat SemiBold" pitchFamily="2" charset="0"/>
              </a:defRPr>
            </a:lvl1pPr>
          </a:lstStyle>
          <a:p>
            <a:pPr lvl="0"/>
            <a:r>
              <a:rPr lang="en-US"/>
              <a:t>&lt;Chapter </a:t>
            </a:r>
            <a:r>
              <a:rPr lang="en-NL"/>
              <a:t>t</a:t>
            </a:r>
            <a:r>
              <a:rPr lang="en-US"/>
              <a:t>itle&gt;</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invGray">
          <a:xfrm>
            <a:off x="474249" y="3920738"/>
            <a:ext cx="533456" cy="392415"/>
          </a:xfrm>
          <a:prstGeom prst="rect">
            <a:avLst/>
          </a:prstGeom>
        </p:spPr>
        <p:txBody>
          <a:bodyPr wrap="square" lIns="0" tIns="0" rIns="0" bIns="0">
            <a:spAutoFit/>
          </a:bodyPr>
          <a:lstStyle>
            <a:lvl1pPr marL="0" indent="0" algn="r">
              <a:buNone/>
              <a:defRPr sz="2550">
                <a:solidFill>
                  <a:srgbClr val="000000"/>
                </a:solidFill>
                <a:latin typeface="Montserrat SemiBold" pitchFamily="2" charset="0"/>
              </a:defRPr>
            </a:lvl1pPr>
          </a:lstStyle>
          <a:p>
            <a:pPr lvl="0"/>
            <a:r>
              <a:rPr lang="en-US"/>
              <a:t>0#</a:t>
            </a:r>
          </a:p>
        </p:txBody>
      </p:sp>
      <p:pic>
        <p:nvPicPr>
          <p:cNvPr id="3" name="Graphic 2">
            <a:extLst>
              <a:ext uri="{FF2B5EF4-FFF2-40B4-BE49-F238E27FC236}">
                <a16:creationId xmlns:a16="http://schemas.microsoft.com/office/drawing/2014/main" id="{3C0398DE-CF0C-5012-2611-0B0EF667F9F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70192" y="669305"/>
            <a:ext cx="1426211" cy="255245"/>
          </a:xfrm>
          <a:prstGeom prst="rect">
            <a:avLst/>
          </a:prstGeom>
        </p:spPr>
      </p:pic>
    </p:spTree>
    <p:extLst>
      <p:ext uri="{BB962C8B-B14F-4D97-AF65-F5344CB8AC3E}">
        <p14:creationId xmlns:p14="http://schemas.microsoft.com/office/powerpoint/2010/main" val="2890433803"/>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Divider with image - orange">
    <p:bg>
      <p:bgPr>
        <a:gradFill>
          <a:gsLst>
            <a:gs pos="0">
              <a:srgbClr val="FF6D43"/>
            </a:gs>
            <a:gs pos="100000">
              <a:srgbClr val="E55C3C"/>
            </a:gs>
          </a:gsLst>
          <a:path path="circle">
            <a:fillToRect l="50000" t="50000" r="50000" b="50000"/>
          </a:path>
        </a:gra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invGray">
          <a:xfrm>
            <a:off x="1195873" y="2051749"/>
            <a:ext cx="3242987" cy="2715514"/>
          </a:xfrm>
          <a:prstGeom prst="rect">
            <a:avLst/>
          </a:prstGeom>
        </p:spPr>
        <p:txBody>
          <a:bodyPr lIns="0" tIns="0" rIns="0" bIns="0">
            <a:normAutofit/>
          </a:bodyPr>
          <a:lstStyle>
            <a:lvl1pPr marL="0" indent="0">
              <a:buNone/>
              <a:defRPr sz="2550">
                <a:solidFill>
                  <a:schemeClr val="tx1"/>
                </a:solidFill>
                <a:latin typeface="Montserrat SemiBold" pitchFamily="2" charset="0"/>
              </a:defRPr>
            </a:lvl1pPr>
          </a:lstStyle>
          <a:p>
            <a:pPr lvl="0"/>
            <a:r>
              <a:rPr lang="en-US"/>
              <a:t>&lt;Chapter </a:t>
            </a:r>
            <a:r>
              <a:rPr lang="en-NL"/>
              <a:t>t</a:t>
            </a:r>
            <a:r>
              <a:rPr lang="en-US"/>
              <a:t>itle&gt;</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invGray">
          <a:xfrm>
            <a:off x="474249" y="2051749"/>
            <a:ext cx="533456" cy="392415"/>
          </a:xfrm>
          <a:prstGeom prst="rect">
            <a:avLst/>
          </a:prstGeom>
        </p:spPr>
        <p:txBody>
          <a:bodyPr wrap="square" lIns="0" tIns="0" rIns="0" bIns="0">
            <a:spAutoFit/>
          </a:bodyPr>
          <a:lstStyle>
            <a:lvl1pPr marL="0" indent="0" algn="r">
              <a:buNone/>
              <a:defRPr sz="2550">
                <a:solidFill>
                  <a:schemeClr val="tx1"/>
                </a:solidFill>
                <a:latin typeface="Montserrat SemiBold" pitchFamily="2" charset="0"/>
              </a:defRPr>
            </a:lvl1pPr>
          </a:lstStyle>
          <a:p>
            <a:pPr lvl="0"/>
            <a:r>
              <a:rPr lang="en-US"/>
              <a:t>0#</a:t>
            </a:r>
          </a:p>
        </p:txBody>
      </p:sp>
      <p:pic>
        <p:nvPicPr>
          <p:cNvPr id="13" name="Graphic 12">
            <a:extLst>
              <a:ext uri="{FF2B5EF4-FFF2-40B4-BE49-F238E27FC236}">
                <a16:creationId xmlns:a16="http://schemas.microsoft.com/office/drawing/2014/main" id="{A53A17A6-5D4E-4132-A874-B1C2B83253F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70192" y="669305"/>
            <a:ext cx="1426211" cy="255245"/>
          </a:xfrm>
          <a:prstGeom prst="rect">
            <a:avLst/>
          </a:prstGeom>
        </p:spPr>
      </p:pic>
      <p:sp>
        <p:nvSpPr>
          <p:cNvPr id="7" name="Picture Placeholder 6">
            <a:extLst>
              <a:ext uri="{FF2B5EF4-FFF2-40B4-BE49-F238E27FC236}">
                <a16:creationId xmlns:a16="http://schemas.microsoft.com/office/drawing/2014/main" id="{260049AB-4246-438E-8784-79D421B19910}"/>
              </a:ext>
            </a:extLst>
          </p:cNvPr>
          <p:cNvSpPr>
            <a:spLocks noGrp="1"/>
          </p:cNvSpPr>
          <p:nvPr>
            <p:ph type="pic" sz="quarter" idx="17" hasCustomPrompt="1"/>
          </p:nvPr>
        </p:nvSpPr>
        <p:spPr>
          <a:xfrm>
            <a:off x="4572000" y="0"/>
            <a:ext cx="4572000" cy="5143500"/>
          </a:xfrm>
          <a:prstGeom prst="rect">
            <a:avLst/>
          </a:prstGeom>
        </p:spPr>
        <p:txBody>
          <a:bodyPr anchor="ctr" anchorCtr="0">
            <a:normAutofit/>
          </a:bodyPr>
          <a:lstStyle>
            <a:lvl1pPr marL="0" indent="0" algn="ctr">
              <a:buNone/>
              <a:defRPr sz="1200">
                <a:solidFill>
                  <a:schemeClr val="tx1"/>
                </a:solidFill>
                <a:latin typeface="Montserrat" panose="00000500000000000000" pitchFamily="2" charset="0"/>
              </a:defRPr>
            </a:lvl1pPr>
          </a:lstStyle>
          <a:p>
            <a:r>
              <a:rPr lang="en-NL"/>
              <a:t>Click here to add an image</a:t>
            </a:r>
          </a:p>
          <a:p>
            <a:endParaRPr lang="en-NL"/>
          </a:p>
          <a:p>
            <a:endParaRPr lang="nl-NL"/>
          </a:p>
        </p:txBody>
      </p:sp>
    </p:spTree>
    <p:extLst>
      <p:ext uri="{BB962C8B-B14F-4D97-AF65-F5344CB8AC3E}">
        <p14:creationId xmlns:p14="http://schemas.microsoft.com/office/powerpoint/2010/main" val="4034539915"/>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Divider with image - deep blue">
    <p:bg>
      <p:bgPr>
        <a:gradFill>
          <a:gsLst>
            <a:gs pos="0">
              <a:srgbClr val="1B4859"/>
            </a:gs>
            <a:gs pos="75000">
              <a:srgbClr val="002D3C"/>
            </a:gs>
          </a:gsLst>
          <a:path path="circle">
            <a:fillToRect l="50000" t="50000" r="50000" b="50000"/>
          </a:path>
        </a:gra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invGray">
          <a:xfrm>
            <a:off x="1195873" y="2051749"/>
            <a:ext cx="3242987" cy="2715514"/>
          </a:xfrm>
          <a:prstGeom prst="rect">
            <a:avLst/>
          </a:prstGeom>
        </p:spPr>
        <p:txBody>
          <a:bodyPr lIns="0" tIns="0" rIns="0" bIns="0">
            <a:normAutofit/>
          </a:bodyPr>
          <a:lstStyle>
            <a:lvl1pPr marL="0" indent="0">
              <a:buNone/>
              <a:defRPr sz="2550">
                <a:solidFill>
                  <a:schemeClr val="bg1"/>
                </a:solidFill>
                <a:latin typeface="Montserrat SemiBold" pitchFamily="2" charset="0"/>
              </a:defRPr>
            </a:lvl1pPr>
          </a:lstStyle>
          <a:p>
            <a:pPr lvl="0"/>
            <a:r>
              <a:rPr lang="en-US"/>
              <a:t>&lt;Chapter </a:t>
            </a:r>
            <a:r>
              <a:rPr lang="en-NL"/>
              <a:t>t</a:t>
            </a:r>
            <a:r>
              <a:rPr lang="en-US"/>
              <a:t>itle&gt;</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invGray">
          <a:xfrm>
            <a:off x="474249" y="2051749"/>
            <a:ext cx="533456" cy="392415"/>
          </a:xfrm>
          <a:prstGeom prst="rect">
            <a:avLst/>
          </a:prstGeom>
        </p:spPr>
        <p:txBody>
          <a:bodyPr wrap="square" lIns="0" tIns="0" rIns="0" bIns="0">
            <a:spAutoFit/>
          </a:bodyPr>
          <a:lstStyle>
            <a:lvl1pPr marL="0" indent="0" algn="r">
              <a:buNone/>
              <a:defRPr sz="2550">
                <a:solidFill>
                  <a:schemeClr val="bg1"/>
                </a:solidFill>
                <a:latin typeface="Montserrat SemiBold" pitchFamily="2" charset="0"/>
              </a:defRPr>
            </a:lvl1pPr>
          </a:lstStyle>
          <a:p>
            <a:pPr lvl="0"/>
            <a:r>
              <a:rPr lang="en-US"/>
              <a:t>0#</a:t>
            </a:r>
          </a:p>
        </p:txBody>
      </p:sp>
      <p:pic>
        <p:nvPicPr>
          <p:cNvPr id="13" name="Graphic 12">
            <a:extLst>
              <a:ext uri="{FF2B5EF4-FFF2-40B4-BE49-F238E27FC236}">
                <a16:creationId xmlns:a16="http://schemas.microsoft.com/office/drawing/2014/main" id="{A53A17A6-5D4E-4132-A874-B1C2B83253F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70192" y="669305"/>
            <a:ext cx="1426211" cy="255245"/>
          </a:xfrm>
          <a:prstGeom prst="rect">
            <a:avLst/>
          </a:prstGeom>
        </p:spPr>
      </p:pic>
      <p:sp>
        <p:nvSpPr>
          <p:cNvPr id="7" name="Picture Placeholder 6">
            <a:extLst>
              <a:ext uri="{FF2B5EF4-FFF2-40B4-BE49-F238E27FC236}">
                <a16:creationId xmlns:a16="http://schemas.microsoft.com/office/drawing/2014/main" id="{260049AB-4246-438E-8784-79D421B19910}"/>
              </a:ext>
            </a:extLst>
          </p:cNvPr>
          <p:cNvSpPr>
            <a:spLocks noGrp="1"/>
          </p:cNvSpPr>
          <p:nvPr>
            <p:ph type="pic" sz="quarter" idx="17" hasCustomPrompt="1"/>
          </p:nvPr>
        </p:nvSpPr>
        <p:spPr>
          <a:xfrm>
            <a:off x="4572000" y="0"/>
            <a:ext cx="4572000" cy="5143500"/>
          </a:xfrm>
          <a:prstGeom prst="rect">
            <a:avLst/>
          </a:prstGeom>
        </p:spPr>
        <p:txBody>
          <a:bodyPr anchor="ctr" anchorCtr="0">
            <a:normAutofit/>
          </a:bodyPr>
          <a:lstStyle>
            <a:lvl1pPr marL="0" indent="0" algn="ctr">
              <a:buNone/>
              <a:defRPr sz="1200">
                <a:solidFill>
                  <a:schemeClr val="bg1"/>
                </a:solidFill>
                <a:latin typeface="Montserrat" panose="00000500000000000000" pitchFamily="2" charset="0"/>
              </a:defRPr>
            </a:lvl1pPr>
          </a:lstStyle>
          <a:p>
            <a:r>
              <a:rPr lang="en-NL"/>
              <a:t>Click here to add an image</a:t>
            </a:r>
          </a:p>
          <a:p>
            <a:endParaRPr lang="en-NL"/>
          </a:p>
          <a:p>
            <a:endParaRPr lang="nl-NL"/>
          </a:p>
        </p:txBody>
      </p:sp>
    </p:spTree>
    <p:extLst>
      <p:ext uri="{BB962C8B-B14F-4D97-AF65-F5344CB8AC3E}">
        <p14:creationId xmlns:p14="http://schemas.microsoft.com/office/powerpoint/2010/main" val="280058408"/>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Divider with image - grey">
    <p:bg>
      <p:bgPr>
        <a:gradFill>
          <a:gsLst>
            <a:gs pos="0">
              <a:srgbClr val="ECECED"/>
            </a:gs>
            <a:gs pos="100000">
              <a:srgbClr val="D1D1D1">
                <a:alpha val="6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4CB743F7-1E51-4231-BDBC-00E9E84244C3}"/>
              </a:ext>
            </a:extLst>
          </p:cNvPr>
          <p:cNvSpPr>
            <a:spLocks noGrp="1"/>
          </p:cNvSpPr>
          <p:nvPr>
            <p:ph type="body" sz="quarter" idx="10" hasCustomPrompt="1"/>
          </p:nvPr>
        </p:nvSpPr>
        <p:spPr bwMode="invGray">
          <a:xfrm>
            <a:off x="1195873" y="2051749"/>
            <a:ext cx="3242987" cy="2715514"/>
          </a:xfrm>
          <a:prstGeom prst="rect">
            <a:avLst/>
          </a:prstGeom>
        </p:spPr>
        <p:txBody>
          <a:bodyPr lIns="0" tIns="0" rIns="0" bIns="0">
            <a:normAutofit/>
          </a:bodyPr>
          <a:lstStyle>
            <a:lvl1pPr marL="0" indent="0">
              <a:buNone/>
              <a:defRPr sz="2550">
                <a:solidFill>
                  <a:schemeClr val="tx1"/>
                </a:solidFill>
                <a:latin typeface="Montserrat SemiBold" pitchFamily="2" charset="0"/>
              </a:defRPr>
            </a:lvl1pPr>
          </a:lstStyle>
          <a:p>
            <a:pPr lvl="0"/>
            <a:r>
              <a:rPr lang="en-US"/>
              <a:t>&lt;Chapter </a:t>
            </a:r>
            <a:r>
              <a:rPr lang="en-NL"/>
              <a:t>t</a:t>
            </a:r>
            <a:r>
              <a:rPr lang="en-US"/>
              <a:t>itle&gt;</a:t>
            </a:r>
          </a:p>
        </p:txBody>
      </p:sp>
      <p:sp>
        <p:nvSpPr>
          <p:cNvPr id="6" name="Text Placeholder 6">
            <a:extLst>
              <a:ext uri="{FF2B5EF4-FFF2-40B4-BE49-F238E27FC236}">
                <a16:creationId xmlns:a16="http://schemas.microsoft.com/office/drawing/2014/main" id="{16BFB1D5-0A8B-432B-BC50-7C8FF108FF2F}"/>
              </a:ext>
            </a:extLst>
          </p:cNvPr>
          <p:cNvSpPr>
            <a:spLocks noGrp="1"/>
          </p:cNvSpPr>
          <p:nvPr>
            <p:ph type="body" sz="quarter" idx="16" hasCustomPrompt="1"/>
          </p:nvPr>
        </p:nvSpPr>
        <p:spPr bwMode="invGray">
          <a:xfrm>
            <a:off x="474249" y="2051749"/>
            <a:ext cx="533456" cy="392415"/>
          </a:xfrm>
          <a:prstGeom prst="rect">
            <a:avLst/>
          </a:prstGeom>
        </p:spPr>
        <p:txBody>
          <a:bodyPr wrap="square" lIns="0" tIns="0" rIns="0" bIns="0">
            <a:spAutoFit/>
          </a:bodyPr>
          <a:lstStyle>
            <a:lvl1pPr marL="0" indent="0" algn="r">
              <a:buNone/>
              <a:defRPr sz="2550">
                <a:solidFill>
                  <a:schemeClr val="tx1"/>
                </a:solidFill>
                <a:latin typeface="Montserrat SemiBold" pitchFamily="2" charset="0"/>
              </a:defRPr>
            </a:lvl1pPr>
          </a:lstStyle>
          <a:p>
            <a:pPr lvl="0"/>
            <a:r>
              <a:rPr lang="en-US"/>
              <a:t>0#</a:t>
            </a:r>
          </a:p>
        </p:txBody>
      </p:sp>
      <p:pic>
        <p:nvPicPr>
          <p:cNvPr id="13" name="Graphic 12">
            <a:extLst>
              <a:ext uri="{FF2B5EF4-FFF2-40B4-BE49-F238E27FC236}">
                <a16:creationId xmlns:a16="http://schemas.microsoft.com/office/drawing/2014/main" id="{A53A17A6-5D4E-4132-A874-B1C2B83253F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70192" y="669305"/>
            <a:ext cx="1426211" cy="255245"/>
          </a:xfrm>
          <a:prstGeom prst="rect">
            <a:avLst/>
          </a:prstGeom>
        </p:spPr>
      </p:pic>
      <p:sp>
        <p:nvSpPr>
          <p:cNvPr id="7" name="Picture Placeholder 6">
            <a:extLst>
              <a:ext uri="{FF2B5EF4-FFF2-40B4-BE49-F238E27FC236}">
                <a16:creationId xmlns:a16="http://schemas.microsoft.com/office/drawing/2014/main" id="{260049AB-4246-438E-8784-79D421B19910}"/>
              </a:ext>
            </a:extLst>
          </p:cNvPr>
          <p:cNvSpPr>
            <a:spLocks noGrp="1"/>
          </p:cNvSpPr>
          <p:nvPr>
            <p:ph type="pic" sz="quarter" idx="17" hasCustomPrompt="1"/>
          </p:nvPr>
        </p:nvSpPr>
        <p:spPr>
          <a:xfrm>
            <a:off x="4572000" y="0"/>
            <a:ext cx="4572000" cy="5143500"/>
          </a:xfrm>
          <a:prstGeom prst="rect">
            <a:avLst/>
          </a:prstGeom>
        </p:spPr>
        <p:txBody>
          <a:bodyPr anchor="ctr" anchorCtr="0">
            <a:normAutofit/>
          </a:bodyPr>
          <a:lstStyle>
            <a:lvl1pPr marL="0" indent="0" algn="ctr">
              <a:buNone/>
              <a:defRPr sz="1200">
                <a:solidFill>
                  <a:schemeClr val="tx1"/>
                </a:solidFill>
                <a:latin typeface="Montserrat" panose="00000500000000000000" pitchFamily="2" charset="0"/>
              </a:defRPr>
            </a:lvl1pPr>
          </a:lstStyle>
          <a:p>
            <a:r>
              <a:rPr lang="en-NL"/>
              <a:t>Click here to add an image</a:t>
            </a:r>
          </a:p>
          <a:p>
            <a:endParaRPr lang="en-NL"/>
          </a:p>
          <a:p>
            <a:endParaRPr lang="nl-NL"/>
          </a:p>
        </p:txBody>
      </p:sp>
    </p:spTree>
    <p:extLst>
      <p:ext uri="{BB962C8B-B14F-4D97-AF65-F5344CB8AC3E}">
        <p14:creationId xmlns:p14="http://schemas.microsoft.com/office/powerpoint/2010/main" val="2242150038"/>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96816-C8D8-4D33-ADC6-A0DDE3C6E31E}"/>
              </a:ext>
            </a:extLst>
          </p:cNvPr>
          <p:cNvSpPr>
            <a:spLocks noGrp="1"/>
          </p:cNvSpPr>
          <p:nvPr>
            <p:ph type="title"/>
          </p:nvPr>
        </p:nvSpPr>
        <p:spPr bwMode="invGray">
          <a:xfrm>
            <a:off x="237599" y="353937"/>
            <a:ext cx="8613000" cy="257428"/>
          </a:xfrm>
          <a:prstGeom prst="rect">
            <a:avLst/>
          </a:prstGeom>
        </p:spPr>
        <p:txBody>
          <a:bodyPr tIns="0" bIns="0" anchor="t">
            <a:spAutoFit/>
          </a:bodyPr>
          <a:lstStyle>
            <a:lvl1pPr>
              <a:lnSpc>
                <a:spcPct val="100000"/>
              </a:lnSpc>
              <a:defRPr sz="1650">
                <a:solidFill>
                  <a:srgbClr val="000000"/>
                </a:solidFill>
                <a:latin typeface="Montserrat Bold" panose="00000800000000000000"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EA2E3C4D-A53B-49B6-90E2-150065B8751E}"/>
              </a:ext>
            </a:extLst>
          </p:cNvPr>
          <p:cNvSpPr>
            <a:spLocks noGrp="1"/>
          </p:cNvSpPr>
          <p:nvPr>
            <p:ph type="body" sz="quarter" idx="10"/>
          </p:nvPr>
        </p:nvSpPr>
        <p:spPr bwMode="invGray">
          <a:xfrm>
            <a:off x="237599" y="623198"/>
            <a:ext cx="8613000" cy="276999"/>
          </a:xfrm>
          <a:prstGeom prst="rect">
            <a:avLst/>
          </a:prstGeom>
        </p:spPr>
        <p:txBody>
          <a:bodyPr>
            <a:spAutoFit/>
          </a:bodyPr>
          <a:lstStyle>
            <a:lvl1pPr marL="0" indent="0">
              <a:buNone/>
              <a:defRPr sz="1200">
                <a:solidFill>
                  <a:srgbClr val="000000"/>
                </a:solidFill>
                <a:latin typeface="Montserrat SemiBold" pitchFamily="2" charset="0"/>
              </a:defRPr>
            </a:lvl1pPr>
          </a:lstStyle>
          <a:p>
            <a:pPr lvl="0"/>
            <a:r>
              <a:rPr lang="en-US"/>
              <a:t>Click to edit Master text styles</a:t>
            </a:r>
          </a:p>
        </p:txBody>
      </p:sp>
      <p:sp>
        <p:nvSpPr>
          <p:cNvPr id="6" name="Text Placeholder 5">
            <a:extLst>
              <a:ext uri="{FF2B5EF4-FFF2-40B4-BE49-F238E27FC236}">
                <a16:creationId xmlns:a16="http://schemas.microsoft.com/office/drawing/2014/main" id="{2BAE1A89-9C65-45A4-8923-6131F16037FA}"/>
              </a:ext>
            </a:extLst>
          </p:cNvPr>
          <p:cNvSpPr>
            <a:spLocks noGrp="1"/>
          </p:cNvSpPr>
          <p:nvPr>
            <p:ph type="body" sz="quarter" idx="11"/>
          </p:nvPr>
        </p:nvSpPr>
        <p:spPr>
          <a:xfrm>
            <a:off x="237599" y="987029"/>
            <a:ext cx="8613000" cy="3477815"/>
          </a:xfrm>
          <a:prstGeom prst="rect">
            <a:avLst/>
          </a:prstGeom>
        </p:spPr>
        <p:txBody>
          <a:bodyPr vert="horz" lIns="91440" tIns="45720" rIns="91440" bIns="45720" rtlCol="0">
            <a:noAutofit/>
          </a:bodyPr>
          <a:lstStyle>
            <a:lvl1pPr>
              <a:defRPr lang="nl-NL" dirty="0"/>
            </a:lvl1pPr>
          </a:lstStyle>
          <a:p>
            <a:pPr lvl="0"/>
            <a:r>
              <a:rPr lang="en-US"/>
              <a:t>Click to edit Master text styles</a:t>
            </a:r>
          </a:p>
        </p:txBody>
      </p:sp>
    </p:spTree>
    <p:extLst>
      <p:ext uri="{BB962C8B-B14F-4D97-AF65-F5344CB8AC3E}">
        <p14:creationId xmlns:p14="http://schemas.microsoft.com/office/powerpoint/2010/main" val="347564332"/>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96816-C8D8-4D33-ADC6-A0DDE3C6E31E}"/>
              </a:ext>
            </a:extLst>
          </p:cNvPr>
          <p:cNvSpPr>
            <a:spLocks noGrp="1"/>
          </p:cNvSpPr>
          <p:nvPr>
            <p:ph type="title"/>
          </p:nvPr>
        </p:nvSpPr>
        <p:spPr bwMode="invGray">
          <a:xfrm>
            <a:off x="237600" y="353937"/>
            <a:ext cx="8613000" cy="257428"/>
          </a:xfrm>
          <a:prstGeom prst="rect">
            <a:avLst/>
          </a:prstGeom>
        </p:spPr>
        <p:txBody>
          <a:bodyPr anchor="t">
            <a:spAutoFit/>
          </a:bodyPr>
          <a:lstStyle>
            <a:lvl1pPr>
              <a:defRPr sz="1650">
                <a:solidFill>
                  <a:srgbClr val="000000"/>
                </a:solidFill>
                <a:latin typeface="Montserrat Bold" panose="00000800000000000000"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EA2E3C4D-A53B-49B6-90E2-150065B8751E}"/>
              </a:ext>
            </a:extLst>
          </p:cNvPr>
          <p:cNvSpPr>
            <a:spLocks noGrp="1"/>
          </p:cNvSpPr>
          <p:nvPr>
            <p:ph type="body" sz="quarter" idx="10"/>
          </p:nvPr>
        </p:nvSpPr>
        <p:spPr bwMode="invGray">
          <a:xfrm>
            <a:off x="237600" y="623198"/>
            <a:ext cx="8613000" cy="276999"/>
          </a:xfrm>
          <a:prstGeom prst="rect">
            <a:avLst/>
          </a:prstGeom>
        </p:spPr>
        <p:txBody>
          <a:bodyPr>
            <a:spAutoFit/>
          </a:bodyPr>
          <a:lstStyle>
            <a:lvl1pPr marL="0" indent="0">
              <a:buNone/>
              <a:defRPr sz="1200">
                <a:solidFill>
                  <a:srgbClr val="000000"/>
                </a:solidFill>
                <a:latin typeface="Montserrat SemiBold" pitchFamily="2" charset="0"/>
              </a:defRPr>
            </a:lvl1pPr>
          </a:lstStyle>
          <a:p>
            <a:pPr lvl="0"/>
            <a:r>
              <a:rPr lang="en-US"/>
              <a:t>Click to edit Master text styles</a:t>
            </a:r>
          </a:p>
        </p:txBody>
      </p:sp>
      <p:sp>
        <p:nvSpPr>
          <p:cNvPr id="11" name="Text Placeholder 5">
            <a:extLst>
              <a:ext uri="{FF2B5EF4-FFF2-40B4-BE49-F238E27FC236}">
                <a16:creationId xmlns:a16="http://schemas.microsoft.com/office/drawing/2014/main" id="{0F61FD8B-EBAC-431F-8905-95E0C7426B9E}"/>
              </a:ext>
            </a:extLst>
          </p:cNvPr>
          <p:cNvSpPr>
            <a:spLocks noGrp="1"/>
          </p:cNvSpPr>
          <p:nvPr>
            <p:ph type="body" sz="quarter" idx="11"/>
          </p:nvPr>
        </p:nvSpPr>
        <p:spPr>
          <a:xfrm>
            <a:off x="237600" y="987029"/>
            <a:ext cx="4156927" cy="3477815"/>
          </a:xfrm>
          <a:prstGeom prst="rect">
            <a:avLst/>
          </a:prstGeom>
        </p:spPr>
        <p:txBody>
          <a:bodyPr vert="horz" lIns="91440" tIns="45720" rIns="91440" bIns="45720" rtlCol="0">
            <a:normAutofit/>
          </a:bodyPr>
          <a:lstStyle>
            <a:lvl1pPr>
              <a:defRPr lang="nl-NL" dirty="0"/>
            </a:lvl1pPr>
          </a:lstStyle>
          <a:p>
            <a:pPr lvl="0"/>
            <a:r>
              <a:rPr lang="en-US"/>
              <a:t>Click to edit Master text styles</a:t>
            </a:r>
          </a:p>
        </p:txBody>
      </p:sp>
      <p:sp>
        <p:nvSpPr>
          <p:cNvPr id="13" name="Text Placeholder 5">
            <a:extLst>
              <a:ext uri="{FF2B5EF4-FFF2-40B4-BE49-F238E27FC236}">
                <a16:creationId xmlns:a16="http://schemas.microsoft.com/office/drawing/2014/main" id="{74A7F2C9-5B52-4373-9742-E65FC6C6DD35}"/>
              </a:ext>
            </a:extLst>
          </p:cNvPr>
          <p:cNvSpPr>
            <a:spLocks noGrp="1"/>
          </p:cNvSpPr>
          <p:nvPr>
            <p:ph type="body" sz="quarter" idx="13"/>
          </p:nvPr>
        </p:nvSpPr>
        <p:spPr>
          <a:xfrm>
            <a:off x="4693674" y="987028"/>
            <a:ext cx="4156927" cy="3477815"/>
          </a:xfrm>
          <a:prstGeom prst="rect">
            <a:avLst/>
          </a:prstGeom>
        </p:spPr>
        <p:txBody>
          <a:bodyPr vert="horz" lIns="91440" tIns="45720" rIns="91440" bIns="45720" rtlCol="0">
            <a:normAutofit/>
          </a:bodyPr>
          <a:lstStyle>
            <a:lvl1pPr>
              <a:defRPr lang="nl-NL" dirty="0"/>
            </a:lvl1pPr>
          </a:lstStyle>
          <a:p>
            <a:pPr lvl="0"/>
            <a:r>
              <a:rPr lang="en-US"/>
              <a:t>Click to edit Master text styles</a:t>
            </a:r>
          </a:p>
        </p:txBody>
      </p:sp>
    </p:spTree>
    <p:extLst>
      <p:ext uri="{BB962C8B-B14F-4D97-AF65-F5344CB8AC3E}">
        <p14:creationId xmlns:p14="http://schemas.microsoft.com/office/powerpoint/2010/main" val="2200613798"/>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600" y="353937"/>
            <a:ext cx="8613000" cy="257428"/>
          </a:xfrm>
          <a:prstGeom prst="rect">
            <a:avLst/>
          </a:prstGeom>
        </p:spPr>
        <p:txBody>
          <a:bodyPr anchor="t">
            <a:spAutoFit/>
          </a:bodyPr>
          <a:lstStyle>
            <a:lvl1pPr>
              <a:defRPr sz="1650">
                <a:solidFill>
                  <a:srgbClr val="000000"/>
                </a:solidFill>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600" y="623198"/>
            <a:ext cx="8613000" cy="276999"/>
          </a:xfrm>
          <a:prstGeom prst="rect">
            <a:avLst/>
          </a:prstGeom>
        </p:spPr>
        <p:txBody>
          <a:bodyPr>
            <a:spAutoFit/>
          </a:bodyPr>
          <a:lstStyle>
            <a:lvl1pPr marL="0" indent="0">
              <a:buNone/>
              <a:defRPr sz="1200">
                <a:solidFill>
                  <a:srgbClr val="000000"/>
                </a:solidFill>
                <a:latin typeface="Montserrat SemiBold" pitchFamily="2" charset="0"/>
              </a:defRPr>
            </a:lvl1pPr>
          </a:lstStyle>
          <a:p>
            <a:pPr lvl="0"/>
            <a:r>
              <a:rPr lang="en-US"/>
              <a:t>Click to edit Master text styles</a:t>
            </a:r>
          </a:p>
        </p:txBody>
      </p:sp>
      <p:sp>
        <p:nvSpPr>
          <p:cNvPr id="10" name="Text Placeholder 5">
            <a:extLst>
              <a:ext uri="{FF2B5EF4-FFF2-40B4-BE49-F238E27FC236}">
                <a16:creationId xmlns:a16="http://schemas.microsoft.com/office/drawing/2014/main" id="{6673F966-8056-4DE2-B799-EF36BC12AE93}"/>
              </a:ext>
            </a:extLst>
          </p:cNvPr>
          <p:cNvSpPr>
            <a:spLocks noGrp="1"/>
          </p:cNvSpPr>
          <p:nvPr>
            <p:ph type="body" sz="quarter" idx="11"/>
          </p:nvPr>
        </p:nvSpPr>
        <p:spPr>
          <a:xfrm>
            <a:off x="237600" y="987029"/>
            <a:ext cx="2700000" cy="3477815"/>
          </a:xfrm>
          <a:prstGeom prst="rect">
            <a:avLst/>
          </a:prstGeom>
        </p:spPr>
        <p:txBody>
          <a:bodyPr/>
          <a:lstStyle>
            <a:lvl1pPr marL="0" indent="0">
              <a:buNone/>
              <a:defRPr>
                <a:solidFill>
                  <a:srgbClr val="000000"/>
                </a:solidFill>
              </a:defRPr>
            </a:lvl1pPr>
          </a:lstStyle>
          <a:p>
            <a:pPr lvl="0"/>
            <a:r>
              <a:rPr lang="en-US"/>
              <a:t>Click to edit Master text styles</a:t>
            </a:r>
          </a:p>
        </p:txBody>
      </p:sp>
      <p:sp>
        <p:nvSpPr>
          <p:cNvPr id="13" name="Text Placeholder 5">
            <a:extLst>
              <a:ext uri="{FF2B5EF4-FFF2-40B4-BE49-F238E27FC236}">
                <a16:creationId xmlns:a16="http://schemas.microsoft.com/office/drawing/2014/main" id="{DDD60F31-EC58-4827-AE70-2A037AD8A328}"/>
              </a:ext>
            </a:extLst>
          </p:cNvPr>
          <p:cNvSpPr>
            <a:spLocks noGrp="1"/>
          </p:cNvSpPr>
          <p:nvPr>
            <p:ph type="body" sz="quarter" idx="16"/>
          </p:nvPr>
        </p:nvSpPr>
        <p:spPr>
          <a:xfrm>
            <a:off x="3194100" y="987029"/>
            <a:ext cx="2700000" cy="3477815"/>
          </a:xfrm>
          <a:prstGeom prst="rect">
            <a:avLst/>
          </a:prstGeom>
        </p:spPr>
        <p:txBody>
          <a:bodyPr/>
          <a:lstStyle>
            <a:lvl1pPr marL="0" indent="0">
              <a:buNone/>
              <a:defRPr>
                <a:solidFill>
                  <a:srgbClr val="000000"/>
                </a:solidFill>
              </a:defRPr>
            </a:lvl1pPr>
          </a:lstStyle>
          <a:p>
            <a:pPr lvl="0"/>
            <a:r>
              <a:rPr lang="en-US"/>
              <a:t>Click to edit Master text styles</a:t>
            </a:r>
          </a:p>
        </p:txBody>
      </p:sp>
      <p:sp>
        <p:nvSpPr>
          <p:cNvPr id="18" name="Text Placeholder 5">
            <a:extLst>
              <a:ext uri="{FF2B5EF4-FFF2-40B4-BE49-F238E27FC236}">
                <a16:creationId xmlns:a16="http://schemas.microsoft.com/office/drawing/2014/main" id="{EF2B20C0-85C2-4DF4-A44F-BC3996D47AF6}"/>
              </a:ext>
            </a:extLst>
          </p:cNvPr>
          <p:cNvSpPr>
            <a:spLocks noGrp="1"/>
          </p:cNvSpPr>
          <p:nvPr>
            <p:ph type="body" sz="quarter" idx="17"/>
          </p:nvPr>
        </p:nvSpPr>
        <p:spPr>
          <a:xfrm>
            <a:off x="6150600" y="987028"/>
            <a:ext cx="2700000" cy="3477815"/>
          </a:xfrm>
          <a:prstGeom prst="rect">
            <a:avLst/>
          </a:prstGeom>
        </p:spPr>
        <p:txBody>
          <a:bodyPr/>
          <a:lstStyle>
            <a:lvl1pPr marL="0" indent="0">
              <a:buNone/>
              <a:defRPr>
                <a:solidFill>
                  <a:srgbClr val="000000"/>
                </a:solidFill>
              </a:defRPr>
            </a:lvl1pPr>
          </a:lstStyle>
          <a:p>
            <a:pPr lvl="0"/>
            <a:r>
              <a:rPr lang="en-US"/>
              <a:t>Click to edit Master text styles</a:t>
            </a:r>
          </a:p>
        </p:txBody>
      </p:sp>
    </p:spTree>
    <p:extLst>
      <p:ext uri="{BB962C8B-B14F-4D97-AF65-F5344CB8AC3E}">
        <p14:creationId xmlns:p14="http://schemas.microsoft.com/office/powerpoint/2010/main" val="1685630681"/>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One column - small imag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600" y="353937"/>
            <a:ext cx="5062858" cy="257428"/>
          </a:xfrm>
          <a:prstGeom prst="rect">
            <a:avLst/>
          </a:prstGeom>
        </p:spPr>
        <p:txBody>
          <a:bodyPr anchor="t">
            <a:spAutoFit/>
          </a:bodyPr>
          <a:lstStyle>
            <a:lvl1pPr>
              <a:defRPr sz="1650">
                <a:solidFill>
                  <a:srgbClr val="000000"/>
                </a:solidFill>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600" y="623198"/>
            <a:ext cx="5062858" cy="276999"/>
          </a:xfrm>
          <a:prstGeom prst="rect">
            <a:avLst/>
          </a:prstGeom>
        </p:spPr>
        <p:txBody>
          <a:bodyPr>
            <a:spAutoFit/>
          </a:bodyPr>
          <a:lstStyle>
            <a:lvl1pPr marL="0" indent="0">
              <a:buNone/>
              <a:defRPr sz="1200">
                <a:solidFill>
                  <a:srgbClr val="000000"/>
                </a:solidFill>
                <a:latin typeface="Montserrat SemiBold" pitchFamily="2" charset="0"/>
              </a:defRPr>
            </a:lvl1pPr>
          </a:lstStyle>
          <a:p>
            <a:pPr lvl="0"/>
            <a:r>
              <a:rPr lang="en-US"/>
              <a:t>Click to edit Master text styles</a:t>
            </a:r>
          </a:p>
        </p:txBody>
      </p:sp>
      <p:sp>
        <p:nvSpPr>
          <p:cNvPr id="6" name="Picture Placeholder 5">
            <a:extLst>
              <a:ext uri="{FF2B5EF4-FFF2-40B4-BE49-F238E27FC236}">
                <a16:creationId xmlns:a16="http://schemas.microsoft.com/office/drawing/2014/main" id="{37581D1D-5EAE-4A54-A05E-CABE73051D3B}"/>
              </a:ext>
            </a:extLst>
          </p:cNvPr>
          <p:cNvSpPr>
            <a:spLocks noGrp="1"/>
          </p:cNvSpPr>
          <p:nvPr>
            <p:ph type="pic" sz="quarter" idx="14" hasCustomPrompt="1"/>
          </p:nvPr>
        </p:nvSpPr>
        <p:spPr>
          <a:xfrm>
            <a:off x="5501164" y="353936"/>
            <a:ext cx="3348683" cy="4110908"/>
          </a:xfrm>
          <a:prstGeom prst="roundRect">
            <a:avLst>
              <a:gd name="adj" fmla="val 1612"/>
            </a:avLst>
          </a:prstGeom>
        </p:spPr>
        <p:txBody>
          <a:bodyPr anchor="ctr">
            <a:normAutofit/>
          </a:bodyPr>
          <a:lstStyle>
            <a:lvl1pPr marL="0" indent="0" algn="ctr">
              <a:buNone/>
              <a:defRPr sz="1200">
                <a:solidFill>
                  <a:srgbClr val="000000"/>
                </a:solidFill>
                <a:latin typeface="Montserrat" panose="00000500000000000000" pitchFamily="2" charset="0"/>
              </a:defRPr>
            </a:lvl1pPr>
          </a:lstStyle>
          <a:p>
            <a:r>
              <a:rPr lang="en-NL"/>
              <a:t>Click here to add an image</a:t>
            </a:r>
          </a:p>
          <a:p>
            <a:endParaRPr lang="en-NL"/>
          </a:p>
          <a:p>
            <a:endParaRPr lang="en-NL"/>
          </a:p>
        </p:txBody>
      </p:sp>
      <p:sp>
        <p:nvSpPr>
          <p:cNvPr id="9" name="Text Placeholder 5">
            <a:extLst>
              <a:ext uri="{FF2B5EF4-FFF2-40B4-BE49-F238E27FC236}">
                <a16:creationId xmlns:a16="http://schemas.microsoft.com/office/drawing/2014/main" id="{26BC8A62-F5B1-434F-9116-260E0EED5724}"/>
              </a:ext>
            </a:extLst>
          </p:cNvPr>
          <p:cNvSpPr>
            <a:spLocks noGrp="1"/>
          </p:cNvSpPr>
          <p:nvPr>
            <p:ph type="body" sz="quarter" idx="11"/>
          </p:nvPr>
        </p:nvSpPr>
        <p:spPr>
          <a:xfrm>
            <a:off x="237600" y="987029"/>
            <a:ext cx="4257894" cy="3477815"/>
          </a:xfrm>
          <a:prstGeom prst="rect">
            <a:avLst/>
          </a:prstGeom>
        </p:spPr>
        <p:txBody>
          <a:bodyPr/>
          <a:lstStyle>
            <a:lvl1pPr marL="0" indent="0">
              <a:buNone/>
              <a:defRPr>
                <a:solidFill>
                  <a:srgbClr val="000000"/>
                </a:solidFill>
              </a:defRPr>
            </a:lvl1pPr>
          </a:lstStyle>
          <a:p>
            <a:pPr lvl="0"/>
            <a:r>
              <a:rPr lang="en-US"/>
              <a:t>Click to edit Master text styles</a:t>
            </a:r>
          </a:p>
        </p:txBody>
      </p:sp>
    </p:spTree>
    <p:extLst>
      <p:ext uri="{BB962C8B-B14F-4D97-AF65-F5344CB8AC3E}">
        <p14:creationId xmlns:p14="http://schemas.microsoft.com/office/powerpoint/2010/main" val="30449281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One column - big imag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600" y="353937"/>
            <a:ext cx="3136061" cy="507831"/>
          </a:xfrm>
          <a:prstGeom prst="rect">
            <a:avLst/>
          </a:prstGeom>
        </p:spPr>
        <p:txBody>
          <a:bodyPr anchor="t">
            <a:spAutoFit/>
          </a:bodyPr>
          <a:lstStyle>
            <a:lvl1pPr>
              <a:defRPr sz="1650">
                <a:solidFill>
                  <a:srgbClr val="000000"/>
                </a:solidFill>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601" y="623198"/>
            <a:ext cx="3136781" cy="276999"/>
          </a:xfrm>
          <a:prstGeom prst="rect">
            <a:avLst/>
          </a:prstGeom>
        </p:spPr>
        <p:txBody>
          <a:bodyPr>
            <a:spAutoFit/>
          </a:bodyPr>
          <a:lstStyle>
            <a:lvl1pPr marL="0" indent="0">
              <a:buNone/>
              <a:defRPr sz="1200">
                <a:solidFill>
                  <a:srgbClr val="000000"/>
                </a:solidFill>
                <a:latin typeface="Montserrat SemiBold" pitchFamily="2" charset="0"/>
              </a:defRPr>
            </a:lvl1pPr>
          </a:lstStyle>
          <a:p>
            <a:pPr lvl="0"/>
            <a:r>
              <a:rPr lang="en-US"/>
              <a:t>Click to edit Master text styles</a:t>
            </a:r>
          </a:p>
        </p:txBody>
      </p:sp>
      <p:sp>
        <p:nvSpPr>
          <p:cNvPr id="6" name="Picture Placeholder 5">
            <a:extLst>
              <a:ext uri="{FF2B5EF4-FFF2-40B4-BE49-F238E27FC236}">
                <a16:creationId xmlns:a16="http://schemas.microsoft.com/office/drawing/2014/main" id="{37581D1D-5EAE-4A54-A05E-CABE73051D3B}"/>
              </a:ext>
            </a:extLst>
          </p:cNvPr>
          <p:cNvSpPr>
            <a:spLocks noGrp="1"/>
          </p:cNvSpPr>
          <p:nvPr>
            <p:ph type="pic" sz="quarter" idx="14" hasCustomPrompt="1"/>
          </p:nvPr>
        </p:nvSpPr>
        <p:spPr>
          <a:xfrm>
            <a:off x="3685064" y="353936"/>
            <a:ext cx="5164061" cy="4110908"/>
          </a:xfrm>
          <a:prstGeom prst="roundRect">
            <a:avLst>
              <a:gd name="adj" fmla="val 1612"/>
            </a:avLst>
          </a:prstGeom>
        </p:spPr>
        <p:txBody>
          <a:bodyPr anchor="ctr">
            <a:normAutofit/>
          </a:bodyPr>
          <a:lstStyle>
            <a:lvl1pPr marL="0" indent="0" algn="ctr">
              <a:buNone/>
              <a:defRPr sz="1200">
                <a:solidFill>
                  <a:srgbClr val="000000"/>
                </a:solidFill>
                <a:latin typeface="Montserrat" panose="00000500000000000000" pitchFamily="2" charset="0"/>
              </a:defRPr>
            </a:lvl1pPr>
          </a:lstStyle>
          <a:p>
            <a:r>
              <a:rPr lang="en-NL"/>
              <a:t>Click here to add an image</a:t>
            </a:r>
          </a:p>
          <a:p>
            <a:endParaRPr lang="en-NL"/>
          </a:p>
          <a:p>
            <a:endParaRPr lang="en-NL"/>
          </a:p>
        </p:txBody>
      </p:sp>
      <p:sp>
        <p:nvSpPr>
          <p:cNvPr id="8" name="Text Placeholder 5">
            <a:extLst>
              <a:ext uri="{FF2B5EF4-FFF2-40B4-BE49-F238E27FC236}">
                <a16:creationId xmlns:a16="http://schemas.microsoft.com/office/drawing/2014/main" id="{FB9542F9-32A5-410D-9629-E8AEBA046707}"/>
              </a:ext>
            </a:extLst>
          </p:cNvPr>
          <p:cNvSpPr>
            <a:spLocks noGrp="1"/>
          </p:cNvSpPr>
          <p:nvPr>
            <p:ph type="body" sz="quarter" idx="11"/>
          </p:nvPr>
        </p:nvSpPr>
        <p:spPr>
          <a:xfrm>
            <a:off x="237600" y="987029"/>
            <a:ext cx="3136061" cy="3477815"/>
          </a:xfrm>
          <a:prstGeom prst="rect">
            <a:avLst/>
          </a:prstGeom>
        </p:spPr>
        <p:txBody>
          <a:bodyPr/>
          <a:lstStyle>
            <a:lvl1pPr marL="0" indent="0">
              <a:buNone/>
              <a:defRPr>
                <a:solidFill>
                  <a:srgbClr val="000000"/>
                </a:solidFill>
              </a:defRPr>
            </a:lvl1pPr>
          </a:lstStyle>
          <a:p>
            <a:pPr lvl="0"/>
            <a:r>
              <a:rPr lang="en-US"/>
              <a:t>Click to edit Master text styles</a:t>
            </a:r>
          </a:p>
        </p:txBody>
      </p:sp>
    </p:spTree>
    <p:extLst>
      <p:ext uri="{BB962C8B-B14F-4D97-AF65-F5344CB8AC3E}">
        <p14:creationId xmlns:p14="http://schemas.microsoft.com/office/powerpoint/2010/main" val="4054566945"/>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One column - chart right">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600" y="353937"/>
            <a:ext cx="8613000" cy="257428"/>
          </a:xfrm>
          <a:prstGeom prst="rect">
            <a:avLst/>
          </a:prstGeom>
        </p:spPr>
        <p:txBody>
          <a:bodyPr anchor="t">
            <a:spAutoFit/>
          </a:bodyPr>
          <a:lstStyle>
            <a:lvl1pPr>
              <a:defRPr sz="1650">
                <a:solidFill>
                  <a:srgbClr val="000000"/>
                </a:solidFill>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600" y="623198"/>
            <a:ext cx="8613000" cy="276999"/>
          </a:xfrm>
          <a:prstGeom prst="rect">
            <a:avLst/>
          </a:prstGeom>
        </p:spPr>
        <p:txBody>
          <a:bodyPr>
            <a:spAutoFit/>
          </a:bodyPr>
          <a:lstStyle>
            <a:lvl1pPr marL="0" indent="0">
              <a:buNone/>
              <a:defRPr sz="1200">
                <a:solidFill>
                  <a:srgbClr val="000000"/>
                </a:solidFill>
                <a:latin typeface="Montserrat SemiBold" pitchFamily="2" charset="0"/>
              </a:defRPr>
            </a:lvl1pPr>
          </a:lstStyle>
          <a:p>
            <a:pPr lvl="0"/>
            <a:r>
              <a:rPr lang="en-US"/>
              <a:t>Click to edit Master text styles</a:t>
            </a:r>
          </a:p>
        </p:txBody>
      </p:sp>
      <p:sp>
        <p:nvSpPr>
          <p:cNvPr id="7" name="Chart Placeholder 6">
            <a:extLst>
              <a:ext uri="{FF2B5EF4-FFF2-40B4-BE49-F238E27FC236}">
                <a16:creationId xmlns:a16="http://schemas.microsoft.com/office/drawing/2014/main" id="{6C72E7BA-6D3C-4D6A-9EA0-061F3E9E8324}"/>
              </a:ext>
            </a:extLst>
          </p:cNvPr>
          <p:cNvSpPr>
            <a:spLocks noGrp="1"/>
          </p:cNvSpPr>
          <p:nvPr>
            <p:ph type="chart" sz="quarter" idx="15" hasCustomPrompt="1"/>
          </p:nvPr>
        </p:nvSpPr>
        <p:spPr>
          <a:xfrm>
            <a:off x="4065529" y="987574"/>
            <a:ext cx="4785071" cy="3477422"/>
          </a:xfrm>
          <a:prstGeom prst="rect">
            <a:avLst/>
          </a:prstGeom>
        </p:spPr>
        <p:txBody>
          <a:bodyPr anchor="ctr">
            <a:normAutofit/>
          </a:bodyPr>
          <a:lstStyle>
            <a:lvl1pPr marL="0" indent="0" algn="ctr">
              <a:buNone/>
              <a:defRPr sz="1200">
                <a:solidFill>
                  <a:srgbClr val="000000"/>
                </a:solidFill>
                <a:latin typeface="Montserrat" panose="00000500000000000000" pitchFamily="2" charset="0"/>
              </a:defRPr>
            </a:lvl1pPr>
          </a:lstStyle>
          <a:p>
            <a:r>
              <a:rPr lang="en-NL"/>
              <a:t>Placeholder for chart</a:t>
            </a:r>
            <a:endParaRPr lang="nl-NL"/>
          </a:p>
        </p:txBody>
      </p:sp>
      <p:sp>
        <p:nvSpPr>
          <p:cNvPr id="8" name="Text Placeholder 5">
            <a:extLst>
              <a:ext uri="{FF2B5EF4-FFF2-40B4-BE49-F238E27FC236}">
                <a16:creationId xmlns:a16="http://schemas.microsoft.com/office/drawing/2014/main" id="{056049E1-8871-4DD9-80BA-F04283E24506}"/>
              </a:ext>
            </a:extLst>
          </p:cNvPr>
          <p:cNvSpPr>
            <a:spLocks noGrp="1"/>
          </p:cNvSpPr>
          <p:nvPr>
            <p:ph type="body" sz="quarter" idx="11"/>
          </p:nvPr>
        </p:nvSpPr>
        <p:spPr>
          <a:xfrm>
            <a:off x="237600" y="987029"/>
            <a:ext cx="3530752" cy="3477815"/>
          </a:xfrm>
          <a:prstGeom prst="rect">
            <a:avLst/>
          </a:prstGeom>
        </p:spPr>
        <p:txBody>
          <a:bodyPr/>
          <a:lstStyle>
            <a:lvl1pPr marL="0" indent="0">
              <a:buNone/>
              <a:defRPr>
                <a:solidFill>
                  <a:srgbClr val="000000"/>
                </a:solidFill>
              </a:defRPr>
            </a:lvl1pPr>
          </a:lstStyle>
          <a:p>
            <a:pPr lvl="0"/>
            <a:r>
              <a:rPr lang="en-US"/>
              <a:t>Click to edit Master text styles</a:t>
            </a:r>
          </a:p>
        </p:txBody>
      </p:sp>
    </p:spTree>
    <p:extLst>
      <p:ext uri="{BB962C8B-B14F-4D97-AF65-F5344CB8AC3E}">
        <p14:creationId xmlns:p14="http://schemas.microsoft.com/office/powerpoint/2010/main" val="3630041830"/>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One column - chart left">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599" y="353937"/>
            <a:ext cx="8613000" cy="257428"/>
          </a:xfrm>
          <a:prstGeom prst="rect">
            <a:avLst/>
          </a:prstGeom>
        </p:spPr>
        <p:txBody>
          <a:bodyPr anchor="t">
            <a:spAutoFit/>
          </a:bodyPr>
          <a:lstStyle>
            <a:lvl1pPr>
              <a:defRPr sz="1650">
                <a:solidFill>
                  <a:srgbClr val="000000"/>
                </a:solidFill>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599" y="623198"/>
            <a:ext cx="8613000" cy="276999"/>
          </a:xfrm>
          <a:prstGeom prst="rect">
            <a:avLst/>
          </a:prstGeom>
        </p:spPr>
        <p:txBody>
          <a:bodyPr>
            <a:spAutoFit/>
          </a:bodyPr>
          <a:lstStyle>
            <a:lvl1pPr marL="0" indent="0">
              <a:buNone/>
              <a:defRPr sz="1200">
                <a:solidFill>
                  <a:srgbClr val="000000"/>
                </a:solidFill>
                <a:latin typeface="Montserrat SemiBold" pitchFamily="2" charset="0"/>
              </a:defRPr>
            </a:lvl1pPr>
          </a:lstStyle>
          <a:p>
            <a:pPr lvl="0"/>
            <a:r>
              <a:rPr lang="en-US"/>
              <a:t>Click to edit Master text styles</a:t>
            </a:r>
          </a:p>
        </p:txBody>
      </p:sp>
      <p:sp>
        <p:nvSpPr>
          <p:cNvPr id="7" name="Chart Placeholder 6">
            <a:extLst>
              <a:ext uri="{FF2B5EF4-FFF2-40B4-BE49-F238E27FC236}">
                <a16:creationId xmlns:a16="http://schemas.microsoft.com/office/drawing/2014/main" id="{6C72E7BA-6D3C-4D6A-9EA0-061F3E9E8324}"/>
              </a:ext>
            </a:extLst>
          </p:cNvPr>
          <p:cNvSpPr>
            <a:spLocks noGrp="1"/>
          </p:cNvSpPr>
          <p:nvPr>
            <p:ph type="chart" sz="quarter" idx="15" hasCustomPrompt="1"/>
          </p:nvPr>
        </p:nvSpPr>
        <p:spPr>
          <a:xfrm>
            <a:off x="310754" y="987574"/>
            <a:ext cx="3777936" cy="3477422"/>
          </a:xfrm>
          <a:prstGeom prst="rect">
            <a:avLst/>
          </a:prstGeom>
        </p:spPr>
        <p:txBody>
          <a:bodyPr anchor="ctr">
            <a:normAutofit/>
          </a:bodyPr>
          <a:lstStyle>
            <a:lvl1pPr marL="0" indent="0" algn="ctr">
              <a:buNone/>
              <a:defRPr sz="1200">
                <a:solidFill>
                  <a:srgbClr val="000000"/>
                </a:solidFill>
                <a:latin typeface="Montserrat" panose="00000500000000000000" pitchFamily="2" charset="0"/>
              </a:defRPr>
            </a:lvl1pPr>
          </a:lstStyle>
          <a:p>
            <a:r>
              <a:rPr lang="en-NL"/>
              <a:t>Placeholder for chart</a:t>
            </a:r>
            <a:endParaRPr lang="nl-NL"/>
          </a:p>
        </p:txBody>
      </p:sp>
      <p:sp>
        <p:nvSpPr>
          <p:cNvPr id="8" name="Text Placeholder 5">
            <a:extLst>
              <a:ext uri="{FF2B5EF4-FFF2-40B4-BE49-F238E27FC236}">
                <a16:creationId xmlns:a16="http://schemas.microsoft.com/office/drawing/2014/main" id="{DDA4C3D8-8F24-457D-A0D3-C853BE2888F2}"/>
              </a:ext>
            </a:extLst>
          </p:cNvPr>
          <p:cNvSpPr>
            <a:spLocks noGrp="1"/>
          </p:cNvSpPr>
          <p:nvPr>
            <p:ph type="body" sz="quarter" idx="11"/>
          </p:nvPr>
        </p:nvSpPr>
        <p:spPr>
          <a:xfrm>
            <a:off x="4641529" y="987378"/>
            <a:ext cx="4209071" cy="3477422"/>
          </a:xfrm>
          <a:prstGeom prst="rect">
            <a:avLst/>
          </a:prstGeom>
        </p:spPr>
        <p:txBody>
          <a:bodyPr/>
          <a:lstStyle>
            <a:lvl1pPr marL="0" indent="0">
              <a:buNone/>
              <a:defRPr>
                <a:solidFill>
                  <a:srgbClr val="000000"/>
                </a:solidFill>
              </a:defRPr>
            </a:lvl1pPr>
          </a:lstStyle>
          <a:p>
            <a:pPr lvl="0"/>
            <a:r>
              <a:rPr lang="en-US"/>
              <a:t>Click to edit Master text styles</a:t>
            </a:r>
          </a:p>
        </p:txBody>
      </p:sp>
    </p:spTree>
    <p:extLst>
      <p:ext uri="{BB962C8B-B14F-4D97-AF65-F5344CB8AC3E}">
        <p14:creationId xmlns:p14="http://schemas.microsoft.com/office/powerpoint/2010/main" val="2115340243"/>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Four images + four text blocks">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600" y="353937"/>
            <a:ext cx="8613000" cy="257428"/>
          </a:xfrm>
          <a:prstGeom prst="rect">
            <a:avLst/>
          </a:prstGeom>
        </p:spPr>
        <p:txBody>
          <a:bodyPr anchor="t">
            <a:spAutoFit/>
          </a:bodyPr>
          <a:lstStyle>
            <a:lvl1pPr>
              <a:defRPr sz="1650">
                <a:solidFill>
                  <a:srgbClr val="000000"/>
                </a:solidFill>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600" y="623198"/>
            <a:ext cx="8613000" cy="276999"/>
          </a:xfrm>
          <a:prstGeom prst="rect">
            <a:avLst/>
          </a:prstGeom>
        </p:spPr>
        <p:txBody>
          <a:bodyPr>
            <a:spAutoFit/>
          </a:bodyPr>
          <a:lstStyle>
            <a:lvl1pPr marL="0" indent="0">
              <a:buNone/>
              <a:defRPr sz="1200">
                <a:solidFill>
                  <a:srgbClr val="000000"/>
                </a:solidFill>
                <a:latin typeface="Montserrat SemiBold" pitchFamily="2" charset="0"/>
              </a:defRPr>
            </a:lvl1pPr>
          </a:lstStyle>
          <a:p>
            <a:pPr lvl="0"/>
            <a:r>
              <a:rPr lang="en-US"/>
              <a:t>Click to edit Master text styles</a:t>
            </a:r>
          </a:p>
        </p:txBody>
      </p:sp>
      <p:sp>
        <p:nvSpPr>
          <p:cNvPr id="10" name="Picture Placeholder 5">
            <a:extLst>
              <a:ext uri="{FF2B5EF4-FFF2-40B4-BE49-F238E27FC236}">
                <a16:creationId xmlns:a16="http://schemas.microsoft.com/office/drawing/2014/main" id="{4DA07A1E-7E43-40F2-95A9-1DAE8473B2B8}"/>
              </a:ext>
            </a:extLst>
          </p:cNvPr>
          <p:cNvSpPr>
            <a:spLocks noGrp="1"/>
          </p:cNvSpPr>
          <p:nvPr>
            <p:ph type="pic" sz="quarter" idx="14" hasCustomPrompt="1"/>
          </p:nvPr>
        </p:nvSpPr>
        <p:spPr>
          <a:xfrm>
            <a:off x="310754" y="1072474"/>
            <a:ext cx="1552735" cy="1597769"/>
          </a:xfrm>
          <a:prstGeom prst="roundRect">
            <a:avLst>
              <a:gd name="adj" fmla="val 6780"/>
            </a:avLst>
          </a:prstGeom>
        </p:spPr>
        <p:txBody>
          <a:bodyPr anchor="ctr">
            <a:normAutofit/>
          </a:bodyPr>
          <a:lstStyle>
            <a:lvl1pPr marL="0" indent="0" algn="ctr">
              <a:buNone/>
              <a:defRPr sz="1200">
                <a:solidFill>
                  <a:srgbClr val="000000"/>
                </a:solidFill>
                <a:latin typeface="Montserrat" panose="00000500000000000000" pitchFamily="2" charset="0"/>
              </a:defRPr>
            </a:lvl1pPr>
          </a:lstStyle>
          <a:p>
            <a:r>
              <a:rPr lang="en-NL"/>
              <a:t>Click here to add an image</a:t>
            </a:r>
          </a:p>
          <a:p>
            <a:endParaRPr lang="en-NL"/>
          </a:p>
          <a:p>
            <a:endParaRPr lang="en-NL"/>
          </a:p>
        </p:txBody>
      </p:sp>
      <p:sp>
        <p:nvSpPr>
          <p:cNvPr id="20" name="Picture Placeholder 5">
            <a:extLst>
              <a:ext uri="{FF2B5EF4-FFF2-40B4-BE49-F238E27FC236}">
                <a16:creationId xmlns:a16="http://schemas.microsoft.com/office/drawing/2014/main" id="{BA3582E0-15F7-4939-B5EE-0DCB1F5EB669}"/>
              </a:ext>
            </a:extLst>
          </p:cNvPr>
          <p:cNvSpPr>
            <a:spLocks noGrp="1"/>
          </p:cNvSpPr>
          <p:nvPr>
            <p:ph type="pic" sz="quarter" idx="20" hasCustomPrompt="1"/>
          </p:nvPr>
        </p:nvSpPr>
        <p:spPr>
          <a:xfrm>
            <a:off x="4719389" y="1072474"/>
            <a:ext cx="1552735" cy="1597769"/>
          </a:xfrm>
          <a:prstGeom prst="roundRect">
            <a:avLst>
              <a:gd name="adj" fmla="val 6780"/>
            </a:avLst>
          </a:prstGeom>
        </p:spPr>
        <p:txBody>
          <a:bodyPr anchor="ctr">
            <a:normAutofit/>
          </a:bodyPr>
          <a:lstStyle>
            <a:lvl1pPr marL="0" indent="0" algn="ctr">
              <a:buNone/>
              <a:defRPr sz="1200">
                <a:solidFill>
                  <a:srgbClr val="000000"/>
                </a:solidFill>
                <a:latin typeface="Montserrat" panose="00000500000000000000" pitchFamily="2" charset="0"/>
              </a:defRPr>
            </a:lvl1pPr>
          </a:lstStyle>
          <a:p>
            <a:r>
              <a:rPr lang="en-NL"/>
              <a:t>Click here to add an image</a:t>
            </a:r>
          </a:p>
          <a:p>
            <a:endParaRPr lang="en-NL"/>
          </a:p>
          <a:p>
            <a:endParaRPr lang="en-NL"/>
          </a:p>
        </p:txBody>
      </p:sp>
      <p:sp>
        <p:nvSpPr>
          <p:cNvPr id="24" name="Picture Placeholder 5">
            <a:extLst>
              <a:ext uri="{FF2B5EF4-FFF2-40B4-BE49-F238E27FC236}">
                <a16:creationId xmlns:a16="http://schemas.microsoft.com/office/drawing/2014/main" id="{B75F2EC0-3A73-4ED4-A42B-B55C74D832F1}"/>
              </a:ext>
            </a:extLst>
          </p:cNvPr>
          <p:cNvSpPr>
            <a:spLocks noGrp="1"/>
          </p:cNvSpPr>
          <p:nvPr>
            <p:ph type="pic" sz="quarter" idx="22" hasCustomPrompt="1"/>
          </p:nvPr>
        </p:nvSpPr>
        <p:spPr>
          <a:xfrm>
            <a:off x="310754" y="2870192"/>
            <a:ext cx="1552735" cy="1597769"/>
          </a:xfrm>
          <a:prstGeom prst="roundRect">
            <a:avLst>
              <a:gd name="adj" fmla="val 6780"/>
            </a:avLst>
          </a:prstGeom>
        </p:spPr>
        <p:txBody>
          <a:bodyPr anchor="ctr">
            <a:normAutofit/>
          </a:bodyPr>
          <a:lstStyle>
            <a:lvl1pPr marL="0" indent="0" algn="ctr">
              <a:buNone/>
              <a:defRPr sz="1200">
                <a:solidFill>
                  <a:srgbClr val="000000"/>
                </a:solidFill>
                <a:latin typeface="Montserrat" panose="00000500000000000000" pitchFamily="2" charset="0"/>
              </a:defRPr>
            </a:lvl1pPr>
          </a:lstStyle>
          <a:p>
            <a:r>
              <a:rPr lang="en-NL"/>
              <a:t>Click here to add an image</a:t>
            </a:r>
          </a:p>
          <a:p>
            <a:endParaRPr lang="en-NL"/>
          </a:p>
          <a:p>
            <a:endParaRPr lang="en-NL"/>
          </a:p>
        </p:txBody>
      </p:sp>
      <p:sp>
        <p:nvSpPr>
          <p:cNvPr id="26" name="Picture Placeholder 5">
            <a:extLst>
              <a:ext uri="{FF2B5EF4-FFF2-40B4-BE49-F238E27FC236}">
                <a16:creationId xmlns:a16="http://schemas.microsoft.com/office/drawing/2014/main" id="{5AF3F779-9DC3-4AAF-AE3B-9FE0C5FA02B0}"/>
              </a:ext>
            </a:extLst>
          </p:cNvPr>
          <p:cNvSpPr>
            <a:spLocks noGrp="1"/>
          </p:cNvSpPr>
          <p:nvPr>
            <p:ph type="pic" sz="quarter" idx="24" hasCustomPrompt="1"/>
          </p:nvPr>
        </p:nvSpPr>
        <p:spPr>
          <a:xfrm>
            <a:off x="4719389" y="2870192"/>
            <a:ext cx="1552735" cy="1597769"/>
          </a:xfrm>
          <a:prstGeom prst="roundRect">
            <a:avLst>
              <a:gd name="adj" fmla="val 6780"/>
            </a:avLst>
          </a:prstGeom>
        </p:spPr>
        <p:txBody>
          <a:bodyPr anchor="ctr">
            <a:normAutofit/>
          </a:bodyPr>
          <a:lstStyle>
            <a:lvl1pPr marL="0" indent="0" algn="ctr">
              <a:buNone/>
              <a:defRPr sz="1200">
                <a:solidFill>
                  <a:srgbClr val="000000"/>
                </a:solidFill>
                <a:latin typeface="Montserrat" panose="00000500000000000000" pitchFamily="2" charset="0"/>
              </a:defRPr>
            </a:lvl1pPr>
          </a:lstStyle>
          <a:p>
            <a:r>
              <a:rPr lang="en-NL"/>
              <a:t>Click here to add an image</a:t>
            </a:r>
          </a:p>
          <a:p>
            <a:endParaRPr lang="en-NL"/>
          </a:p>
          <a:p>
            <a:endParaRPr lang="en-NL"/>
          </a:p>
        </p:txBody>
      </p:sp>
      <p:sp>
        <p:nvSpPr>
          <p:cNvPr id="14" name="Text Placeholder 4">
            <a:extLst>
              <a:ext uri="{FF2B5EF4-FFF2-40B4-BE49-F238E27FC236}">
                <a16:creationId xmlns:a16="http://schemas.microsoft.com/office/drawing/2014/main" id="{033AC978-A238-4386-8624-0CCD5A155122}"/>
              </a:ext>
            </a:extLst>
          </p:cNvPr>
          <p:cNvSpPr>
            <a:spLocks noGrp="1"/>
          </p:cNvSpPr>
          <p:nvPr>
            <p:ph type="body" sz="quarter" idx="38"/>
          </p:nvPr>
        </p:nvSpPr>
        <p:spPr bwMode="invGray">
          <a:xfrm>
            <a:off x="2104287" y="1072474"/>
            <a:ext cx="2349000" cy="1597768"/>
          </a:xfrm>
          <a:prstGeom prst="rect">
            <a:avLst/>
          </a:prstGeom>
        </p:spPr>
        <p:txBody>
          <a:bodyPr>
            <a:normAutofit/>
          </a:bodyPr>
          <a:lstStyle>
            <a:lvl1pPr marL="0" indent="0">
              <a:buNone/>
              <a:defRPr sz="1050">
                <a:solidFill>
                  <a:srgbClr val="000000"/>
                </a:solidFill>
                <a:latin typeface="Montserrat Regular" panose="00000500000000000000" pitchFamily="2" charset="0"/>
              </a:defRPr>
            </a:lvl1pPr>
          </a:lstStyle>
          <a:p>
            <a:pPr lvl="0"/>
            <a:r>
              <a:rPr lang="en-US"/>
              <a:t>Click to edit Master text styles</a:t>
            </a:r>
          </a:p>
        </p:txBody>
      </p:sp>
      <p:sp>
        <p:nvSpPr>
          <p:cNvPr id="17" name="Text Placeholder 4">
            <a:extLst>
              <a:ext uri="{FF2B5EF4-FFF2-40B4-BE49-F238E27FC236}">
                <a16:creationId xmlns:a16="http://schemas.microsoft.com/office/drawing/2014/main" id="{47AFCE78-5C36-44C8-91C8-92D9BA8B2A07}"/>
              </a:ext>
            </a:extLst>
          </p:cNvPr>
          <p:cNvSpPr>
            <a:spLocks noGrp="1"/>
          </p:cNvSpPr>
          <p:nvPr>
            <p:ph type="body" sz="quarter" idx="39"/>
          </p:nvPr>
        </p:nvSpPr>
        <p:spPr bwMode="invGray">
          <a:xfrm>
            <a:off x="2104287" y="2870192"/>
            <a:ext cx="2349000" cy="1597768"/>
          </a:xfrm>
          <a:prstGeom prst="rect">
            <a:avLst/>
          </a:prstGeom>
        </p:spPr>
        <p:txBody>
          <a:bodyPr>
            <a:normAutofit/>
          </a:bodyPr>
          <a:lstStyle>
            <a:lvl1pPr marL="0" indent="0">
              <a:buNone/>
              <a:defRPr sz="1050">
                <a:solidFill>
                  <a:srgbClr val="000000"/>
                </a:solidFill>
                <a:latin typeface="Montserrat Regular" panose="00000500000000000000" pitchFamily="2" charset="0"/>
              </a:defRPr>
            </a:lvl1pPr>
          </a:lstStyle>
          <a:p>
            <a:pPr lvl="0"/>
            <a:r>
              <a:rPr lang="en-US"/>
              <a:t>Click to edit Master text styles</a:t>
            </a:r>
          </a:p>
        </p:txBody>
      </p:sp>
      <p:sp>
        <p:nvSpPr>
          <p:cNvPr id="18" name="Text Placeholder 4">
            <a:extLst>
              <a:ext uri="{FF2B5EF4-FFF2-40B4-BE49-F238E27FC236}">
                <a16:creationId xmlns:a16="http://schemas.microsoft.com/office/drawing/2014/main" id="{B1908094-B0A8-4A77-A781-2F7092A350B6}"/>
              </a:ext>
            </a:extLst>
          </p:cNvPr>
          <p:cNvSpPr>
            <a:spLocks noGrp="1"/>
          </p:cNvSpPr>
          <p:nvPr>
            <p:ph type="body" sz="quarter" idx="40"/>
          </p:nvPr>
        </p:nvSpPr>
        <p:spPr bwMode="invGray">
          <a:xfrm>
            <a:off x="6501600" y="1072474"/>
            <a:ext cx="2349000" cy="1597769"/>
          </a:xfrm>
          <a:prstGeom prst="rect">
            <a:avLst/>
          </a:prstGeom>
        </p:spPr>
        <p:txBody>
          <a:bodyPr>
            <a:normAutofit/>
          </a:bodyPr>
          <a:lstStyle>
            <a:lvl1pPr marL="0" indent="0">
              <a:buNone/>
              <a:defRPr sz="1050">
                <a:solidFill>
                  <a:srgbClr val="000000"/>
                </a:solidFill>
                <a:latin typeface="Montserrat Regular" panose="00000500000000000000" pitchFamily="2" charset="0"/>
              </a:defRPr>
            </a:lvl1pPr>
          </a:lstStyle>
          <a:p>
            <a:pPr lvl="0"/>
            <a:r>
              <a:rPr lang="en-US"/>
              <a:t>Click to edit Master text styles</a:t>
            </a:r>
          </a:p>
        </p:txBody>
      </p:sp>
      <p:sp>
        <p:nvSpPr>
          <p:cNvPr id="21" name="Text Placeholder 4">
            <a:extLst>
              <a:ext uri="{FF2B5EF4-FFF2-40B4-BE49-F238E27FC236}">
                <a16:creationId xmlns:a16="http://schemas.microsoft.com/office/drawing/2014/main" id="{FBDCD943-E55C-4177-BFF5-0964EED39798}"/>
              </a:ext>
            </a:extLst>
          </p:cNvPr>
          <p:cNvSpPr>
            <a:spLocks noGrp="1"/>
          </p:cNvSpPr>
          <p:nvPr>
            <p:ph type="body" sz="quarter" idx="41"/>
          </p:nvPr>
        </p:nvSpPr>
        <p:spPr bwMode="invGray">
          <a:xfrm>
            <a:off x="6501600" y="2870192"/>
            <a:ext cx="2349000" cy="1597768"/>
          </a:xfrm>
          <a:prstGeom prst="rect">
            <a:avLst/>
          </a:prstGeom>
        </p:spPr>
        <p:txBody>
          <a:bodyPr>
            <a:normAutofit/>
          </a:bodyPr>
          <a:lstStyle>
            <a:lvl1pPr marL="0" indent="0">
              <a:buNone/>
              <a:defRPr sz="1050">
                <a:solidFill>
                  <a:srgbClr val="000000"/>
                </a:solidFill>
                <a:latin typeface="Montserrat Regular" panose="00000500000000000000" pitchFamily="2" charset="0"/>
              </a:defRPr>
            </a:lvl1pPr>
          </a:lstStyle>
          <a:p>
            <a:pPr lvl="0"/>
            <a:r>
              <a:rPr lang="en-US"/>
              <a:t>Click to edit Master text styles</a:t>
            </a:r>
          </a:p>
        </p:txBody>
      </p:sp>
    </p:spTree>
    <p:extLst>
      <p:ext uri="{BB962C8B-B14F-4D97-AF65-F5344CB8AC3E}">
        <p14:creationId xmlns:p14="http://schemas.microsoft.com/office/powerpoint/2010/main" val="2705389750"/>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Four highlight blocks + four text blocks">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599" y="353937"/>
            <a:ext cx="8613000" cy="257428"/>
          </a:xfrm>
          <a:prstGeom prst="rect">
            <a:avLst/>
          </a:prstGeom>
        </p:spPr>
        <p:txBody>
          <a:bodyPr anchor="t">
            <a:spAutoFit/>
          </a:bodyPr>
          <a:lstStyle>
            <a:lvl1pPr>
              <a:defRPr sz="1650">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599" y="623198"/>
            <a:ext cx="8613000" cy="276999"/>
          </a:xfrm>
          <a:prstGeom prst="rect">
            <a:avLst/>
          </a:prstGeom>
        </p:spPr>
        <p:txBody>
          <a:bodyPr>
            <a:spAutoFit/>
          </a:bodyPr>
          <a:lstStyle>
            <a:lvl1pPr marL="0" indent="0">
              <a:buNone/>
              <a:defRPr sz="1200">
                <a:solidFill>
                  <a:srgbClr val="2D2D2D"/>
                </a:solidFill>
                <a:latin typeface="Montserrat SemiBold" pitchFamily="2" charset="0"/>
              </a:defRPr>
            </a:lvl1pPr>
          </a:lstStyle>
          <a:p>
            <a:pPr lvl="0"/>
            <a:r>
              <a:rPr lang="en-US"/>
              <a:t>Click to edit Master text styles</a:t>
            </a:r>
          </a:p>
        </p:txBody>
      </p:sp>
      <p:sp>
        <p:nvSpPr>
          <p:cNvPr id="14" name="Rectangle: Rounded Corners 13">
            <a:extLst>
              <a:ext uri="{FF2B5EF4-FFF2-40B4-BE49-F238E27FC236}">
                <a16:creationId xmlns:a16="http://schemas.microsoft.com/office/drawing/2014/main" id="{E3CA8B58-D28A-433A-8884-CEC98561B5DF}"/>
              </a:ext>
            </a:extLst>
          </p:cNvPr>
          <p:cNvSpPr/>
          <p:nvPr userDrawn="1"/>
        </p:nvSpPr>
        <p:spPr>
          <a:xfrm>
            <a:off x="317083" y="1072474"/>
            <a:ext cx="1552735" cy="1597768"/>
          </a:xfrm>
          <a:prstGeom prst="roundRect">
            <a:avLst>
              <a:gd name="adj" fmla="val 5789"/>
            </a:avLst>
          </a:prstGeom>
          <a:solidFill>
            <a:srgbClr val="2D2D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50"/>
          </a:p>
        </p:txBody>
      </p:sp>
      <p:sp>
        <p:nvSpPr>
          <p:cNvPr id="17" name="Rectangle: Rounded Corners 16">
            <a:extLst>
              <a:ext uri="{FF2B5EF4-FFF2-40B4-BE49-F238E27FC236}">
                <a16:creationId xmlns:a16="http://schemas.microsoft.com/office/drawing/2014/main" id="{F759717C-E81C-4C70-9235-FF3D6ED69F8A}"/>
              </a:ext>
            </a:extLst>
          </p:cNvPr>
          <p:cNvSpPr/>
          <p:nvPr userDrawn="1"/>
        </p:nvSpPr>
        <p:spPr>
          <a:xfrm>
            <a:off x="317083" y="2873442"/>
            <a:ext cx="1552735" cy="1597768"/>
          </a:xfrm>
          <a:prstGeom prst="roundRect">
            <a:avLst>
              <a:gd name="adj" fmla="val 5789"/>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50"/>
          </a:p>
        </p:txBody>
      </p:sp>
      <p:sp>
        <p:nvSpPr>
          <p:cNvPr id="18" name="Text Placeholder 4">
            <a:extLst>
              <a:ext uri="{FF2B5EF4-FFF2-40B4-BE49-F238E27FC236}">
                <a16:creationId xmlns:a16="http://schemas.microsoft.com/office/drawing/2014/main" id="{074D446E-B224-472C-980C-5E05C0359A01}"/>
              </a:ext>
            </a:extLst>
          </p:cNvPr>
          <p:cNvSpPr>
            <a:spLocks noGrp="1"/>
          </p:cNvSpPr>
          <p:nvPr>
            <p:ph type="body" sz="quarter" idx="34"/>
          </p:nvPr>
        </p:nvSpPr>
        <p:spPr bwMode="invGray">
          <a:xfrm>
            <a:off x="463332" y="1223253"/>
            <a:ext cx="1260238" cy="1293779"/>
          </a:xfrm>
          <a:prstGeom prst="rect">
            <a:avLst/>
          </a:prstGeom>
        </p:spPr>
        <p:txBody>
          <a:bodyPr>
            <a:normAutofit/>
          </a:bodyPr>
          <a:lstStyle>
            <a:lvl1pPr marL="0" indent="0">
              <a:buNone/>
              <a:defRPr sz="1050">
                <a:solidFill>
                  <a:schemeClr val="bg1"/>
                </a:solidFill>
                <a:latin typeface="Montserrat Regular" panose="00000500000000000000" pitchFamily="2" charset="0"/>
              </a:defRPr>
            </a:lvl1pPr>
          </a:lstStyle>
          <a:p>
            <a:pPr lvl="0"/>
            <a:r>
              <a:rPr lang="en-US"/>
              <a:t>Click to edit Master text styles</a:t>
            </a:r>
          </a:p>
        </p:txBody>
      </p:sp>
      <p:sp>
        <p:nvSpPr>
          <p:cNvPr id="21" name="Text Placeholder 4">
            <a:extLst>
              <a:ext uri="{FF2B5EF4-FFF2-40B4-BE49-F238E27FC236}">
                <a16:creationId xmlns:a16="http://schemas.microsoft.com/office/drawing/2014/main" id="{74E93D42-A67E-465A-839D-8F565E7FAE97}"/>
              </a:ext>
            </a:extLst>
          </p:cNvPr>
          <p:cNvSpPr>
            <a:spLocks noGrp="1"/>
          </p:cNvSpPr>
          <p:nvPr>
            <p:ph type="body" sz="quarter" idx="36"/>
          </p:nvPr>
        </p:nvSpPr>
        <p:spPr bwMode="invGray">
          <a:xfrm>
            <a:off x="463332" y="3025435"/>
            <a:ext cx="1260238" cy="1293779"/>
          </a:xfrm>
          <a:prstGeom prst="rect">
            <a:avLst/>
          </a:prstGeom>
        </p:spPr>
        <p:txBody>
          <a:bodyPr>
            <a:normAutofit/>
          </a:bodyPr>
          <a:lstStyle>
            <a:lvl1pPr marL="0" indent="0">
              <a:buNone/>
              <a:defRPr sz="1050">
                <a:solidFill>
                  <a:srgbClr val="000000"/>
                </a:solidFill>
                <a:latin typeface="Montserrat Regular" panose="00000500000000000000" pitchFamily="2" charset="0"/>
              </a:defRPr>
            </a:lvl1pPr>
          </a:lstStyle>
          <a:p>
            <a:pPr lvl="0"/>
            <a:r>
              <a:rPr lang="en-US"/>
              <a:t>Click to edit Master text styles</a:t>
            </a:r>
          </a:p>
        </p:txBody>
      </p:sp>
      <p:sp>
        <p:nvSpPr>
          <p:cNvPr id="27" name="Rectangle: Rounded Corners 26">
            <a:extLst>
              <a:ext uri="{FF2B5EF4-FFF2-40B4-BE49-F238E27FC236}">
                <a16:creationId xmlns:a16="http://schemas.microsoft.com/office/drawing/2014/main" id="{1047352F-5E4B-4E67-95C0-019B5ECC2AB2}"/>
              </a:ext>
            </a:extLst>
          </p:cNvPr>
          <p:cNvSpPr/>
          <p:nvPr userDrawn="1"/>
        </p:nvSpPr>
        <p:spPr>
          <a:xfrm>
            <a:off x="4715770" y="1072474"/>
            <a:ext cx="1552735" cy="1597768"/>
          </a:xfrm>
          <a:prstGeom prst="roundRect">
            <a:avLst>
              <a:gd name="adj" fmla="val 5789"/>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50"/>
          </a:p>
        </p:txBody>
      </p:sp>
      <p:sp>
        <p:nvSpPr>
          <p:cNvPr id="28" name="Rectangle: Rounded Corners 27">
            <a:extLst>
              <a:ext uri="{FF2B5EF4-FFF2-40B4-BE49-F238E27FC236}">
                <a16:creationId xmlns:a16="http://schemas.microsoft.com/office/drawing/2014/main" id="{998C8F63-546B-4516-BC2C-7FFA8AFABDB8}"/>
              </a:ext>
            </a:extLst>
          </p:cNvPr>
          <p:cNvSpPr/>
          <p:nvPr userDrawn="1"/>
        </p:nvSpPr>
        <p:spPr>
          <a:xfrm>
            <a:off x="4715769" y="2873442"/>
            <a:ext cx="1552735" cy="1597768"/>
          </a:xfrm>
          <a:prstGeom prst="roundRect">
            <a:avLst>
              <a:gd name="adj" fmla="val 5789"/>
            </a:avLst>
          </a:prstGeom>
          <a:solidFill>
            <a:srgbClr val="002D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50"/>
          </a:p>
        </p:txBody>
      </p:sp>
      <p:sp>
        <p:nvSpPr>
          <p:cNvPr id="29" name="Text Placeholder 4">
            <a:extLst>
              <a:ext uri="{FF2B5EF4-FFF2-40B4-BE49-F238E27FC236}">
                <a16:creationId xmlns:a16="http://schemas.microsoft.com/office/drawing/2014/main" id="{B0E0D8AF-49E6-49E0-9F50-362332B8B924}"/>
              </a:ext>
            </a:extLst>
          </p:cNvPr>
          <p:cNvSpPr>
            <a:spLocks noGrp="1"/>
          </p:cNvSpPr>
          <p:nvPr>
            <p:ph type="body" sz="quarter" idx="35"/>
          </p:nvPr>
        </p:nvSpPr>
        <p:spPr bwMode="invGray">
          <a:xfrm>
            <a:off x="4862019" y="1223253"/>
            <a:ext cx="1260238" cy="1293779"/>
          </a:xfrm>
          <a:prstGeom prst="rect">
            <a:avLst/>
          </a:prstGeom>
        </p:spPr>
        <p:txBody>
          <a:bodyPr>
            <a:normAutofit/>
          </a:bodyPr>
          <a:lstStyle>
            <a:lvl1pPr marL="0" indent="0">
              <a:buNone/>
              <a:defRPr sz="1050">
                <a:solidFill>
                  <a:srgbClr val="000000"/>
                </a:solidFill>
                <a:latin typeface="Montserrat Regular" panose="00000500000000000000" pitchFamily="2" charset="0"/>
              </a:defRPr>
            </a:lvl1pPr>
          </a:lstStyle>
          <a:p>
            <a:pPr lvl="0"/>
            <a:r>
              <a:rPr lang="en-US"/>
              <a:t>Click to edit Master text styles</a:t>
            </a:r>
          </a:p>
        </p:txBody>
      </p:sp>
      <p:sp>
        <p:nvSpPr>
          <p:cNvPr id="30" name="Text Placeholder 4">
            <a:extLst>
              <a:ext uri="{FF2B5EF4-FFF2-40B4-BE49-F238E27FC236}">
                <a16:creationId xmlns:a16="http://schemas.microsoft.com/office/drawing/2014/main" id="{73A7A69C-7DE5-4E67-A136-A50A826334EF}"/>
              </a:ext>
            </a:extLst>
          </p:cNvPr>
          <p:cNvSpPr>
            <a:spLocks noGrp="1"/>
          </p:cNvSpPr>
          <p:nvPr>
            <p:ph type="body" sz="quarter" idx="37"/>
          </p:nvPr>
        </p:nvSpPr>
        <p:spPr bwMode="invGray">
          <a:xfrm>
            <a:off x="4862019" y="3025435"/>
            <a:ext cx="1260238" cy="1293779"/>
          </a:xfrm>
          <a:prstGeom prst="rect">
            <a:avLst/>
          </a:prstGeom>
        </p:spPr>
        <p:txBody>
          <a:bodyPr>
            <a:normAutofit/>
          </a:bodyPr>
          <a:lstStyle>
            <a:lvl1pPr marL="0" indent="0">
              <a:buNone/>
              <a:defRPr sz="1050">
                <a:solidFill>
                  <a:schemeClr val="bg1"/>
                </a:solidFill>
                <a:latin typeface="Montserrat Regular" panose="00000500000000000000" pitchFamily="2" charset="0"/>
              </a:defRPr>
            </a:lvl1pPr>
          </a:lstStyle>
          <a:p>
            <a:pPr lvl="0"/>
            <a:r>
              <a:rPr lang="en-US"/>
              <a:t>Click to edit Master text styles</a:t>
            </a:r>
          </a:p>
        </p:txBody>
      </p:sp>
      <p:sp>
        <p:nvSpPr>
          <p:cNvPr id="31" name="Text Placeholder 4">
            <a:extLst>
              <a:ext uri="{FF2B5EF4-FFF2-40B4-BE49-F238E27FC236}">
                <a16:creationId xmlns:a16="http://schemas.microsoft.com/office/drawing/2014/main" id="{40198DF7-CEAE-47CF-94B7-60626AC3CAA4}"/>
              </a:ext>
            </a:extLst>
          </p:cNvPr>
          <p:cNvSpPr>
            <a:spLocks noGrp="1"/>
          </p:cNvSpPr>
          <p:nvPr>
            <p:ph type="body" sz="quarter" idx="38"/>
          </p:nvPr>
        </p:nvSpPr>
        <p:spPr bwMode="invGray">
          <a:xfrm>
            <a:off x="2088326" y="1072474"/>
            <a:ext cx="2349000" cy="1597768"/>
          </a:xfrm>
          <a:prstGeom prst="rect">
            <a:avLst/>
          </a:prstGeom>
        </p:spPr>
        <p:txBody>
          <a:bodyPr>
            <a:normAutofit/>
          </a:bodyPr>
          <a:lstStyle>
            <a:lvl1pPr marL="0" indent="0">
              <a:buNone/>
              <a:defRPr sz="1050">
                <a:solidFill>
                  <a:srgbClr val="000000"/>
                </a:solidFill>
                <a:latin typeface="Montserrat Regular" panose="00000500000000000000" pitchFamily="2" charset="0"/>
              </a:defRPr>
            </a:lvl1pPr>
          </a:lstStyle>
          <a:p>
            <a:pPr lvl="0"/>
            <a:r>
              <a:rPr lang="en-US"/>
              <a:t>Click to edit Master text styles</a:t>
            </a:r>
          </a:p>
        </p:txBody>
      </p:sp>
      <p:sp>
        <p:nvSpPr>
          <p:cNvPr id="32" name="Text Placeholder 4">
            <a:extLst>
              <a:ext uri="{FF2B5EF4-FFF2-40B4-BE49-F238E27FC236}">
                <a16:creationId xmlns:a16="http://schemas.microsoft.com/office/drawing/2014/main" id="{2E71C253-CB2E-4933-98E4-5EE04CF92642}"/>
              </a:ext>
            </a:extLst>
          </p:cNvPr>
          <p:cNvSpPr>
            <a:spLocks noGrp="1"/>
          </p:cNvSpPr>
          <p:nvPr>
            <p:ph type="body" sz="quarter" idx="39"/>
          </p:nvPr>
        </p:nvSpPr>
        <p:spPr bwMode="invGray">
          <a:xfrm>
            <a:off x="2088326" y="2870193"/>
            <a:ext cx="2349000" cy="1597768"/>
          </a:xfrm>
          <a:prstGeom prst="rect">
            <a:avLst/>
          </a:prstGeom>
        </p:spPr>
        <p:txBody>
          <a:bodyPr>
            <a:normAutofit/>
          </a:bodyPr>
          <a:lstStyle>
            <a:lvl1pPr marL="0" indent="0">
              <a:buNone/>
              <a:defRPr sz="1050">
                <a:solidFill>
                  <a:srgbClr val="000000"/>
                </a:solidFill>
                <a:latin typeface="Montserrat Regular" panose="00000500000000000000" pitchFamily="2" charset="0"/>
              </a:defRPr>
            </a:lvl1pPr>
          </a:lstStyle>
          <a:p>
            <a:pPr lvl="0"/>
            <a:r>
              <a:rPr lang="en-US"/>
              <a:t>Click to edit Master text styles</a:t>
            </a:r>
          </a:p>
        </p:txBody>
      </p:sp>
      <p:sp>
        <p:nvSpPr>
          <p:cNvPr id="33" name="Text Placeholder 4">
            <a:extLst>
              <a:ext uri="{FF2B5EF4-FFF2-40B4-BE49-F238E27FC236}">
                <a16:creationId xmlns:a16="http://schemas.microsoft.com/office/drawing/2014/main" id="{43C3C0BE-76A9-4AEB-B881-463AEFD97AD2}"/>
              </a:ext>
            </a:extLst>
          </p:cNvPr>
          <p:cNvSpPr>
            <a:spLocks noGrp="1"/>
          </p:cNvSpPr>
          <p:nvPr>
            <p:ph type="body" sz="quarter" idx="40"/>
          </p:nvPr>
        </p:nvSpPr>
        <p:spPr bwMode="invGray">
          <a:xfrm>
            <a:off x="6501599" y="1072474"/>
            <a:ext cx="2349000" cy="1597768"/>
          </a:xfrm>
          <a:prstGeom prst="rect">
            <a:avLst/>
          </a:prstGeom>
        </p:spPr>
        <p:txBody>
          <a:bodyPr>
            <a:normAutofit/>
          </a:bodyPr>
          <a:lstStyle>
            <a:lvl1pPr marL="0" indent="0">
              <a:buNone/>
              <a:defRPr sz="1050">
                <a:solidFill>
                  <a:srgbClr val="000000"/>
                </a:solidFill>
                <a:latin typeface="Montserrat Regular" panose="00000500000000000000" pitchFamily="2" charset="0"/>
              </a:defRPr>
            </a:lvl1pPr>
          </a:lstStyle>
          <a:p>
            <a:pPr lvl="0"/>
            <a:r>
              <a:rPr lang="en-US"/>
              <a:t>Click to edit Master text styles</a:t>
            </a:r>
          </a:p>
        </p:txBody>
      </p:sp>
      <p:sp>
        <p:nvSpPr>
          <p:cNvPr id="34" name="Text Placeholder 4">
            <a:extLst>
              <a:ext uri="{FF2B5EF4-FFF2-40B4-BE49-F238E27FC236}">
                <a16:creationId xmlns:a16="http://schemas.microsoft.com/office/drawing/2014/main" id="{0848F375-61FF-4AC2-BA7D-635E975C5F95}"/>
              </a:ext>
            </a:extLst>
          </p:cNvPr>
          <p:cNvSpPr>
            <a:spLocks noGrp="1"/>
          </p:cNvSpPr>
          <p:nvPr>
            <p:ph type="body" sz="quarter" idx="41"/>
          </p:nvPr>
        </p:nvSpPr>
        <p:spPr bwMode="invGray">
          <a:xfrm>
            <a:off x="6501599" y="2870192"/>
            <a:ext cx="2349000" cy="1597768"/>
          </a:xfrm>
          <a:prstGeom prst="rect">
            <a:avLst/>
          </a:prstGeom>
        </p:spPr>
        <p:txBody>
          <a:bodyPr>
            <a:normAutofit/>
          </a:bodyPr>
          <a:lstStyle>
            <a:lvl1pPr marL="0" indent="0">
              <a:buNone/>
              <a:defRPr sz="1050">
                <a:solidFill>
                  <a:srgbClr val="000000"/>
                </a:solidFill>
                <a:latin typeface="Montserrat Regular" panose="00000500000000000000" pitchFamily="2" charset="0"/>
              </a:defRPr>
            </a:lvl1pPr>
          </a:lstStyle>
          <a:p>
            <a:pPr lvl="0"/>
            <a:r>
              <a:rPr lang="en-US"/>
              <a:t>Click to edit Master text styles</a:t>
            </a:r>
          </a:p>
        </p:txBody>
      </p:sp>
    </p:spTree>
    <p:extLst>
      <p:ext uri="{BB962C8B-B14F-4D97-AF65-F5344CB8AC3E}">
        <p14:creationId xmlns:p14="http://schemas.microsoft.com/office/powerpoint/2010/main" val="2257448222"/>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Four highlight blocks centered + four text blocks">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599" y="353937"/>
            <a:ext cx="8613000" cy="257428"/>
          </a:xfrm>
          <a:prstGeom prst="rect">
            <a:avLst/>
          </a:prstGeom>
        </p:spPr>
        <p:txBody>
          <a:bodyPr anchor="t">
            <a:spAutoFit/>
          </a:bodyPr>
          <a:lstStyle>
            <a:lvl1pPr>
              <a:defRPr sz="1650">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599" y="623198"/>
            <a:ext cx="8613000" cy="276999"/>
          </a:xfrm>
          <a:prstGeom prst="rect">
            <a:avLst/>
          </a:prstGeom>
        </p:spPr>
        <p:txBody>
          <a:bodyPr>
            <a:spAutoFit/>
          </a:bodyPr>
          <a:lstStyle>
            <a:lvl1pPr marL="0" indent="0">
              <a:buNone/>
              <a:defRPr sz="1200">
                <a:solidFill>
                  <a:srgbClr val="2D2D2D"/>
                </a:solidFill>
                <a:latin typeface="Montserrat SemiBold" pitchFamily="2" charset="0"/>
              </a:defRPr>
            </a:lvl1pPr>
          </a:lstStyle>
          <a:p>
            <a:pPr lvl="0"/>
            <a:r>
              <a:rPr lang="en-US"/>
              <a:t>Click to edit Master text styles</a:t>
            </a:r>
          </a:p>
        </p:txBody>
      </p:sp>
      <p:sp>
        <p:nvSpPr>
          <p:cNvPr id="14" name="Rectangle: Rounded Corners 13">
            <a:extLst>
              <a:ext uri="{FF2B5EF4-FFF2-40B4-BE49-F238E27FC236}">
                <a16:creationId xmlns:a16="http://schemas.microsoft.com/office/drawing/2014/main" id="{E3CA8B58-D28A-433A-8884-CEC98561B5DF}"/>
              </a:ext>
            </a:extLst>
          </p:cNvPr>
          <p:cNvSpPr/>
          <p:nvPr userDrawn="1"/>
        </p:nvSpPr>
        <p:spPr>
          <a:xfrm>
            <a:off x="2902117" y="1072474"/>
            <a:ext cx="1552735" cy="1597768"/>
          </a:xfrm>
          <a:prstGeom prst="roundRect">
            <a:avLst>
              <a:gd name="adj" fmla="val 5789"/>
            </a:avLst>
          </a:prstGeom>
          <a:solidFill>
            <a:srgbClr val="2D2D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50"/>
          </a:p>
        </p:txBody>
      </p:sp>
      <p:sp>
        <p:nvSpPr>
          <p:cNvPr id="17" name="Rectangle: Rounded Corners 16">
            <a:extLst>
              <a:ext uri="{FF2B5EF4-FFF2-40B4-BE49-F238E27FC236}">
                <a16:creationId xmlns:a16="http://schemas.microsoft.com/office/drawing/2014/main" id="{F759717C-E81C-4C70-9235-FF3D6ED69F8A}"/>
              </a:ext>
            </a:extLst>
          </p:cNvPr>
          <p:cNvSpPr/>
          <p:nvPr userDrawn="1"/>
        </p:nvSpPr>
        <p:spPr>
          <a:xfrm>
            <a:off x="2874816" y="2885385"/>
            <a:ext cx="1552735" cy="1597768"/>
          </a:xfrm>
          <a:prstGeom prst="roundRect">
            <a:avLst>
              <a:gd name="adj" fmla="val 5789"/>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50"/>
          </a:p>
        </p:txBody>
      </p:sp>
      <p:sp>
        <p:nvSpPr>
          <p:cNvPr id="18" name="Text Placeholder 4">
            <a:extLst>
              <a:ext uri="{FF2B5EF4-FFF2-40B4-BE49-F238E27FC236}">
                <a16:creationId xmlns:a16="http://schemas.microsoft.com/office/drawing/2014/main" id="{074D446E-B224-472C-980C-5E05C0359A01}"/>
              </a:ext>
            </a:extLst>
          </p:cNvPr>
          <p:cNvSpPr>
            <a:spLocks noGrp="1"/>
          </p:cNvSpPr>
          <p:nvPr>
            <p:ph type="body" sz="quarter" idx="34"/>
          </p:nvPr>
        </p:nvSpPr>
        <p:spPr bwMode="invGray">
          <a:xfrm>
            <a:off x="3048366" y="1223253"/>
            <a:ext cx="1260238" cy="1293779"/>
          </a:xfrm>
          <a:prstGeom prst="rect">
            <a:avLst/>
          </a:prstGeom>
        </p:spPr>
        <p:txBody>
          <a:bodyPr>
            <a:normAutofit/>
          </a:bodyPr>
          <a:lstStyle>
            <a:lvl1pPr marL="0" indent="0">
              <a:buNone/>
              <a:defRPr sz="1050">
                <a:solidFill>
                  <a:schemeClr val="bg1"/>
                </a:solidFill>
                <a:latin typeface="Montserrat Regular" panose="00000500000000000000" pitchFamily="2" charset="0"/>
              </a:defRPr>
            </a:lvl1pPr>
          </a:lstStyle>
          <a:p>
            <a:pPr lvl="0"/>
            <a:r>
              <a:rPr lang="en-US"/>
              <a:t>Click to edit Master text styles</a:t>
            </a:r>
          </a:p>
        </p:txBody>
      </p:sp>
      <p:sp>
        <p:nvSpPr>
          <p:cNvPr id="21" name="Text Placeholder 4">
            <a:extLst>
              <a:ext uri="{FF2B5EF4-FFF2-40B4-BE49-F238E27FC236}">
                <a16:creationId xmlns:a16="http://schemas.microsoft.com/office/drawing/2014/main" id="{74E93D42-A67E-465A-839D-8F565E7FAE97}"/>
              </a:ext>
            </a:extLst>
          </p:cNvPr>
          <p:cNvSpPr>
            <a:spLocks noGrp="1"/>
          </p:cNvSpPr>
          <p:nvPr>
            <p:ph type="body" sz="quarter" idx="36"/>
          </p:nvPr>
        </p:nvSpPr>
        <p:spPr bwMode="invGray">
          <a:xfrm>
            <a:off x="3048366" y="3037378"/>
            <a:ext cx="1260238" cy="1293779"/>
          </a:xfrm>
          <a:prstGeom prst="rect">
            <a:avLst/>
          </a:prstGeom>
        </p:spPr>
        <p:txBody>
          <a:bodyPr>
            <a:normAutofit/>
          </a:bodyPr>
          <a:lstStyle>
            <a:lvl1pPr marL="0" indent="0">
              <a:buNone/>
              <a:defRPr sz="1050">
                <a:solidFill>
                  <a:srgbClr val="000000"/>
                </a:solidFill>
                <a:latin typeface="Montserrat Regular" panose="00000500000000000000" pitchFamily="2" charset="0"/>
              </a:defRPr>
            </a:lvl1pPr>
          </a:lstStyle>
          <a:p>
            <a:pPr lvl="0"/>
            <a:r>
              <a:rPr lang="en-US"/>
              <a:t>Click to edit Master text styles</a:t>
            </a:r>
          </a:p>
        </p:txBody>
      </p:sp>
      <p:sp>
        <p:nvSpPr>
          <p:cNvPr id="27" name="Rectangle: Rounded Corners 26">
            <a:extLst>
              <a:ext uri="{FF2B5EF4-FFF2-40B4-BE49-F238E27FC236}">
                <a16:creationId xmlns:a16="http://schemas.microsoft.com/office/drawing/2014/main" id="{1047352F-5E4B-4E67-95C0-019B5ECC2AB2}"/>
              </a:ext>
            </a:extLst>
          </p:cNvPr>
          <p:cNvSpPr/>
          <p:nvPr userDrawn="1"/>
        </p:nvSpPr>
        <p:spPr>
          <a:xfrm>
            <a:off x="4660647" y="1072474"/>
            <a:ext cx="1552735" cy="1597768"/>
          </a:xfrm>
          <a:prstGeom prst="roundRect">
            <a:avLst>
              <a:gd name="adj" fmla="val 5789"/>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50"/>
          </a:p>
        </p:txBody>
      </p:sp>
      <p:sp>
        <p:nvSpPr>
          <p:cNvPr id="28" name="Rectangle: Rounded Corners 27">
            <a:extLst>
              <a:ext uri="{FF2B5EF4-FFF2-40B4-BE49-F238E27FC236}">
                <a16:creationId xmlns:a16="http://schemas.microsoft.com/office/drawing/2014/main" id="{998C8F63-546B-4516-BC2C-7FFA8AFABDB8}"/>
              </a:ext>
            </a:extLst>
          </p:cNvPr>
          <p:cNvSpPr/>
          <p:nvPr userDrawn="1"/>
        </p:nvSpPr>
        <p:spPr>
          <a:xfrm>
            <a:off x="4660647" y="2873442"/>
            <a:ext cx="1552735" cy="1597768"/>
          </a:xfrm>
          <a:prstGeom prst="roundRect">
            <a:avLst>
              <a:gd name="adj" fmla="val 5789"/>
            </a:avLst>
          </a:prstGeom>
          <a:solidFill>
            <a:srgbClr val="002D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50"/>
          </a:p>
        </p:txBody>
      </p:sp>
      <p:sp>
        <p:nvSpPr>
          <p:cNvPr id="29" name="Text Placeholder 4">
            <a:extLst>
              <a:ext uri="{FF2B5EF4-FFF2-40B4-BE49-F238E27FC236}">
                <a16:creationId xmlns:a16="http://schemas.microsoft.com/office/drawing/2014/main" id="{B0E0D8AF-49E6-49E0-9F50-362332B8B924}"/>
              </a:ext>
            </a:extLst>
          </p:cNvPr>
          <p:cNvSpPr>
            <a:spLocks noGrp="1"/>
          </p:cNvSpPr>
          <p:nvPr>
            <p:ph type="body" sz="quarter" idx="35"/>
          </p:nvPr>
        </p:nvSpPr>
        <p:spPr bwMode="invGray">
          <a:xfrm>
            <a:off x="4806895" y="1223253"/>
            <a:ext cx="1260238" cy="1293779"/>
          </a:xfrm>
          <a:prstGeom prst="rect">
            <a:avLst/>
          </a:prstGeom>
        </p:spPr>
        <p:txBody>
          <a:bodyPr>
            <a:normAutofit/>
          </a:bodyPr>
          <a:lstStyle>
            <a:lvl1pPr marL="0" indent="0">
              <a:buNone/>
              <a:defRPr sz="1050">
                <a:solidFill>
                  <a:srgbClr val="000000"/>
                </a:solidFill>
                <a:latin typeface="Montserrat Regular" panose="00000500000000000000" pitchFamily="2" charset="0"/>
              </a:defRPr>
            </a:lvl1pPr>
          </a:lstStyle>
          <a:p>
            <a:pPr lvl="0"/>
            <a:r>
              <a:rPr lang="en-US"/>
              <a:t>Click to edit Master text styles</a:t>
            </a:r>
          </a:p>
        </p:txBody>
      </p:sp>
      <p:sp>
        <p:nvSpPr>
          <p:cNvPr id="30" name="Text Placeholder 4">
            <a:extLst>
              <a:ext uri="{FF2B5EF4-FFF2-40B4-BE49-F238E27FC236}">
                <a16:creationId xmlns:a16="http://schemas.microsoft.com/office/drawing/2014/main" id="{73A7A69C-7DE5-4E67-A136-A50A826334EF}"/>
              </a:ext>
            </a:extLst>
          </p:cNvPr>
          <p:cNvSpPr>
            <a:spLocks noGrp="1"/>
          </p:cNvSpPr>
          <p:nvPr>
            <p:ph type="body" sz="quarter" idx="37"/>
          </p:nvPr>
        </p:nvSpPr>
        <p:spPr bwMode="invGray">
          <a:xfrm>
            <a:off x="4806895" y="3025435"/>
            <a:ext cx="1260238" cy="1293779"/>
          </a:xfrm>
          <a:prstGeom prst="rect">
            <a:avLst/>
          </a:prstGeom>
        </p:spPr>
        <p:txBody>
          <a:bodyPr>
            <a:normAutofit/>
          </a:bodyPr>
          <a:lstStyle>
            <a:lvl1pPr marL="0" indent="0">
              <a:buNone/>
              <a:defRPr sz="1050">
                <a:solidFill>
                  <a:schemeClr val="bg1"/>
                </a:solidFill>
                <a:latin typeface="Montserrat Regular" panose="00000500000000000000" pitchFamily="2" charset="0"/>
              </a:defRPr>
            </a:lvl1pPr>
          </a:lstStyle>
          <a:p>
            <a:pPr lvl="0"/>
            <a:r>
              <a:rPr lang="en-US"/>
              <a:t>Click to edit Master text styles</a:t>
            </a:r>
          </a:p>
        </p:txBody>
      </p:sp>
      <p:sp>
        <p:nvSpPr>
          <p:cNvPr id="31" name="Text Placeholder 4">
            <a:extLst>
              <a:ext uri="{FF2B5EF4-FFF2-40B4-BE49-F238E27FC236}">
                <a16:creationId xmlns:a16="http://schemas.microsoft.com/office/drawing/2014/main" id="{40198DF7-CEAE-47CF-94B7-60626AC3CAA4}"/>
              </a:ext>
            </a:extLst>
          </p:cNvPr>
          <p:cNvSpPr>
            <a:spLocks noGrp="1"/>
          </p:cNvSpPr>
          <p:nvPr>
            <p:ph type="body" sz="quarter" idx="38"/>
          </p:nvPr>
        </p:nvSpPr>
        <p:spPr bwMode="invGray">
          <a:xfrm>
            <a:off x="237599" y="1072474"/>
            <a:ext cx="2349000" cy="1597768"/>
          </a:xfrm>
          <a:prstGeom prst="rect">
            <a:avLst/>
          </a:prstGeom>
        </p:spPr>
        <p:txBody>
          <a:bodyPr>
            <a:normAutofit/>
          </a:bodyPr>
          <a:lstStyle>
            <a:lvl1pPr marL="0" indent="0">
              <a:buNone/>
              <a:defRPr sz="1050">
                <a:solidFill>
                  <a:srgbClr val="000000"/>
                </a:solidFill>
                <a:latin typeface="Montserrat Regular" panose="00000500000000000000" pitchFamily="2" charset="0"/>
              </a:defRPr>
            </a:lvl1pPr>
          </a:lstStyle>
          <a:p>
            <a:pPr lvl="0"/>
            <a:r>
              <a:rPr lang="en-US"/>
              <a:t>Click to edit Master text styles</a:t>
            </a:r>
          </a:p>
        </p:txBody>
      </p:sp>
      <p:sp>
        <p:nvSpPr>
          <p:cNvPr id="32" name="Text Placeholder 4">
            <a:extLst>
              <a:ext uri="{FF2B5EF4-FFF2-40B4-BE49-F238E27FC236}">
                <a16:creationId xmlns:a16="http://schemas.microsoft.com/office/drawing/2014/main" id="{2E71C253-CB2E-4933-98E4-5EE04CF92642}"/>
              </a:ext>
            </a:extLst>
          </p:cNvPr>
          <p:cNvSpPr>
            <a:spLocks noGrp="1"/>
          </p:cNvSpPr>
          <p:nvPr>
            <p:ph type="body" sz="quarter" idx="39"/>
          </p:nvPr>
        </p:nvSpPr>
        <p:spPr bwMode="invGray">
          <a:xfrm>
            <a:off x="237599" y="2885385"/>
            <a:ext cx="2349000" cy="1597768"/>
          </a:xfrm>
          <a:prstGeom prst="rect">
            <a:avLst/>
          </a:prstGeom>
        </p:spPr>
        <p:txBody>
          <a:bodyPr>
            <a:normAutofit/>
          </a:bodyPr>
          <a:lstStyle>
            <a:lvl1pPr marL="0" indent="0">
              <a:buNone/>
              <a:defRPr sz="1050">
                <a:solidFill>
                  <a:srgbClr val="000000"/>
                </a:solidFill>
                <a:latin typeface="Montserrat Regular" panose="00000500000000000000" pitchFamily="2" charset="0"/>
              </a:defRPr>
            </a:lvl1pPr>
          </a:lstStyle>
          <a:p>
            <a:pPr lvl="0"/>
            <a:r>
              <a:rPr lang="en-US"/>
              <a:t>Click to edit Master text styles</a:t>
            </a:r>
          </a:p>
        </p:txBody>
      </p:sp>
      <p:sp>
        <p:nvSpPr>
          <p:cNvPr id="33" name="Text Placeholder 4">
            <a:extLst>
              <a:ext uri="{FF2B5EF4-FFF2-40B4-BE49-F238E27FC236}">
                <a16:creationId xmlns:a16="http://schemas.microsoft.com/office/drawing/2014/main" id="{43C3C0BE-76A9-4AEB-B881-463AEFD97AD2}"/>
              </a:ext>
            </a:extLst>
          </p:cNvPr>
          <p:cNvSpPr>
            <a:spLocks noGrp="1"/>
          </p:cNvSpPr>
          <p:nvPr>
            <p:ph type="body" sz="quarter" idx="40"/>
          </p:nvPr>
        </p:nvSpPr>
        <p:spPr bwMode="invGray">
          <a:xfrm>
            <a:off x="6501599" y="1072474"/>
            <a:ext cx="2349000" cy="1597768"/>
          </a:xfrm>
          <a:prstGeom prst="rect">
            <a:avLst/>
          </a:prstGeom>
        </p:spPr>
        <p:txBody>
          <a:bodyPr>
            <a:normAutofit/>
          </a:bodyPr>
          <a:lstStyle>
            <a:lvl1pPr marL="0" indent="0">
              <a:buNone/>
              <a:defRPr sz="1050">
                <a:solidFill>
                  <a:srgbClr val="000000"/>
                </a:solidFill>
                <a:latin typeface="Montserrat Regular" panose="00000500000000000000" pitchFamily="2" charset="0"/>
              </a:defRPr>
            </a:lvl1pPr>
          </a:lstStyle>
          <a:p>
            <a:pPr lvl="0"/>
            <a:r>
              <a:rPr lang="en-US"/>
              <a:t>Click to edit Master text styles</a:t>
            </a:r>
          </a:p>
        </p:txBody>
      </p:sp>
      <p:sp>
        <p:nvSpPr>
          <p:cNvPr id="34" name="Text Placeholder 4">
            <a:extLst>
              <a:ext uri="{FF2B5EF4-FFF2-40B4-BE49-F238E27FC236}">
                <a16:creationId xmlns:a16="http://schemas.microsoft.com/office/drawing/2014/main" id="{0848F375-61FF-4AC2-BA7D-635E975C5F95}"/>
              </a:ext>
            </a:extLst>
          </p:cNvPr>
          <p:cNvSpPr>
            <a:spLocks noGrp="1"/>
          </p:cNvSpPr>
          <p:nvPr>
            <p:ph type="body" sz="quarter" idx="41"/>
          </p:nvPr>
        </p:nvSpPr>
        <p:spPr bwMode="invGray">
          <a:xfrm>
            <a:off x="6501599" y="2870192"/>
            <a:ext cx="2349000" cy="1597768"/>
          </a:xfrm>
          <a:prstGeom prst="rect">
            <a:avLst/>
          </a:prstGeom>
        </p:spPr>
        <p:txBody>
          <a:bodyPr>
            <a:normAutofit/>
          </a:bodyPr>
          <a:lstStyle>
            <a:lvl1pPr marL="0" indent="0">
              <a:buNone/>
              <a:defRPr sz="1050">
                <a:solidFill>
                  <a:srgbClr val="000000"/>
                </a:solidFill>
                <a:latin typeface="Montserrat Regular" panose="00000500000000000000" pitchFamily="2" charset="0"/>
              </a:defRPr>
            </a:lvl1pPr>
          </a:lstStyle>
          <a:p>
            <a:pPr lvl="0"/>
            <a:r>
              <a:rPr lang="en-US"/>
              <a:t>Click to edit Master text styles</a:t>
            </a:r>
          </a:p>
        </p:txBody>
      </p:sp>
    </p:spTree>
    <p:extLst>
      <p:ext uri="{BB962C8B-B14F-4D97-AF65-F5344CB8AC3E}">
        <p14:creationId xmlns:p14="http://schemas.microsoft.com/office/powerpoint/2010/main" val="3016308231"/>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Six blocks with titles">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600" y="353937"/>
            <a:ext cx="8613000" cy="257428"/>
          </a:xfrm>
          <a:prstGeom prst="rect">
            <a:avLst/>
          </a:prstGeom>
        </p:spPr>
        <p:txBody>
          <a:bodyPr anchor="t">
            <a:spAutoFit/>
          </a:bodyPr>
          <a:lstStyle>
            <a:lvl1pPr>
              <a:defRPr sz="1650">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600" y="623198"/>
            <a:ext cx="8613000" cy="276999"/>
          </a:xfrm>
          <a:prstGeom prst="rect">
            <a:avLst/>
          </a:prstGeom>
        </p:spPr>
        <p:txBody>
          <a:bodyPr>
            <a:spAutoFit/>
          </a:bodyPr>
          <a:lstStyle>
            <a:lvl1pPr marL="0" indent="0">
              <a:buNone/>
              <a:defRPr sz="1200">
                <a:solidFill>
                  <a:srgbClr val="2D2D2D"/>
                </a:solidFill>
                <a:latin typeface="Montserrat SemiBold" pitchFamily="2" charset="0"/>
              </a:defRPr>
            </a:lvl1pPr>
          </a:lstStyle>
          <a:p>
            <a:pPr lvl="0"/>
            <a:r>
              <a:rPr lang="en-US"/>
              <a:t>Click to edit Master text styles</a:t>
            </a:r>
          </a:p>
        </p:txBody>
      </p:sp>
      <p:sp>
        <p:nvSpPr>
          <p:cNvPr id="27" name="Text Placeholder 4">
            <a:extLst>
              <a:ext uri="{FF2B5EF4-FFF2-40B4-BE49-F238E27FC236}">
                <a16:creationId xmlns:a16="http://schemas.microsoft.com/office/drawing/2014/main" id="{D2459CEC-A4CF-4DD4-81E8-93B3A5F65365}"/>
              </a:ext>
            </a:extLst>
          </p:cNvPr>
          <p:cNvSpPr>
            <a:spLocks noGrp="1"/>
          </p:cNvSpPr>
          <p:nvPr>
            <p:ph type="body" sz="quarter" idx="37"/>
          </p:nvPr>
        </p:nvSpPr>
        <p:spPr bwMode="invGray">
          <a:xfrm>
            <a:off x="6066274" y="1079704"/>
            <a:ext cx="2784326" cy="234132"/>
          </a:xfrm>
          <a:prstGeom prst="rect">
            <a:avLst/>
          </a:prstGeom>
        </p:spPr>
        <p:txBody>
          <a:bodyPr>
            <a:normAutofit/>
          </a:bodyPr>
          <a:lstStyle>
            <a:lvl1pPr marL="0" indent="0">
              <a:buNone/>
              <a:defRPr sz="1050">
                <a:solidFill>
                  <a:srgbClr val="2D2D2D"/>
                </a:solidFill>
                <a:latin typeface="Montserrat SemiBold" pitchFamily="2" charset="0"/>
              </a:defRPr>
            </a:lvl1pPr>
          </a:lstStyle>
          <a:p>
            <a:pPr lvl="0"/>
            <a:r>
              <a:rPr lang="en-US"/>
              <a:t>Click to edit Master text styles</a:t>
            </a:r>
          </a:p>
        </p:txBody>
      </p:sp>
      <p:sp>
        <p:nvSpPr>
          <p:cNvPr id="29" name="Text Placeholder 4">
            <a:extLst>
              <a:ext uri="{FF2B5EF4-FFF2-40B4-BE49-F238E27FC236}">
                <a16:creationId xmlns:a16="http://schemas.microsoft.com/office/drawing/2014/main" id="{8741328C-C085-4599-8E8E-9F2675721AAB}"/>
              </a:ext>
            </a:extLst>
          </p:cNvPr>
          <p:cNvSpPr>
            <a:spLocks noGrp="1"/>
          </p:cNvSpPr>
          <p:nvPr>
            <p:ph type="body" sz="quarter" idx="39"/>
          </p:nvPr>
        </p:nvSpPr>
        <p:spPr bwMode="invGray">
          <a:xfrm>
            <a:off x="6066274" y="2860394"/>
            <a:ext cx="2784326" cy="234132"/>
          </a:xfrm>
          <a:prstGeom prst="rect">
            <a:avLst/>
          </a:prstGeom>
        </p:spPr>
        <p:txBody>
          <a:bodyPr>
            <a:normAutofit/>
          </a:bodyPr>
          <a:lstStyle>
            <a:lvl1pPr marL="0" indent="0">
              <a:buNone/>
              <a:defRPr sz="1050">
                <a:solidFill>
                  <a:srgbClr val="2D2D2D"/>
                </a:solidFill>
                <a:latin typeface="Montserrat SemiBold" pitchFamily="2" charset="0"/>
              </a:defRPr>
            </a:lvl1pPr>
          </a:lstStyle>
          <a:p>
            <a:pPr lvl="0"/>
            <a:r>
              <a:rPr lang="en-US"/>
              <a:t>Click to edit Master text styles</a:t>
            </a:r>
          </a:p>
        </p:txBody>
      </p:sp>
      <p:sp>
        <p:nvSpPr>
          <p:cNvPr id="39" name="Text Placeholder 4">
            <a:extLst>
              <a:ext uri="{FF2B5EF4-FFF2-40B4-BE49-F238E27FC236}">
                <a16:creationId xmlns:a16="http://schemas.microsoft.com/office/drawing/2014/main" id="{4BC0F70D-170B-4864-9328-0FB2F231130D}"/>
              </a:ext>
            </a:extLst>
          </p:cNvPr>
          <p:cNvSpPr>
            <a:spLocks noGrp="1"/>
          </p:cNvSpPr>
          <p:nvPr>
            <p:ph type="body" sz="quarter" idx="42"/>
          </p:nvPr>
        </p:nvSpPr>
        <p:spPr bwMode="invGray">
          <a:xfrm>
            <a:off x="237600" y="1079704"/>
            <a:ext cx="2784326" cy="234132"/>
          </a:xfrm>
          <a:prstGeom prst="rect">
            <a:avLst/>
          </a:prstGeom>
        </p:spPr>
        <p:txBody>
          <a:bodyPr>
            <a:normAutofit/>
          </a:bodyPr>
          <a:lstStyle>
            <a:lvl1pPr marL="0" indent="0">
              <a:buNone/>
              <a:defRPr sz="1050">
                <a:solidFill>
                  <a:srgbClr val="2D2D2D"/>
                </a:solidFill>
                <a:latin typeface="Montserrat SemiBold" pitchFamily="2" charset="0"/>
              </a:defRPr>
            </a:lvl1pPr>
          </a:lstStyle>
          <a:p>
            <a:pPr lvl="0"/>
            <a:r>
              <a:rPr lang="en-US"/>
              <a:t>Click to edit Master text styles</a:t>
            </a:r>
          </a:p>
        </p:txBody>
      </p:sp>
      <p:sp>
        <p:nvSpPr>
          <p:cNvPr id="40" name="Text Placeholder 4">
            <a:extLst>
              <a:ext uri="{FF2B5EF4-FFF2-40B4-BE49-F238E27FC236}">
                <a16:creationId xmlns:a16="http://schemas.microsoft.com/office/drawing/2014/main" id="{36370263-69FE-4CD9-9FFD-457F6EC1ED91}"/>
              </a:ext>
            </a:extLst>
          </p:cNvPr>
          <p:cNvSpPr>
            <a:spLocks noGrp="1"/>
          </p:cNvSpPr>
          <p:nvPr>
            <p:ph type="body" sz="quarter" idx="43"/>
          </p:nvPr>
        </p:nvSpPr>
        <p:spPr bwMode="invGray">
          <a:xfrm>
            <a:off x="237601" y="2860394"/>
            <a:ext cx="2784326" cy="234132"/>
          </a:xfrm>
          <a:prstGeom prst="rect">
            <a:avLst/>
          </a:prstGeom>
        </p:spPr>
        <p:txBody>
          <a:bodyPr>
            <a:normAutofit/>
          </a:bodyPr>
          <a:lstStyle>
            <a:lvl1pPr marL="0" indent="0">
              <a:buNone/>
              <a:defRPr sz="1050">
                <a:solidFill>
                  <a:srgbClr val="2D2D2D"/>
                </a:solidFill>
                <a:latin typeface="Montserrat SemiBold" pitchFamily="2" charset="0"/>
              </a:defRPr>
            </a:lvl1pPr>
          </a:lstStyle>
          <a:p>
            <a:pPr lvl="0"/>
            <a:r>
              <a:rPr lang="en-US"/>
              <a:t>Click to edit Master text styles</a:t>
            </a:r>
          </a:p>
        </p:txBody>
      </p:sp>
      <p:sp>
        <p:nvSpPr>
          <p:cNvPr id="43" name="Text Placeholder 4">
            <a:extLst>
              <a:ext uri="{FF2B5EF4-FFF2-40B4-BE49-F238E27FC236}">
                <a16:creationId xmlns:a16="http://schemas.microsoft.com/office/drawing/2014/main" id="{2EF3C9B2-76EC-4D51-8D58-B549BD2659BB}"/>
              </a:ext>
            </a:extLst>
          </p:cNvPr>
          <p:cNvSpPr>
            <a:spLocks noGrp="1"/>
          </p:cNvSpPr>
          <p:nvPr>
            <p:ph type="body" sz="quarter" idx="46"/>
          </p:nvPr>
        </p:nvSpPr>
        <p:spPr bwMode="invGray">
          <a:xfrm>
            <a:off x="3138544" y="1079704"/>
            <a:ext cx="2784326" cy="234132"/>
          </a:xfrm>
          <a:prstGeom prst="rect">
            <a:avLst/>
          </a:prstGeom>
        </p:spPr>
        <p:txBody>
          <a:bodyPr>
            <a:normAutofit/>
          </a:bodyPr>
          <a:lstStyle>
            <a:lvl1pPr marL="0" indent="0">
              <a:buNone/>
              <a:defRPr sz="1050">
                <a:solidFill>
                  <a:srgbClr val="2D2D2D"/>
                </a:solidFill>
                <a:latin typeface="Montserrat SemiBold" pitchFamily="2" charset="0"/>
              </a:defRPr>
            </a:lvl1pPr>
          </a:lstStyle>
          <a:p>
            <a:pPr lvl="0"/>
            <a:r>
              <a:rPr lang="en-US"/>
              <a:t>Click to edit Master text styles</a:t>
            </a:r>
          </a:p>
        </p:txBody>
      </p:sp>
      <p:sp>
        <p:nvSpPr>
          <p:cNvPr id="44" name="Text Placeholder 4">
            <a:extLst>
              <a:ext uri="{FF2B5EF4-FFF2-40B4-BE49-F238E27FC236}">
                <a16:creationId xmlns:a16="http://schemas.microsoft.com/office/drawing/2014/main" id="{6073B89A-ABDB-42BA-B930-F2CDCAD2D5F5}"/>
              </a:ext>
            </a:extLst>
          </p:cNvPr>
          <p:cNvSpPr>
            <a:spLocks noGrp="1"/>
          </p:cNvSpPr>
          <p:nvPr>
            <p:ph type="body" sz="quarter" idx="47"/>
          </p:nvPr>
        </p:nvSpPr>
        <p:spPr bwMode="invGray">
          <a:xfrm>
            <a:off x="3138545" y="2860394"/>
            <a:ext cx="2784326" cy="234132"/>
          </a:xfrm>
          <a:prstGeom prst="rect">
            <a:avLst/>
          </a:prstGeom>
        </p:spPr>
        <p:txBody>
          <a:bodyPr>
            <a:normAutofit/>
          </a:bodyPr>
          <a:lstStyle>
            <a:lvl1pPr marL="0" indent="0">
              <a:buNone/>
              <a:defRPr sz="1050">
                <a:solidFill>
                  <a:srgbClr val="2D2D2D"/>
                </a:solidFill>
                <a:latin typeface="Montserrat SemiBold" pitchFamily="2" charset="0"/>
              </a:defRPr>
            </a:lvl1pPr>
          </a:lstStyle>
          <a:p>
            <a:pPr lvl="0"/>
            <a:r>
              <a:rPr lang="en-US"/>
              <a:t>Click to edit Master text styles</a:t>
            </a:r>
          </a:p>
        </p:txBody>
      </p:sp>
      <p:sp>
        <p:nvSpPr>
          <p:cNvPr id="45" name="Text Placeholder 4">
            <a:extLst>
              <a:ext uri="{FF2B5EF4-FFF2-40B4-BE49-F238E27FC236}">
                <a16:creationId xmlns:a16="http://schemas.microsoft.com/office/drawing/2014/main" id="{320C2A9B-1446-42B5-9866-6A529B7EB425}"/>
              </a:ext>
            </a:extLst>
          </p:cNvPr>
          <p:cNvSpPr>
            <a:spLocks noGrp="1"/>
          </p:cNvSpPr>
          <p:nvPr>
            <p:ph type="body" sz="quarter" idx="48"/>
          </p:nvPr>
        </p:nvSpPr>
        <p:spPr bwMode="invGray">
          <a:xfrm>
            <a:off x="237600" y="1377563"/>
            <a:ext cx="2784325" cy="1311820"/>
          </a:xfrm>
          <a:prstGeom prst="rect">
            <a:avLst/>
          </a:prstGeom>
        </p:spPr>
        <p:txBody>
          <a:bodyPr>
            <a:normAutofit/>
          </a:bodyPr>
          <a:lstStyle>
            <a:lvl1pPr marL="0" indent="0">
              <a:buNone/>
              <a:defRPr sz="900">
                <a:solidFill>
                  <a:srgbClr val="2D2D2D"/>
                </a:solidFill>
                <a:latin typeface="Montserrat Regular" panose="00000500000000000000" pitchFamily="2" charset="0"/>
              </a:defRPr>
            </a:lvl1pPr>
          </a:lstStyle>
          <a:p>
            <a:pPr lvl="0"/>
            <a:r>
              <a:rPr lang="en-US"/>
              <a:t>Click to edit Master text styles</a:t>
            </a:r>
          </a:p>
        </p:txBody>
      </p:sp>
      <p:sp>
        <p:nvSpPr>
          <p:cNvPr id="46" name="Text Placeholder 4">
            <a:extLst>
              <a:ext uri="{FF2B5EF4-FFF2-40B4-BE49-F238E27FC236}">
                <a16:creationId xmlns:a16="http://schemas.microsoft.com/office/drawing/2014/main" id="{C5F06084-AC16-49C2-BFAC-0A404A7435D0}"/>
              </a:ext>
            </a:extLst>
          </p:cNvPr>
          <p:cNvSpPr>
            <a:spLocks noGrp="1"/>
          </p:cNvSpPr>
          <p:nvPr>
            <p:ph type="body" sz="quarter" idx="49"/>
          </p:nvPr>
        </p:nvSpPr>
        <p:spPr bwMode="invGray">
          <a:xfrm>
            <a:off x="237600" y="3162087"/>
            <a:ext cx="2784325" cy="1311820"/>
          </a:xfrm>
          <a:prstGeom prst="rect">
            <a:avLst/>
          </a:prstGeom>
        </p:spPr>
        <p:txBody>
          <a:bodyPr>
            <a:normAutofit/>
          </a:bodyPr>
          <a:lstStyle>
            <a:lvl1pPr marL="0" indent="0">
              <a:buNone/>
              <a:defRPr sz="900">
                <a:solidFill>
                  <a:srgbClr val="2D2D2D"/>
                </a:solidFill>
                <a:latin typeface="Montserrat Regular" panose="00000500000000000000" pitchFamily="2" charset="0"/>
              </a:defRPr>
            </a:lvl1pPr>
          </a:lstStyle>
          <a:p>
            <a:pPr lvl="0"/>
            <a:r>
              <a:rPr lang="en-US"/>
              <a:t>Click to edit Master text styles</a:t>
            </a:r>
          </a:p>
        </p:txBody>
      </p:sp>
      <p:sp>
        <p:nvSpPr>
          <p:cNvPr id="48" name="Text Placeholder 4">
            <a:extLst>
              <a:ext uri="{FF2B5EF4-FFF2-40B4-BE49-F238E27FC236}">
                <a16:creationId xmlns:a16="http://schemas.microsoft.com/office/drawing/2014/main" id="{45397D41-59D2-4B16-B530-4079DF1ED91A}"/>
              </a:ext>
            </a:extLst>
          </p:cNvPr>
          <p:cNvSpPr>
            <a:spLocks noGrp="1"/>
          </p:cNvSpPr>
          <p:nvPr>
            <p:ph type="body" sz="quarter" idx="50"/>
          </p:nvPr>
        </p:nvSpPr>
        <p:spPr bwMode="invGray">
          <a:xfrm>
            <a:off x="3138545" y="1377563"/>
            <a:ext cx="2784325" cy="1311820"/>
          </a:xfrm>
          <a:prstGeom prst="rect">
            <a:avLst/>
          </a:prstGeom>
        </p:spPr>
        <p:txBody>
          <a:bodyPr>
            <a:normAutofit/>
          </a:bodyPr>
          <a:lstStyle>
            <a:lvl1pPr marL="0" indent="0">
              <a:buNone/>
              <a:defRPr sz="900">
                <a:solidFill>
                  <a:srgbClr val="2D2D2D"/>
                </a:solidFill>
                <a:latin typeface="Montserrat Regular" panose="00000500000000000000" pitchFamily="2" charset="0"/>
              </a:defRPr>
            </a:lvl1pPr>
          </a:lstStyle>
          <a:p>
            <a:pPr lvl="0"/>
            <a:r>
              <a:rPr lang="en-US"/>
              <a:t>Click to edit Master text styles</a:t>
            </a:r>
          </a:p>
        </p:txBody>
      </p:sp>
      <p:sp>
        <p:nvSpPr>
          <p:cNvPr id="49" name="Text Placeholder 4">
            <a:extLst>
              <a:ext uri="{FF2B5EF4-FFF2-40B4-BE49-F238E27FC236}">
                <a16:creationId xmlns:a16="http://schemas.microsoft.com/office/drawing/2014/main" id="{6877C2CE-0D3D-4F51-B4FB-44CA0AC4CDE8}"/>
              </a:ext>
            </a:extLst>
          </p:cNvPr>
          <p:cNvSpPr>
            <a:spLocks noGrp="1"/>
          </p:cNvSpPr>
          <p:nvPr>
            <p:ph type="body" sz="quarter" idx="51"/>
          </p:nvPr>
        </p:nvSpPr>
        <p:spPr bwMode="invGray">
          <a:xfrm>
            <a:off x="3138545" y="3162087"/>
            <a:ext cx="2784325" cy="1311820"/>
          </a:xfrm>
          <a:prstGeom prst="rect">
            <a:avLst/>
          </a:prstGeom>
        </p:spPr>
        <p:txBody>
          <a:bodyPr>
            <a:normAutofit/>
          </a:bodyPr>
          <a:lstStyle>
            <a:lvl1pPr marL="0" indent="0">
              <a:buNone/>
              <a:defRPr sz="900">
                <a:solidFill>
                  <a:srgbClr val="2D2D2D"/>
                </a:solidFill>
                <a:latin typeface="Montserrat Regular" panose="00000500000000000000" pitchFamily="2" charset="0"/>
              </a:defRPr>
            </a:lvl1pPr>
          </a:lstStyle>
          <a:p>
            <a:pPr lvl="0"/>
            <a:r>
              <a:rPr lang="en-US"/>
              <a:t>Click to edit Master text styles</a:t>
            </a:r>
          </a:p>
        </p:txBody>
      </p:sp>
      <p:sp>
        <p:nvSpPr>
          <p:cNvPr id="50" name="Text Placeholder 4">
            <a:extLst>
              <a:ext uri="{FF2B5EF4-FFF2-40B4-BE49-F238E27FC236}">
                <a16:creationId xmlns:a16="http://schemas.microsoft.com/office/drawing/2014/main" id="{5D027021-1D69-4E2B-AA72-76DABF09EC76}"/>
              </a:ext>
            </a:extLst>
          </p:cNvPr>
          <p:cNvSpPr>
            <a:spLocks noGrp="1"/>
          </p:cNvSpPr>
          <p:nvPr>
            <p:ph type="body" sz="quarter" idx="52"/>
          </p:nvPr>
        </p:nvSpPr>
        <p:spPr bwMode="invGray">
          <a:xfrm>
            <a:off x="6066276" y="1377563"/>
            <a:ext cx="2784325" cy="1311820"/>
          </a:xfrm>
          <a:prstGeom prst="rect">
            <a:avLst/>
          </a:prstGeom>
        </p:spPr>
        <p:txBody>
          <a:bodyPr>
            <a:normAutofit/>
          </a:bodyPr>
          <a:lstStyle>
            <a:lvl1pPr marL="0" indent="0">
              <a:buNone/>
              <a:defRPr sz="900">
                <a:solidFill>
                  <a:srgbClr val="2D2D2D"/>
                </a:solidFill>
                <a:latin typeface="Montserrat Regular" panose="00000500000000000000" pitchFamily="2" charset="0"/>
              </a:defRPr>
            </a:lvl1pPr>
          </a:lstStyle>
          <a:p>
            <a:pPr lvl="0"/>
            <a:r>
              <a:rPr lang="en-US"/>
              <a:t>Click to edit Master text styles</a:t>
            </a:r>
          </a:p>
        </p:txBody>
      </p:sp>
      <p:sp>
        <p:nvSpPr>
          <p:cNvPr id="51" name="Text Placeholder 4">
            <a:extLst>
              <a:ext uri="{FF2B5EF4-FFF2-40B4-BE49-F238E27FC236}">
                <a16:creationId xmlns:a16="http://schemas.microsoft.com/office/drawing/2014/main" id="{FF652AAD-B456-43BF-B19B-120FF398F9C1}"/>
              </a:ext>
            </a:extLst>
          </p:cNvPr>
          <p:cNvSpPr>
            <a:spLocks noGrp="1"/>
          </p:cNvSpPr>
          <p:nvPr>
            <p:ph type="body" sz="quarter" idx="53"/>
          </p:nvPr>
        </p:nvSpPr>
        <p:spPr bwMode="invGray">
          <a:xfrm>
            <a:off x="6066276" y="3162087"/>
            <a:ext cx="2784325" cy="1311820"/>
          </a:xfrm>
          <a:prstGeom prst="rect">
            <a:avLst/>
          </a:prstGeom>
        </p:spPr>
        <p:txBody>
          <a:bodyPr>
            <a:normAutofit/>
          </a:bodyPr>
          <a:lstStyle>
            <a:lvl1pPr marL="0" indent="0">
              <a:buNone/>
              <a:defRPr sz="900">
                <a:solidFill>
                  <a:srgbClr val="2D2D2D"/>
                </a:solidFill>
                <a:latin typeface="Montserrat Regular" panose="00000500000000000000" pitchFamily="2" charset="0"/>
              </a:defRPr>
            </a:lvl1pPr>
          </a:lstStyle>
          <a:p>
            <a:pPr lvl="0"/>
            <a:r>
              <a:rPr lang="en-US"/>
              <a:t>Click to edit Master text styles</a:t>
            </a:r>
          </a:p>
        </p:txBody>
      </p:sp>
    </p:spTree>
    <p:extLst>
      <p:ext uri="{BB962C8B-B14F-4D97-AF65-F5344CB8AC3E}">
        <p14:creationId xmlns:p14="http://schemas.microsoft.com/office/powerpoint/2010/main" val="4048866225"/>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Four blocks with hightlight">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599" y="353937"/>
            <a:ext cx="8613000" cy="257428"/>
          </a:xfrm>
          <a:prstGeom prst="rect">
            <a:avLst/>
          </a:prstGeom>
        </p:spPr>
        <p:txBody>
          <a:bodyPr anchor="t">
            <a:spAutoFit/>
          </a:bodyPr>
          <a:lstStyle>
            <a:lvl1pPr>
              <a:defRPr sz="1650">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599" y="623198"/>
            <a:ext cx="8613000" cy="276999"/>
          </a:xfrm>
          <a:prstGeom prst="rect">
            <a:avLst/>
          </a:prstGeom>
        </p:spPr>
        <p:txBody>
          <a:bodyPr>
            <a:spAutoFit/>
          </a:bodyPr>
          <a:lstStyle>
            <a:lvl1pPr marL="0" indent="0">
              <a:buNone/>
              <a:defRPr sz="1200">
                <a:solidFill>
                  <a:srgbClr val="2D2D2D"/>
                </a:solidFill>
                <a:latin typeface="Montserrat SemiBold" pitchFamily="2" charset="0"/>
              </a:defRPr>
            </a:lvl1pPr>
          </a:lstStyle>
          <a:p>
            <a:pPr lvl="0"/>
            <a:r>
              <a:rPr lang="en-US"/>
              <a:t>Click to edit Master text styles</a:t>
            </a:r>
          </a:p>
        </p:txBody>
      </p:sp>
      <p:sp>
        <p:nvSpPr>
          <p:cNvPr id="20" name="Rectangle: Rounded Corners 19">
            <a:extLst>
              <a:ext uri="{FF2B5EF4-FFF2-40B4-BE49-F238E27FC236}">
                <a16:creationId xmlns:a16="http://schemas.microsoft.com/office/drawing/2014/main" id="{AF3D8963-5580-4C5D-83BD-9F4EE3E85093}"/>
              </a:ext>
            </a:extLst>
          </p:cNvPr>
          <p:cNvSpPr/>
          <p:nvPr/>
        </p:nvSpPr>
        <p:spPr>
          <a:xfrm>
            <a:off x="313386" y="1032555"/>
            <a:ext cx="2062499" cy="3511015"/>
          </a:xfrm>
          <a:prstGeom prst="roundRect">
            <a:avLst>
              <a:gd name="adj" fmla="val 6076"/>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1" name="Rectangle: Rounded Corners 20">
            <a:extLst>
              <a:ext uri="{FF2B5EF4-FFF2-40B4-BE49-F238E27FC236}">
                <a16:creationId xmlns:a16="http://schemas.microsoft.com/office/drawing/2014/main" id="{3266BEE5-890F-4D2B-A3D4-446773B2C7A7}"/>
              </a:ext>
            </a:extLst>
          </p:cNvPr>
          <p:cNvSpPr/>
          <p:nvPr/>
        </p:nvSpPr>
        <p:spPr>
          <a:xfrm>
            <a:off x="2468593" y="1032555"/>
            <a:ext cx="2062499" cy="3511015"/>
          </a:xfrm>
          <a:prstGeom prst="roundRect">
            <a:avLst>
              <a:gd name="adj" fmla="val 6076"/>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2" name="Rectangle: Rounded Corners 21">
            <a:extLst>
              <a:ext uri="{FF2B5EF4-FFF2-40B4-BE49-F238E27FC236}">
                <a16:creationId xmlns:a16="http://schemas.microsoft.com/office/drawing/2014/main" id="{6B76ECF3-ABC9-4360-9A82-4F41E3655D43}"/>
              </a:ext>
            </a:extLst>
          </p:cNvPr>
          <p:cNvSpPr/>
          <p:nvPr/>
        </p:nvSpPr>
        <p:spPr>
          <a:xfrm>
            <a:off x="4623799" y="1032555"/>
            <a:ext cx="2062499" cy="3511015"/>
          </a:xfrm>
          <a:prstGeom prst="roundRect">
            <a:avLst>
              <a:gd name="adj" fmla="val 6076"/>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3" name="Rectangle: Rounded Corners 22">
            <a:extLst>
              <a:ext uri="{FF2B5EF4-FFF2-40B4-BE49-F238E27FC236}">
                <a16:creationId xmlns:a16="http://schemas.microsoft.com/office/drawing/2014/main" id="{2E8E96AE-E249-4716-9137-DA93C7E53D0E}"/>
              </a:ext>
            </a:extLst>
          </p:cNvPr>
          <p:cNvSpPr/>
          <p:nvPr/>
        </p:nvSpPr>
        <p:spPr>
          <a:xfrm>
            <a:off x="6779005" y="1032555"/>
            <a:ext cx="2062499" cy="3511015"/>
          </a:xfrm>
          <a:prstGeom prst="roundRect">
            <a:avLst>
              <a:gd name="adj" fmla="val 6076"/>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6" name="Text Placeholder 4">
            <a:extLst>
              <a:ext uri="{FF2B5EF4-FFF2-40B4-BE49-F238E27FC236}">
                <a16:creationId xmlns:a16="http://schemas.microsoft.com/office/drawing/2014/main" id="{239C0297-1567-40AA-90D6-CB03A2A553DC}"/>
              </a:ext>
            </a:extLst>
          </p:cNvPr>
          <p:cNvSpPr>
            <a:spLocks noGrp="1"/>
          </p:cNvSpPr>
          <p:nvPr userDrawn="1">
            <p:ph type="body" sz="quarter" idx="42"/>
          </p:nvPr>
        </p:nvSpPr>
        <p:spPr bwMode="invGray">
          <a:xfrm>
            <a:off x="422893" y="1111163"/>
            <a:ext cx="1843484" cy="234132"/>
          </a:xfrm>
          <a:prstGeom prst="rect">
            <a:avLst/>
          </a:prstGeom>
        </p:spPr>
        <p:txBody>
          <a:bodyPr anchor="ctr">
            <a:normAutofit/>
          </a:bodyPr>
          <a:lstStyle>
            <a:lvl1pPr marL="0" indent="0">
              <a:buNone/>
              <a:defRPr sz="1050">
                <a:solidFill>
                  <a:srgbClr val="000000"/>
                </a:solidFill>
                <a:latin typeface="Montserrat SemiBold" pitchFamily="2" charset="0"/>
              </a:defRPr>
            </a:lvl1pPr>
          </a:lstStyle>
          <a:p>
            <a:pPr lvl="0"/>
            <a:r>
              <a:rPr lang="en-US"/>
              <a:t>Click to edit Master text styles</a:t>
            </a:r>
          </a:p>
        </p:txBody>
      </p:sp>
      <p:sp>
        <p:nvSpPr>
          <p:cNvPr id="37" name="Text Placeholder 4">
            <a:extLst>
              <a:ext uri="{FF2B5EF4-FFF2-40B4-BE49-F238E27FC236}">
                <a16:creationId xmlns:a16="http://schemas.microsoft.com/office/drawing/2014/main" id="{76D94888-A371-4384-8376-ED2A72F15754}"/>
              </a:ext>
            </a:extLst>
          </p:cNvPr>
          <p:cNvSpPr>
            <a:spLocks noGrp="1"/>
          </p:cNvSpPr>
          <p:nvPr userDrawn="1">
            <p:ph type="body" sz="quarter" idx="48"/>
          </p:nvPr>
        </p:nvSpPr>
        <p:spPr bwMode="invGray">
          <a:xfrm>
            <a:off x="422894" y="1409022"/>
            <a:ext cx="1843483" cy="3045533"/>
          </a:xfrm>
          <a:prstGeom prst="rect">
            <a:avLst/>
          </a:prstGeom>
        </p:spPr>
        <p:txBody>
          <a:bodyPr>
            <a:normAutofit/>
          </a:bodyPr>
          <a:lstStyle>
            <a:lvl1pPr marL="0" indent="0">
              <a:buNone/>
              <a:defRPr sz="900">
                <a:solidFill>
                  <a:srgbClr val="000000"/>
                </a:solidFill>
                <a:latin typeface="Montserrat Regular" panose="00000500000000000000" pitchFamily="2" charset="0"/>
              </a:defRPr>
            </a:lvl1pPr>
          </a:lstStyle>
          <a:p>
            <a:pPr lvl="0"/>
            <a:r>
              <a:rPr lang="en-US"/>
              <a:t>Click to edit Master text styles</a:t>
            </a:r>
          </a:p>
        </p:txBody>
      </p:sp>
      <p:sp>
        <p:nvSpPr>
          <p:cNvPr id="38" name="Text Placeholder 4">
            <a:extLst>
              <a:ext uri="{FF2B5EF4-FFF2-40B4-BE49-F238E27FC236}">
                <a16:creationId xmlns:a16="http://schemas.microsoft.com/office/drawing/2014/main" id="{D94C5563-891A-404C-BEE1-28600555F5A7}"/>
              </a:ext>
            </a:extLst>
          </p:cNvPr>
          <p:cNvSpPr>
            <a:spLocks noGrp="1"/>
          </p:cNvSpPr>
          <p:nvPr userDrawn="1">
            <p:ph type="body" sz="quarter" idx="49"/>
          </p:nvPr>
        </p:nvSpPr>
        <p:spPr bwMode="invGray">
          <a:xfrm>
            <a:off x="2578099" y="1111163"/>
            <a:ext cx="1843484" cy="234132"/>
          </a:xfrm>
          <a:prstGeom prst="rect">
            <a:avLst/>
          </a:prstGeom>
        </p:spPr>
        <p:txBody>
          <a:bodyPr anchor="ctr">
            <a:normAutofit/>
          </a:bodyPr>
          <a:lstStyle>
            <a:lvl1pPr marL="0" indent="0">
              <a:buNone/>
              <a:defRPr sz="1050">
                <a:solidFill>
                  <a:srgbClr val="000000"/>
                </a:solidFill>
                <a:latin typeface="Montserrat SemiBold" pitchFamily="2" charset="0"/>
              </a:defRPr>
            </a:lvl1pPr>
          </a:lstStyle>
          <a:p>
            <a:pPr lvl="0"/>
            <a:r>
              <a:rPr lang="en-US"/>
              <a:t>Click to edit Master text styles</a:t>
            </a:r>
          </a:p>
        </p:txBody>
      </p:sp>
      <p:sp>
        <p:nvSpPr>
          <p:cNvPr id="41" name="Text Placeholder 4">
            <a:extLst>
              <a:ext uri="{FF2B5EF4-FFF2-40B4-BE49-F238E27FC236}">
                <a16:creationId xmlns:a16="http://schemas.microsoft.com/office/drawing/2014/main" id="{D62F8185-7100-4AB7-8700-7B9AB5C5C762}"/>
              </a:ext>
            </a:extLst>
          </p:cNvPr>
          <p:cNvSpPr>
            <a:spLocks noGrp="1"/>
          </p:cNvSpPr>
          <p:nvPr userDrawn="1">
            <p:ph type="body" sz="quarter" idx="50"/>
          </p:nvPr>
        </p:nvSpPr>
        <p:spPr bwMode="invGray">
          <a:xfrm>
            <a:off x="2578101" y="1409022"/>
            <a:ext cx="1843483" cy="3045533"/>
          </a:xfrm>
          <a:prstGeom prst="rect">
            <a:avLst/>
          </a:prstGeom>
        </p:spPr>
        <p:txBody>
          <a:bodyPr>
            <a:normAutofit/>
          </a:bodyPr>
          <a:lstStyle>
            <a:lvl1pPr marL="0" indent="0">
              <a:buNone/>
              <a:defRPr sz="900">
                <a:solidFill>
                  <a:srgbClr val="000000"/>
                </a:solidFill>
                <a:latin typeface="Montserrat Regular" panose="00000500000000000000" pitchFamily="2" charset="0"/>
              </a:defRPr>
            </a:lvl1pPr>
          </a:lstStyle>
          <a:p>
            <a:pPr lvl="0"/>
            <a:r>
              <a:rPr lang="en-US"/>
              <a:t>Click to edit Master text styles</a:t>
            </a:r>
          </a:p>
        </p:txBody>
      </p:sp>
      <p:sp>
        <p:nvSpPr>
          <p:cNvPr id="42" name="Text Placeholder 4">
            <a:extLst>
              <a:ext uri="{FF2B5EF4-FFF2-40B4-BE49-F238E27FC236}">
                <a16:creationId xmlns:a16="http://schemas.microsoft.com/office/drawing/2014/main" id="{F2DDC885-AC07-439F-BC77-A4C9B911E7E5}"/>
              </a:ext>
            </a:extLst>
          </p:cNvPr>
          <p:cNvSpPr>
            <a:spLocks noGrp="1"/>
          </p:cNvSpPr>
          <p:nvPr userDrawn="1">
            <p:ph type="body" sz="quarter" idx="51"/>
          </p:nvPr>
        </p:nvSpPr>
        <p:spPr bwMode="invGray">
          <a:xfrm>
            <a:off x="4733306" y="1111163"/>
            <a:ext cx="1843484" cy="234132"/>
          </a:xfrm>
          <a:prstGeom prst="rect">
            <a:avLst/>
          </a:prstGeom>
        </p:spPr>
        <p:txBody>
          <a:bodyPr anchor="ctr">
            <a:normAutofit/>
          </a:bodyPr>
          <a:lstStyle>
            <a:lvl1pPr marL="0" indent="0">
              <a:buNone/>
              <a:defRPr sz="1050">
                <a:solidFill>
                  <a:srgbClr val="000000"/>
                </a:solidFill>
                <a:latin typeface="Montserrat SemiBold" pitchFamily="2" charset="0"/>
              </a:defRPr>
            </a:lvl1pPr>
          </a:lstStyle>
          <a:p>
            <a:pPr lvl="0"/>
            <a:r>
              <a:rPr lang="en-US"/>
              <a:t>Click to edit Master text styles</a:t>
            </a:r>
          </a:p>
        </p:txBody>
      </p:sp>
      <p:sp>
        <p:nvSpPr>
          <p:cNvPr id="47" name="Text Placeholder 4">
            <a:extLst>
              <a:ext uri="{FF2B5EF4-FFF2-40B4-BE49-F238E27FC236}">
                <a16:creationId xmlns:a16="http://schemas.microsoft.com/office/drawing/2014/main" id="{BF938847-A46F-4040-B617-CA0FDAC75981}"/>
              </a:ext>
            </a:extLst>
          </p:cNvPr>
          <p:cNvSpPr>
            <a:spLocks noGrp="1"/>
          </p:cNvSpPr>
          <p:nvPr userDrawn="1">
            <p:ph type="body" sz="quarter" idx="52"/>
          </p:nvPr>
        </p:nvSpPr>
        <p:spPr bwMode="invGray">
          <a:xfrm>
            <a:off x="4733307" y="1409022"/>
            <a:ext cx="1843483" cy="3045533"/>
          </a:xfrm>
          <a:prstGeom prst="rect">
            <a:avLst/>
          </a:prstGeom>
        </p:spPr>
        <p:txBody>
          <a:bodyPr>
            <a:normAutofit/>
          </a:bodyPr>
          <a:lstStyle>
            <a:lvl1pPr marL="0" indent="0">
              <a:buNone/>
              <a:defRPr sz="900">
                <a:solidFill>
                  <a:srgbClr val="000000"/>
                </a:solidFill>
                <a:latin typeface="Montserrat Regular" panose="00000500000000000000" pitchFamily="2" charset="0"/>
              </a:defRPr>
            </a:lvl1pPr>
          </a:lstStyle>
          <a:p>
            <a:pPr lvl="0"/>
            <a:r>
              <a:rPr lang="en-US"/>
              <a:t>Click to edit Master text styles</a:t>
            </a:r>
          </a:p>
        </p:txBody>
      </p:sp>
      <p:sp>
        <p:nvSpPr>
          <p:cNvPr id="52" name="Text Placeholder 4">
            <a:extLst>
              <a:ext uri="{FF2B5EF4-FFF2-40B4-BE49-F238E27FC236}">
                <a16:creationId xmlns:a16="http://schemas.microsoft.com/office/drawing/2014/main" id="{3D2A8777-0FD1-4F0D-BDA3-82FBFC3C711F}"/>
              </a:ext>
            </a:extLst>
          </p:cNvPr>
          <p:cNvSpPr>
            <a:spLocks noGrp="1"/>
          </p:cNvSpPr>
          <p:nvPr userDrawn="1">
            <p:ph type="body" sz="quarter" idx="53"/>
          </p:nvPr>
        </p:nvSpPr>
        <p:spPr bwMode="invGray">
          <a:xfrm>
            <a:off x="6888512" y="1111163"/>
            <a:ext cx="1843484" cy="234132"/>
          </a:xfrm>
          <a:prstGeom prst="rect">
            <a:avLst/>
          </a:prstGeom>
        </p:spPr>
        <p:txBody>
          <a:bodyPr anchor="ctr">
            <a:normAutofit/>
          </a:bodyPr>
          <a:lstStyle>
            <a:lvl1pPr marL="0" indent="0">
              <a:buNone/>
              <a:defRPr sz="1050">
                <a:solidFill>
                  <a:srgbClr val="000000"/>
                </a:solidFill>
                <a:latin typeface="Montserrat SemiBold" pitchFamily="2" charset="0"/>
              </a:defRPr>
            </a:lvl1pPr>
          </a:lstStyle>
          <a:p>
            <a:pPr lvl="0"/>
            <a:r>
              <a:rPr lang="en-US"/>
              <a:t>Click to edit Master text styles</a:t>
            </a:r>
          </a:p>
        </p:txBody>
      </p:sp>
      <p:sp>
        <p:nvSpPr>
          <p:cNvPr id="54" name="Text Placeholder 4">
            <a:extLst>
              <a:ext uri="{FF2B5EF4-FFF2-40B4-BE49-F238E27FC236}">
                <a16:creationId xmlns:a16="http://schemas.microsoft.com/office/drawing/2014/main" id="{0D2F8A3C-F63E-4F2C-9C20-DCFE48617FE5}"/>
              </a:ext>
            </a:extLst>
          </p:cNvPr>
          <p:cNvSpPr>
            <a:spLocks noGrp="1"/>
          </p:cNvSpPr>
          <p:nvPr userDrawn="1">
            <p:ph type="body" sz="quarter" idx="54"/>
          </p:nvPr>
        </p:nvSpPr>
        <p:spPr bwMode="invGray">
          <a:xfrm>
            <a:off x="6888513" y="1409022"/>
            <a:ext cx="1843483" cy="3045533"/>
          </a:xfrm>
          <a:prstGeom prst="rect">
            <a:avLst/>
          </a:prstGeom>
        </p:spPr>
        <p:txBody>
          <a:bodyPr>
            <a:normAutofit/>
          </a:bodyPr>
          <a:lstStyle>
            <a:lvl1pPr marL="0" indent="0">
              <a:buNone/>
              <a:defRPr sz="900">
                <a:solidFill>
                  <a:srgbClr val="000000"/>
                </a:solidFill>
                <a:latin typeface="Montserrat Regular" panose="00000500000000000000" pitchFamily="2" charset="0"/>
              </a:defRPr>
            </a:lvl1pPr>
          </a:lstStyle>
          <a:p>
            <a:pPr lvl="0"/>
            <a:r>
              <a:rPr lang="en-US"/>
              <a:t>Click to edit Master text styles</a:t>
            </a:r>
          </a:p>
        </p:txBody>
      </p:sp>
    </p:spTree>
    <p:extLst>
      <p:ext uri="{BB962C8B-B14F-4D97-AF65-F5344CB8AC3E}">
        <p14:creationId xmlns:p14="http://schemas.microsoft.com/office/powerpoint/2010/main" val="3398468525"/>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wo blocks">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600" y="353937"/>
            <a:ext cx="8613000" cy="257428"/>
          </a:xfrm>
          <a:prstGeom prst="rect">
            <a:avLst/>
          </a:prstGeom>
        </p:spPr>
        <p:txBody>
          <a:bodyPr anchor="t">
            <a:spAutoFit/>
          </a:bodyPr>
          <a:lstStyle>
            <a:lvl1pPr>
              <a:defRPr sz="1650">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600" y="623198"/>
            <a:ext cx="8613000" cy="276999"/>
          </a:xfrm>
          <a:prstGeom prst="rect">
            <a:avLst/>
          </a:prstGeom>
        </p:spPr>
        <p:txBody>
          <a:bodyPr>
            <a:spAutoFit/>
          </a:bodyPr>
          <a:lstStyle>
            <a:lvl1pPr marL="0" indent="0">
              <a:buNone/>
              <a:defRPr sz="1200">
                <a:solidFill>
                  <a:srgbClr val="2D2D2D"/>
                </a:solidFill>
                <a:latin typeface="Montserrat SemiBold" pitchFamily="2" charset="0"/>
              </a:defRPr>
            </a:lvl1pPr>
          </a:lstStyle>
          <a:p>
            <a:pPr lvl="0"/>
            <a:r>
              <a:rPr lang="en-US"/>
              <a:t>Click to edit Master text styles</a:t>
            </a:r>
          </a:p>
        </p:txBody>
      </p:sp>
      <p:sp>
        <p:nvSpPr>
          <p:cNvPr id="20" name="Rectangle: Rounded Corners 19">
            <a:extLst>
              <a:ext uri="{FF2B5EF4-FFF2-40B4-BE49-F238E27FC236}">
                <a16:creationId xmlns:a16="http://schemas.microsoft.com/office/drawing/2014/main" id="{AF3D8963-5580-4C5D-83BD-9F4EE3E85093}"/>
              </a:ext>
            </a:extLst>
          </p:cNvPr>
          <p:cNvSpPr/>
          <p:nvPr/>
        </p:nvSpPr>
        <p:spPr>
          <a:xfrm>
            <a:off x="313386" y="1032556"/>
            <a:ext cx="3782278" cy="376466"/>
          </a:xfrm>
          <a:prstGeom prst="roundRect">
            <a:avLst>
              <a:gd name="adj" fmla="val 6076"/>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1" name="Rectangle: Rounded Corners 20">
            <a:extLst>
              <a:ext uri="{FF2B5EF4-FFF2-40B4-BE49-F238E27FC236}">
                <a16:creationId xmlns:a16="http://schemas.microsoft.com/office/drawing/2014/main" id="{3266BEE5-890F-4D2B-A3D4-446773B2C7A7}"/>
              </a:ext>
            </a:extLst>
          </p:cNvPr>
          <p:cNvSpPr/>
          <p:nvPr/>
        </p:nvSpPr>
        <p:spPr>
          <a:xfrm>
            <a:off x="5059227" y="1039995"/>
            <a:ext cx="3782278" cy="376466"/>
          </a:xfrm>
          <a:prstGeom prst="roundRect">
            <a:avLst>
              <a:gd name="adj" fmla="val 6076"/>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6" name="Text Placeholder 4">
            <a:extLst>
              <a:ext uri="{FF2B5EF4-FFF2-40B4-BE49-F238E27FC236}">
                <a16:creationId xmlns:a16="http://schemas.microsoft.com/office/drawing/2014/main" id="{239C0297-1567-40AA-90D6-CB03A2A553DC}"/>
              </a:ext>
            </a:extLst>
          </p:cNvPr>
          <p:cNvSpPr>
            <a:spLocks noGrp="1"/>
          </p:cNvSpPr>
          <p:nvPr userDrawn="1">
            <p:ph type="body" sz="quarter" idx="42"/>
          </p:nvPr>
        </p:nvSpPr>
        <p:spPr bwMode="invGray">
          <a:xfrm>
            <a:off x="433399" y="1111163"/>
            <a:ext cx="3542252" cy="234132"/>
          </a:xfrm>
          <a:prstGeom prst="rect">
            <a:avLst/>
          </a:prstGeom>
        </p:spPr>
        <p:txBody>
          <a:bodyPr anchor="ctr">
            <a:normAutofit/>
          </a:bodyPr>
          <a:lstStyle>
            <a:lvl1pPr marL="0" indent="0">
              <a:buNone/>
              <a:defRPr sz="1050">
                <a:solidFill>
                  <a:srgbClr val="000000"/>
                </a:solidFill>
                <a:latin typeface="Montserrat SemiBold" pitchFamily="2" charset="0"/>
              </a:defRPr>
            </a:lvl1pPr>
          </a:lstStyle>
          <a:p>
            <a:pPr lvl="0"/>
            <a:r>
              <a:rPr lang="en-US"/>
              <a:t>Click to edit Master text styles</a:t>
            </a:r>
          </a:p>
        </p:txBody>
      </p:sp>
      <p:sp>
        <p:nvSpPr>
          <p:cNvPr id="37" name="Text Placeholder 4">
            <a:extLst>
              <a:ext uri="{FF2B5EF4-FFF2-40B4-BE49-F238E27FC236}">
                <a16:creationId xmlns:a16="http://schemas.microsoft.com/office/drawing/2014/main" id="{76D94888-A371-4384-8376-ED2A72F15754}"/>
              </a:ext>
            </a:extLst>
          </p:cNvPr>
          <p:cNvSpPr>
            <a:spLocks noGrp="1"/>
          </p:cNvSpPr>
          <p:nvPr userDrawn="1">
            <p:ph type="body" sz="quarter" idx="48"/>
          </p:nvPr>
        </p:nvSpPr>
        <p:spPr bwMode="invGray">
          <a:xfrm>
            <a:off x="433397" y="1487629"/>
            <a:ext cx="3542253" cy="2966926"/>
          </a:xfrm>
          <a:prstGeom prst="rect">
            <a:avLst/>
          </a:prstGeom>
        </p:spPr>
        <p:txBody>
          <a:bodyPr>
            <a:normAutofit/>
          </a:bodyPr>
          <a:lstStyle>
            <a:lvl1pPr marL="0" indent="0">
              <a:buNone/>
              <a:defRPr sz="900">
                <a:solidFill>
                  <a:srgbClr val="000000"/>
                </a:solidFill>
                <a:latin typeface="Montserrat Regular" panose="00000500000000000000" pitchFamily="2" charset="0"/>
              </a:defRPr>
            </a:lvl1pPr>
          </a:lstStyle>
          <a:p>
            <a:pPr lvl="0"/>
            <a:r>
              <a:rPr lang="en-US"/>
              <a:t>Click to edit Master text styles</a:t>
            </a:r>
          </a:p>
        </p:txBody>
      </p:sp>
      <p:sp>
        <p:nvSpPr>
          <p:cNvPr id="38" name="Text Placeholder 4">
            <a:extLst>
              <a:ext uri="{FF2B5EF4-FFF2-40B4-BE49-F238E27FC236}">
                <a16:creationId xmlns:a16="http://schemas.microsoft.com/office/drawing/2014/main" id="{D94C5563-891A-404C-BEE1-28600555F5A7}"/>
              </a:ext>
            </a:extLst>
          </p:cNvPr>
          <p:cNvSpPr>
            <a:spLocks noGrp="1"/>
          </p:cNvSpPr>
          <p:nvPr userDrawn="1">
            <p:ph type="body" sz="quarter" idx="49"/>
          </p:nvPr>
        </p:nvSpPr>
        <p:spPr bwMode="invGray">
          <a:xfrm>
            <a:off x="5179165" y="1111163"/>
            <a:ext cx="3542399" cy="234132"/>
          </a:xfrm>
          <a:prstGeom prst="rect">
            <a:avLst/>
          </a:prstGeom>
        </p:spPr>
        <p:txBody>
          <a:bodyPr anchor="ctr">
            <a:normAutofit/>
          </a:bodyPr>
          <a:lstStyle>
            <a:lvl1pPr marL="0" indent="0">
              <a:buNone/>
              <a:defRPr sz="1050">
                <a:solidFill>
                  <a:srgbClr val="000000"/>
                </a:solidFill>
                <a:latin typeface="Montserrat SemiBold" pitchFamily="2" charset="0"/>
              </a:defRPr>
            </a:lvl1pPr>
          </a:lstStyle>
          <a:p>
            <a:pPr lvl="0"/>
            <a:r>
              <a:rPr lang="en-US"/>
              <a:t>Click to edit Master text styles</a:t>
            </a:r>
          </a:p>
        </p:txBody>
      </p:sp>
      <p:sp>
        <p:nvSpPr>
          <p:cNvPr id="41" name="Text Placeholder 4">
            <a:extLst>
              <a:ext uri="{FF2B5EF4-FFF2-40B4-BE49-F238E27FC236}">
                <a16:creationId xmlns:a16="http://schemas.microsoft.com/office/drawing/2014/main" id="{D62F8185-7100-4AB7-8700-7B9AB5C5C762}"/>
              </a:ext>
            </a:extLst>
          </p:cNvPr>
          <p:cNvSpPr>
            <a:spLocks noGrp="1"/>
          </p:cNvSpPr>
          <p:nvPr userDrawn="1">
            <p:ph type="body" sz="quarter" idx="50"/>
          </p:nvPr>
        </p:nvSpPr>
        <p:spPr bwMode="invGray">
          <a:xfrm>
            <a:off x="5179165" y="1487628"/>
            <a:ext cx="3542400" cy="2966926"/>
          </a:xfrm>
          <a:prstGeom prst="rect">
            <a:avLst/>
          </a:prstGeom>
        </p:spPr>
        <p:txBody>
          <a:bodyPr>
            <a:normAutofit/>
          </a:bodyPr>
          <a:lstStyle>
            <a:lvl1pPr marL="0" indent="0">
              <a:buNone/>
              <a:defRPr sz="900">
                <a:solidFill>
                  <a:srgbClr val="000000"/>
                </a:solidFill>
                <a:latin typeface="Montserrat Regular" panose="00000500000000000000" pitchFamily="2" charset="0"/>
              </a:defRPr>
            </a:lvl1pPr>
          </a:lstStyle>
          <a:p>
            <a:pPr lvl="0"/>
            <a:r>
              <a:rPr lang="en-US"/>
              <a:t>Click to edit Master text styles</a:t>
            </a:r>
          </a:p>
        </p:txBody>
      </p:sp>
    </p:spTree>
    <p:extLst>
      <p:ext uri="{BB962C8B-B14F-4D97-AF65-F5344CB8AC3E}">
        <p14:creationId xmlns:p14="http://schemas.microsoft.com/office/powerpoint/2010/main" val="232348058"/>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hree blocks">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600" y="353937"/>
            <a:ext cx="8613000" cy="257428"/>
          </a:xfrm>
          <a:prstGeom prst="rect">
            <a:avLst/>
          </a:prstGeom>
        </p:spPr>
        <p:txBody>
          <a:bodyPr anchor="t">
            <a:spAutoFit/>
          </a:bodyPr>
          <a:lstStyle>
            <a:lvl1pPr>
              <a:defRPr sz="1650">
                <a:solidFill>
                  <a:srgbClr val="000000"/>
                </a:solidFill>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600" y="623198"/>
            <a:ext cx="8613000" cy="276999"/>
          </a:xfrm>
          <a:prstGeom prst="rect">
            <a:avLst/>
          </a:prstGeom>
        </p:spPr>
        <p:txBody>
          <a:bodyPr>
            <a:spAutoFit/>
          </a:bodyPr>
          <a:lstStyle>
            <a:lvl1pPr marL="0" indent="0">
              <a:buNone/>
              <a:defRPr sz="1200">
                <a:solidFill>
                  <a:srgbClr val="000000"/>
                </a:solidFill>
                <a:latin typeface="Montserrat SemiBold" pitchFamily="2" charset="0"/>
              </a:defRPr>
            </a:lvl1pPr>
          </a:lstStyle>
          <a:p>
            <a:pPr lvl="0"/>
            <a:r>
              <a:rPr lang="en-US"/>
              <a:t>Click to edit Master text styles</a:t>
            </a:r>
          </a:p>
        </p:txBody>
      </p:sp>
      <p:sp>
        <p:nvSpPr>
          <p:cNvPr id="20" name="Rectangle: Rounded Corners 19">
            <a:extLst>
              <a:ext uri="{FF2B5EF4-FFF2-40B4-BE49-F238E27FC236}">
                <a16:creationId xmlns:a16="http://schemas.microsoft.com/office/drawing/2014/main" id="{AF3D8963-5580-4C5D-83BD-9F4EE3E85093}"/>
              </a:ext>
            </a:extLst>
          </p:cNvPr>
          <p:cNvSpPr/>
          <p:nvPr/>
        </p:nvSpPr>
        <p:spPr>
          <a:xfrm>
            <a:off x="313386" y="1032556"/>
            <a:ext cx="2429999" cy="376466"/>
          </a:xfrm>
          <a:prstGeom prst="roundRect">
            <a:avLst>
              <a:gd name="adj" fmla="val 6076"/>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1" name="Rectangle: Rounded Corners 20">
            <a:extLst>
              <a:ext uri="{FF2B5EF4-FFF2-40B4-BE49-F238E27FC236}">
                <a16:creationId xmlns:a16="http://schemas.microsoft.com/office/drawing/2014/main" id="{3266BEE5-890F-4D2B-A3D4-446773B2C7A7}"/>
              </a:ext>
            </a:extLst>
          </p:cNvPr>
          <p:cNvSpPr/>
          <p:nvPr/>
        </p:nvSpPr>
        <p:spPr>
          <a:xfrm>
            <a:off x="3362446" y="1039995"/>
            <a:ext cx="2429999" cy="376466"/>
          </a:xfrm>
          <a:prstGeom prst="roundRect">
            <a:avLst>
              <a:gd name="adj" fmla="val 6076"/>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2" name="Rectangle: Rounded Corners 21">
            <a:extLst>
              <a:ext uri="{FF2B5EF4-FFF2-40B4-BE49-F238E27FC236}">
                <a16:creationId xmlns:a16="http://schemas.microsoft.com/office/drawing/2014/main" id="{6B76ECF3-ABC9-4360-9A82-4F41E3655D43}"/>
              </a:ext>
            </a:extLst>
          </p:cNvPr>
          <p:cNvSpPr/>
          <p:nvPr/>
        </p:nvSpPr>
        <p:spPr>
          <a:xfrm>
            <a:off x="6411505" y="1039996"/>
            <a:ext cx="2429999" cy="376466"/>
          </a:xfrm>
          <a:prstGeom prst="roundRect">
            <a:avLst>
              <a:gd name="adj" fmla="val 6076"/>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6" name="Text Placeholder 4">
            <a:extLst>
              <a:ext uri="{FF2B5EF4-FFF2-40B4-BE49-F238E27FC236}">
                <a16:creationId xmlns:a16="http://schemas.microsoft.com/office/drawing/2014/main" id="{239C0297-1567-40AA-90D6-CB03A2A553DC}"/>
              </a:ext>
            </a:extLst>
          </p:cNvPr>
          <p:cNvSpPr>
            <a:spLocks noGrp="1"/>
          </p:cNvSpPr>
          <p:nvPr userDrawn="1">
            <p:ph type="body" sz="quarter" idx="42"/>
          </p:nvPr>
        </p:nvSpPr>
        <p:spPr bwMode="invGray">
          <a:xfrm>
            <a:off x="421038" y="1111163"/>
            <a:ext cx="2214694" cy="234132"/>
          </a:xfrm>
          <a:prstGeom prst="rect">
            <a:avLst/>
          </a:prstGeom>
        </p:spPr>
        <p:txBody>
          <a:bodyPr lIns="90000" tIns="46800" rIns="90000" bIns="46800" anchor="ctr">
            <a:normAutofit/>
          </a:bodyPr>
          <a:lstStyle>
            <a:lvl1pPr marL="0" indent="0">
              <a:buNone/>
              <a:defRPr sz="1050">
                <a:solidFill>
                  <a:srgbClr val="000000"/>
                </a:solidFill>
                <a:latin typeface="Montserrat SemiBold" pitchFamily="2" charset="0"/>
              </a:defRPr>
            </a:lvl1pPr>
          </a:lstStyle>
          <a:p>
            <a:pPr lvl="0"/>
            <a:r>
              <a:rPr lang="en-US"/>
              <a:t>Click to edit Master text styles</a:t>
            </a:r>
          </a:p>
        </p:txBody>
      </p:sp>
      <p:sp>
        <p:nvSpPr>
          <p:cNvPr id="37" name="Text Placeholder 4">
            <a:extLst>
              <a:ext uri="{FF2B5EF4-FFF2-40B4-BE49-F238E27FC236}">
                <a16:creationId xmlns:a16="http://schemas.microsoft.com/office/drawing/2014/main" id="{76D94888-A371-4384-8376-ED2A72F15754}"/>
              </a:ext>
            </a:extLst>
          </p:cNvPr>
          <p:cNvSpPr>
            <a:spLocks noGrp="1"/>
          </p:cNvSpPr>
          <p:nvPr userDrawn="1">
            <p:ph type="body" sz="quarter" idx="48"/>
          </p:nvPr>
        </p:nvSpPr>
        <p:spPr bwMode="invGray">
          <a:xfrm>
            <a:off x="421385" y="1487629"/>
            <a:ext cx="2214000" cy="2966926"/>
          </a:xfrm>
          <a:prstGeom prst="rect">
            <a:avLst/>
          </a:prstGeom>
        </p:spPr>
        <p:txBody>
          <a:bodyPr>
            <a:normAutofit/>
          </a:bodyPr>
          <a:lstStyle>
            <a:lvl1pPr marL="0" indent="0">
              <a:buNone/>
              <a:defRPr sz="900">
                <a:solidFill>
                  <a:srgbClr val="000000"/>
                </a:solidFill>
                <a:latin typeface="Montserrat Regular" panose="00000500000000000000" pitchFamily="2" charset="0"/>
              </a:defRPr>
            </a:lvl1pPr>
          </a:lstStyle>
          <a:p>
            <a:pPr lvl="0"/>
            <a:r>
              <a:rPr lang="en-US"/>
              <a:t>Click to edit Master text styles</a:t>
            </a:r>
          </a:p>
        </p:txBody>
      </p:sp>
      <p:sp>
        <p:nvSpPr>
          <p:cNvPr id="38" name="Text Placeholder 4">
            <a:extLst>
              <a:ext uri="{FF2B5EF4-FFF2-40B4-BE49-F238E27FC236}">
                <a16:creationId xmlns:a16="http://schemas.microsoft.com/office/drawing/2014/main" id="{D94C5563-891A-404C-BEE1-28600555F5A7}"/>
              </a:ext>
            </a:extLst>
          </p:cNvPr>
          <p:cNvSpPr>
            <a:spLocks noGrp="1"/>
          </p:cNvSpPr>
          <p:nvPr userDrawn="1">
            <p:ph type="body" sz="quarter" idx="49"/>
          </p:nvPr>
        </p:nvSpPr>
        <p:spPr bwMode="invGray">
          <a:xfrm>
            <a:off x="3470444" y="1111163"/>
            <a:ext cx="2214000" cy="234132"/>
          </a:xfrm>
          <a:prstGeom prst="rect">
            <a:avLst/>
          </a:prstGeom>
        </p:spPr>
        <p:txBody>
          <a:bodyPr anchor="ctr">
            <a:normAutofit/>
          </a:bodyPr>
          <a:lstStyle>
            <a:lvl1pPr marL="0" indent="0">
              <a:buNone/>
              <a:defRPr sz="1050">
                <a:solidFill>
                  <a:srgbClr val="000000"/>
                </a:solidFill>
                <a:latin typeface="Montserrat SemiBold" pitchFamily="2" charset="0"/>
              </a:defRPr>
            </a:lvl1pPr>
          </a:lstStyle>
          <a:p>
            <a:pPr lvl="0"/>
            <a:r>
              <a:rPr lang="en-US"/>
              <a:t>Click to edit Master text styles</a:t>
            </a:r>
          </a:p>
        </p:txBody>
      </p:sp>
      <p:sp>
        <p:nvSpPr>
          <p:cNvPr id="41" name="Text Placeholder 4">
            <a:extLst>
              <a:ext uri="{FF2B5EF4-FFF2-40B4-BE49-F238E27FC236}">
                <a16:creationId xmlns:a16="http://schemas.microsoft.com/office/drawing/2014/main" id="{D62F8185-7100-4AB7-8700-7B9AB5C5C762}"/>
              </a:ext>
            </a:extLst>
          </p:cNvPr>
          <p:cNvSpPr>
            <a:spLocks noGrp="1"/>
          </p:cNvSpPr>
          <p:nvPr userDrawn="1">
            <p:ph type="body" sz="quarter" idx="50"/>
          </p:nvPr>
        </p:nvSpPr>
        <p:spPr bwMode="invGray">
          <a:xfrm>
            <a:off x="3470444" y="1487629"/>
            <a:ext cx="2214000" cy="2966926"/>
          </a:xfrm>
          <a:prstGeom prst="rect">
            <a:avLst/>
          </a:prstGeom>
        </p:spPr>
        <p:txBody>
          <a:bodyPr>
            <a:normAutofit/>
          </a:bodyPr>
          <a:lstStyle>
            <a:lvl1pPr marL="0" indent="0">
              <a:buNone/>
              <a:defRPr sz="900">
                <a:solidFill>
                  <a:srgbClr val="000000"/>
                </a:solidFill>
                <a:latin typeface="Montserrat Regular" panose="00000500000000000000" pitchFamily="2" charset="0"/>
              </a:defRPr>
            </a:lvl1pPr>
          </a:lstStyle>
          <a:p>
            <a:pPr lvl="0"/>
            <a:r>
              <a:rPr lang="en-US"/>
              <a:t>Click to edit Master text styles</a:t>
            </a:r>
          </a:p>
        </p:txBody>
      </p:sp>
      <p:sp>
        <p:nvSpPr>
          <p:cNvPr id="42" name="Text Placeholder 4">
            <a:extLst>
              <a:ext uri="{FF2B5EF4-FFF2-40B4-BE49-F238E27FC236}">
                <a16:creationId xmlns:a16="http://schemas.microsoft.com/office/drawing/2014/main" id="{F2DDC885-AC07-439F-BC77-A4C9B911E7E5}"/>
              </a:ext>
            </a:extLst>
          </p:cNvPr>
          <p:cNvSpPr>
            <a:spLocks noGrp="1"/>
          </p:cNvSpPr>
          <p:nvPr userDrawn="1">
            <p:ph type="body" sz="quarter" idx="51"/>
          </p:nvPr>
        </p:nvSpPr>
        <p:spPr bwMode="invGray">
          <a:xfrm>
            <a:off x="6519504" y="1111163"/>
            <a:ext cx="2214000" cy="234132"/>
          </a:xfrm>
          <a:prstGeom prst="rect">
            <a:avLst/>
          </a:prstGeom>
        </p:spPr>
        <p:txBody>
          <a:bodyPr anchor="ctr">
            <a:normAutofit/>
          </a:bodyPr>
          <a:lstStyle>
            <a:lvl1pPr marL="0" indent="0">
              <a:buNone/>
              <a:defRPr sz="1050">
                <a:solidFill>
                  <a:srgbClr val="000000"/>
                </a:solidFill>
                <a:latin typeface="Montserrat SemiBold" pitchFamily="2" charset="0"/>
              </a:defRPr>
            </a:lvl1pPr>
          </a:lstStyle>
          <a:p>
            <a:pPr lvl="0"/>
            <a:r>
              <a:rPr lang="en-US"/>
              <a:t>Click to edit Master text styles</a:t>
            </a:r>
          </a:p>
        </p:txBody>
      </p:sp>
      <p:sp>
        <p:nvSpPr>
          <p:cNvPr id="47" name="Text Placeholder 4">
            <a:extLst>
              <a:ext uri="{FF2B5EF4-FFF2-40B4-BE49-F238E27FC236}">
                <a16:creationId xmlns:a16="http://schemas.microsoft.com/office/drawing/2014/main" id="{BF938847-A46F-4040-B617-CA0FDAC75981}"/>
              </a:ext>
            </a:extLst>
          </p:cNvPr>
          <p:cNvSpPr>
            <a:spLocks noGrp="1"/>
          </p:cNvSpPr>
          <p:nvPr userDrawn="1">
            <p:ph type="body" sz="quarter" idx="52"/>
          </p:nvPr>
        </p:nvSpPr>
        <p:spPr bwMode="invGray">
          <a:xfrm>
            <a:off x="6519504" y="1487629"/>
            <a:ext cx="2214000" cy="2966926"/>
          </a:xfrm>
          <a:prstGeom prst="rect">
            <a:avLst/>
          </a:prstGeom>
        </p:spPr>
        <p:txBody>
          <a:bodyPr>
            <a:normAutofit/>
          </a:bodyPr>
          <a:lstStyle>
            <a:lvl1pPr marL="0" indent="0">
              <a:buNone/>
              <a:defRPr sz="900">
                <a:solidFill>
                  <a:srgbClr val="000000"/>
                </a:solidFill>
                <a:latin typeface="Montserrat Regular" panose="00000500000000000000" pitchFamily="2" charset="0"/>
              </a:defRPr>
            </a:lvl1pPr>
          </a:lstStyle>
          <a:p>
            <a:pPr lvl="0"/>
            <a:r>
              <a:rPr lang="en-US"/>
              <a:t>Click to edit Master text styles</a:t>
            </a:r>
          </a:p>
        </p:txBody>
      </p:sp>
    </p:spTree>
    <p:extLst>
      <p:ext uri="{BB962C8B-B14F-4D97-AF65-F5344CB8AC3E}">
        <p14:creationId xmlns:p14="http://schemas.microsoft.com/office/powerpoint/2010/main" val="2830399070"/>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Four blocks">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600" y="353937"/>
            <a:ext cx="8613000" cy="257428"/>
          </a:xfrm>
          <a:prstGeom prst="rect">
            <a:avLst/>
          </a:prstGeom>
        </p:spPr>
        <p:txBody>
          <a:bodyPr anchor="t">
            <a:spAutoFit/>
          </a:bodyPr>
          <a:lstStyle>
            <a:lvl1pPr>
              <a:defRPr sz="1650">
                <a:solidFill>
                  <a:srgbClr val="000000"/>
                </a:solidFill>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600" y="623198"/>
            <a:ext cx="8613000" cy="276999"/>
          </a:xfrm>
          <a:prstGeom prst="rect">
            <a:avLst/>
          </a:prstGeom>
        </p:spPr>
        <p:txBody>
          <a:bodyPr>
            <a:spAutoFit/>
          </a:bodyPr>
          <a:lstStyle>
            <a:lvl1pPr marL="0" indent="0">
              <a:buNone/>
              <a:defRPr sz="1200">
                <a:solidFill>
                  <a:srgbClr val="000000"/>
                </a:solidFill>
                <a:latin typeface="Montserrat SemiBold" pitchFamily="2" charset="0"/>
              </a:defRPr>
            </a:lvl1pPr>
          </a:lstStyle>
          <a:p>
            <a:pPr lvl="0"/>
            <a:r>
              <a:rPr lang="en-US"/>
              <a:t>Click to edit Master text styles</a:t>
            </a:r>
          </a:p>
        </p:txBody>
      </p:sp>
      <p:sp>
        <p:nvSpPr>
          <p:cNvPr id="20" name="Rectangle: Rounded Corners 19">
            <a:extLst>
              <a:ext uri="{FF2B5EF4-FFF2-40B4-BE49-F238E27FC236}">
                <a16:creationId xmlns:a16="http://schemas.microsoft.com/office/drawing/2014/main" id="{AF3D8963-5580-4C5D-83BD-9F4EE3E85093}"/>
              </a:ext>
            </a:extLst>
          </p:cNvPr>
          <p:cNvSpPr/>
          <p:nvPr/>
        </p:nvSpPr>
        <p:spPr>
          <a:xfrm>
            <a:off x="313386" y="1032556"/>
            <a:ext cx="2062499" cy="376466"/>
          </a:xfrm>
          <a:prstGeom prst="roundRect">
            <a:avLst>
              <a:gd name="adj" fmla="val 6076"/>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1" name="Rectangle: Rounded Corners 20">
            <a:extLst>
              <a:ext uri="{FF2B5EF4-FFF2-40B4-BE49-F238E27FC236}">
                <a16:creationId xmlns:a16="http://schemas.microsoft.com/office/drawing/2014/main" id="{3266BEE5-890F-4D2B-A3D4-446773B2C7A7}"/>
              </a:ext>
            </a:extLst>
          </p:cNvPr>
          <p:cNvSpPr/>
          <p:nvPr/>
        </p:nvSpPr>
        <p:spPr>
          <a:xfrm>
            <a:off x="2468593" y="1032556"/>
            <a:ext cx="2062499" cy="376466"/>
          </a:xfrm>
          <a:prstGeom prst="roundRect">
            <a:avLst>
              <a:gd name="adj" fmla="val 6076"/>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2" name="Rectangle: Rounded Corners 21">
            <a:extLst>
              <a:ext uri="{FF2B5EF4-FFF2-40B4-BE49-F238E27FC236}">
                <a16:creationId xmlns:a16="http://schemas.microsoft.com/office/drawing/2014/main" id="{6B76ECF3-ABC9-4360-9A82-4F41E3655D43}"/>
              </a:ext>
            </a:extLst>
          </p:cNvPr>
          <p:cNvSpPr/>
          <p:nvPr/>
        </p:nvSpPr>
        <p:spPr>
          <a:xfrm>
            <a:off x="4623799" y="1032556"/>
            <a:ext cx="2062499" cy="376466"/>
          </a:xfrm>
          <a:prstGeom prst="roundRect">
            <a:avLst>
              <a:gd name="adj" fmla="val 6076"/>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3" name="Rectangle: Rounded Corners 22">
            <a:extLst>
              <a:ext uri="{FF2B5EF4-FFF2-40B4-BE49-F238E27FC236}">
                <a16:creationId xmlns:a16="http://schemas.microsoft.com/office/drawing/2014/main" id="{2E8E96AE-E249-4716-9137-DA93C7E53D0E}"/>
              </a:ext>
            </a:extLst>
          </p:cNvPr>
          <p:cNvSpPr/>
          <p:nvPr/>
        </p:nvSpPr>
        <p:spPr>
          <a:xfrm>
            <a:off x="6779005" y="1032556"/>
            <a:ext cx="2062499" cy="376466"/>
          </a:xfrm>
          <a:prstGeom prst="roundRect">
            <a:avLst>
              <a:gd name="adj" fmla="val 6076"/>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6" name="Text Placeholder 4">
            <a:extLst>
              <a:ext uri="{FF2B5EF4-FFF2-40B4-BE49-F238E27FC236}">
                <a16:creationId xmlns:a16="http://schemas.microsoft.com/office/drawing/2014/main" id="{239C0297-1567-40AA-90D6-CB03A2A553DC}"/>
              </a:ext>
            </a:extLst>
          </p:cNvPr>
          <p:cNvSpPr>
            <a:spLocks noGrp="1"/>
          </p:cNvSpPr>
          <p:nvPr userDrawn="1">
            <p:ph type="body" sz="quarter" idx="42"/>
          </p:nvPr>
        </p:nvSpPr>
        <p:spPr bwMode="invGray">
          <a:xfrm>
            <a:off x="422893" y="1111163"/>
            <a:ext cx="1843484" cy="234132"/>
          </a:xfrm>
          <a:prstGeom prst="rect">
            <a:avLst/>
          </a:prstGeom>
        </p:spPr>
        <p:txBody>
          <a:bodyPr anchor="ctr">
            <a:normAutofit/>
          </a:bodyPr>
          <a:lstStyle>
            <a:lvl1pPr marL="0" indent="0">
              <a:buNone/>
              <a:defRPr sz="1050">
                <a:solidFill>
                  <a:srgbClr val="000000"/>
                </a:solidFill>
                <a:latin typeface="Montserrat SemiBold" pitchFamily="2" charset="0"/>
              </a:defRPr>
            </a:lvl1pPr>
          </a:lstStyle>
          <a:p>
            <a:pPr lvl="0"/>
            <a:r>
              <a:rPr lang="en-US"/>
              <a:t>Click to edit Master text styles</a:t>
            </a:r>
          </a:p>
        </p:txBody>
      </p:sp>
      <p:sp>
        <p:nvSpPr>
          <p:cNvPr id="37" name="Text Placeholder 4">
            <a:extLst>
              <a:ext uri="{FF2B5EF4-FFF2-40B4-BE49-F238E27FC236}">
                <a16:creationId xmlns:a16="http://schemas.microsoft.com/office/drawing/2014/main" id="{76D94888-A371-4384-8376-ED2A72F15754}"/>
              </a:ext>
            </a:extLst>
          </p:cNvPr>
          <p:cNvSpPr>
            <a:spLocks noGrp="1"/>
          </p:cNvSpPr>
          <p:nvPr userDrawn="1">
            <p:ph type="body" sz="quarter" idx="48"/>
          </p:nvPr>
        </p:nvSpPr>
        <p:spPr bwMode="invGray">
          <a:xfrm>
            <a:off x="422894" y="1487629"/>
            <a:ext cx="1843483" cy="2966926"/>
          </a:xfrm>
          <a:prstGeom prst="rect">
            <a:avLst/>
          </a:prstGeom>
        </p:spPr>
        <p:txBody>
          <a:bodyPr>
            <a:normAutofit/>
          </a:bodyPr>
          <a:lstStyle>
            <a:lvl1pPr marL="0" indent="0">
              <a:buNone/>
              <a:defRPr sz="900">
                <a:solidFill>
                  <a:srgbClr val="000000"/>
                </a:solidFill>
                <a:latin typeface="Montserrat Regular" panose="00000500000000000000" pitchFamily="2" charset="0"/>
              </a:defRPr>
            </a:lvl1pPr>
          </a:lstStyle>
          <a:p>
            <a:pPr lvl="0"/>
            <a:r>
              <a:rPr lang="en-US"/>
              <a:t>Click to edit Master text styles</a:t>
            </a:r>
          </a:p>
        </p:txBody>
      </p:sp>
      <p:sp>
        <p:nvSpPr>
          <p:cNvPr id="38" name="Text Placeholder 4">
            <a:extLst>
              <a:ext uri="{FF2B5EF4-FFF2-40B4-BE49-F238E27FC236}">
                <a16:creationId xmlns:a16="http://schemas.microsoft.com/office/drawing/2014/main" id="{D94C5563-891A-404C-BEE1-28600555F5A7}"/>
              </a:ext>
            </a:extLst>
          </p:cNvPr>
          <p:cNvSpPr>
            <a:spLocks noGrp="1"/>
          </p:cNvSpPr>
          <p:nvPr userDrawn="1">
            <p:ph type="body" sz="quarter" idx="49"/>
          </p:nvPr>
        </p:nvSpPr>
        <p:spPr bwMode="invGray">
          <a:xfrm>
            <a:off x="2578099" y="1111163"/>
            <a:ext cx="1843484" cy="234132"/>
          </a:xfrm>
          <a:prstGeom prst="rect">
            <a:avLst/>
          </a:prstGeom>
        </p:spPr>
        <p:txBody>
          <a:bodyPr anchor="ctr">
            <a:normAutofit/>
          </a:bodyPr>
          <a:lstStyle>
            <a:lvl1pPr marL="0" indent="0">
              <a:buNone/>
              <a:defRPr sz="1050">
                <a:solidFill>
                  <a:srgbClr val="000000"/>
                </a:solidFill>
                <a:latin typeface="Montserrat SemiBold" pitchFamily="2" charset="0"/>
              </a:defRPr>
            </a:lvl1pPr>
          </a:lstStyle>
          <a:p>
            <a:pPr lvl="0"/>
            <a:r>
              <a:rPr lang="en-US"/>
              <a:t>Click to edit Master text styles</a:t>
            </a:r>
          </a:p>
        </p:txBody>
      </p:sp>
      <p:sp>
        <p:nvSpPr>
          <p:cNvPr id="41" name="Text Placeholder 4">
            <a:extLst>
              <a:ext uri="{FF2B5EF4-FFF2-40B4-BE49-F238E27FC236}">
                <a16:creationId xmlns:a16="http://schemas.microsoft.com/office/drawing/2014/main" id="{D62F8185-7100-4AB7-8700-7B9AB5C5C762}"/>
              </a:ext>
            </a:extLst>
          </p:cNvPr>
          <p:cNvSpPr>
            <a:spLocks noGrp="1"/>
          </p:cNvSpPr>
          <p:nvPr userDrawn="1">
            <p:ph type="body" sz="quarter" idx="50"/>
          </p:nvPr>
        </p:nvSpPr>
        <p:spPr bwMode="invGray">
          <a:xfrm>
            <a:off x="2578101" y="1487629"/>
            <a:ext cx="1843483" cy="2966926"/>
          </a:xfrm>
          <a:prstGeom prst="rect">
            <a:avLst/>
          </a:prstGeom>
        </p:spPr>
        <p:txBody>
          <a:bodyPr>
            <a:normAutofit/>
          </a:bodyPr>
          <a:lstStyle>
            <a:lvl1pPr marL="0" indent="0">
              <a:buNone/>
              <a:defRPr sz="900">
                <a:solidFill>
                  <a:srgbClr val="000000"/>
                </a:solidFill>
                <a:latin typeface="Montserrat Regular" panose="00000500000000000000" pitchFamily="2" charset="0"/>
              </a:defRPr>
            </a:lvl1pPr>
          </a:lstStyle>
          <a:p>
            <a:pPr lvl="0"/>
            <a:r>
              <a:rPr lang="en-US"/>
              <a:t>Click to edit Master text styles</a:t>
            </a:r>
          </a:p>
        </p:txBody>
      </p:sp>
      <p:sp>
        <p:nvSpPr>
          <p:cNvPr id="42" name="Text Placeholder 4">
            <a:extLst>
              <a:ext uri="{FF2B5EF4-FFF2-40B4-BE49-F238E27FC236}">
                <a16:creationId xmlns:a16="http://schemas.microsoft.com/office/drawing/2014/main" id="{F2DDC885-AC07-439F-BC77-A4C9B911E7E5}"/>
              </a:ext>
            </a:extLst>
          </p:cNvPr>
          <p:cNvSpPr>
            <a:spLocks noGrp="1"/>
          </p:cNvSpPr>
          <p:nvPr userDrawn="1">
            <p:ph type="body" sz="quarter" idx="51"/>
          </p:nvPr>
        </p:nvSpPr>
        <p:spPr bwMode="invGray">
          <a:xfrm>
            <a:off x="4733306" y="1111163"/>
            <a:ext cx="1843484" cy="234132"/>
          </a:xfrm>
          <a:prstGeom prst="rect">
            <a:avLst/>
          </a:prstGeom>
        </p:spPr>
        <p:txBody>
          <a:bodyPr anchor="ctr">
            <a:normAutofit/>
          </a:bodyPr>
          <a:lstStyle>
            <a:lvl1pPr marL="0" indent="0">
              <a:buNone/>
              <a:defRPr sz="1050">
                <a:solidFill>
                  <a:srgbClr val="000000"/>
                </a:solidFill>
                <a:latin typeface="Montserrat SemiBold" pitchFamily="2" charset="0"/>
              </a:defRPr>
            </a:lvl1pPr>
          </a:lstStyle>
          <a:p>
            <a:pPr lvl="0"/>
            <a:r>
              <a:rPr lang="en-US"/>
              <a:t>Click to edit Master text styles</a:t>
            </a:r>
          </a:p>
        </p:txBody>
      </p:sp>
      <p:sp>
        <p:nvSpPr>
          <p:cNvPr id="47" name="Text Placeholder 4">
            <a:extLst>
              <a:ext uri="{FF2B5EF4-FFF2-40B4-BE49-F238E27FC236}">
                <a16:creationId xmlns:a16="http://schemas.microsoft.com/office/drawing/2014/main" id="{BF938847-A46F-4040-B617-CA0FDAC75981}"/>
              </a:ext>
            </a:extLst>
          </p:cNvPr>
          <p:cNvSpPr>
            <a:spLocks noGrp="1"/>
          </p:cNvSpPr>
          <p:nvPr userDrawn="1">
            <p:ph type="body" sz="quarter" idx="52"/>
          </p:nvPr>
        </p:nvSpPr>
        <p:spPr bwMode="invGray">
          <a:xfrm>
            <a:off x="4733307" y="1487629"/>
            <a:ext cx="1843483" cy="2966926"/>
          </a:xfrm>
          <a:prstGeom prst="rect">
            <a:avLst/>
          </a:prstGeom>
        </p:spPr>
        <p:txBody>
          <a:bodyPr>
            <a:normAutofit/>
          </a:bodyPr>
          <a:lstStyle>
            <a:lvl1pPr marL="0" indent="0">
              <a:buNone/>
              <a:defRPr sz="900">
                <a:solidFill>
                  <a:srgbClr val="000000"/>
                </a:solidFill>
                <a:latin typeface="Montserrat Regular" panose="00000500000000000000" pitchFamily="2" charset="0"/>
              </a:defRPr>
            </a:lvl1pPr>
          </a:lstStyle>
          <a:p>
            <a:pPr lvl="0"/>
            <a:r>
              <a:rPr lang="en-US"/>
              <a:t>Click to edit Master text styles</a:t>
            </a:r>
          </a:p>
        </p:txBody>
      </p:sp>
      <p:sp>
        <p:nvSpPr>
          <p:cNvPr id="52" name="Text Placeholder 4">
            <a:extLst>
              <a:ext uri="{FF2B5EF4-FFF2-40B4-BE49-F238E27FC236}">
                <a16:creationId xmlns:a16="http://schemas.microsoft.com/office/drawing/2014/main" id="{3D2A8777-0FD1-4F0D-BDA3-82FBFC3C711F}"/>
              </a:ext>
            </a:extLst>
          </p:cNvPr>
          <p:cNvSpPr>
            <a:spLocks noGrp="1"/>
          </p:cNvSpPr>
          <p:nvPr userDrawn="1">
            <p:ph type="body" sz="quarter" idx="53"/>
          </p:nvPr>
        </p:nvSpPr>
        <p:spPr bwMode="invGray">
          <a:xfrm>
            <a:off x="6888512" y="1111163"/>
            <a:ext cx="1843484" cy="234132"/>
          </a:xfrm>
          <a:prstGeom prst="rect">
            <a:avLst/>
          </a:prstGeom>
        </p:spPr>
        <p:txBody>
          <a:bodyPr anchor="ctr">
            <a:normAutofit/>
          </a:bodyPr>
          <a:lstStyle>
            <a:lvl1pPr marL="0" indent="0">
              <a:buNone/>
              <a:defRPr sz="1050">
                <a:solidFill>
                  <a:srgbClr val="000000"/>
                </a:solidFill>
                <a:latin typeface="Montserrat SemiBold" pitchFamily="2" charset="0"/>
              </a:defRPr>
            </a:lvl1pPr>
          </a:lstStyle>
          <a:p>
            <a:pPr lvl="0"/>
            <a:r>
              <a:rPr lang="en-US"/>
              <a:t>Click to edit Master text styles</a:t>
            </a:r>
          </a:p>
        </p:txBody>
      </p:sp>
      <p:sp>
        <p:nvSpPr>
          <p:cNvPr id="54" name="Text Placeholder 4">
            <a:extLst>
              <a:ext uri="{FF2B5EF4-FFF2-40B4-BE49-F238E27FC236}">
                <a16:creationId xmlns:a16="http://schemas.microsoft.com/office/drawing/2014/main" id="{0D2F8A3C-F63E-4F2C-9C20-DCFE48617FE5}"/>
              </a:ext>
            </a:extLst>
          </p:cNvPr>
          <p:cNvSpPr>
            <a:spLocks noGrp="1"/>
          </p:cNvSpPr>
          <p:nvPr userDrawn="1">
            <p:ph type="body" sz="quarter" idx="54"/>
          </p:nvPr>
        </p:nvSpPr>
        <p:spPr bwMode="invGray">
          <a:xfrm>
            <a:off x="6888513" y="1487629"/>
            <a:ext cx="1843483" cy="2966926"/>
          </a:xfrm>
          <a:prstGeom prst="rect">
            <a:avLst/>
          </a:prstGeom>
        </p:spPr>
        <p:txBody>
          <a:bodyPr>
            <a:normAutofit/>
          </a:bodyPr>
          <a:lstStyle>
            <a:lvl1pPr marL="0" indent="0">
              <a:buNone/>
              <a:defRPr sz="900">
                <a:solidFill>
                  <a:srgbClr val="000000"/>
                </a:solidFill>
                <a:latin typeface="Montserrat Regular" panose="00000500000000000000" pitchFamily="2" charset="0"/>
              </a:defRPr>
            </a:lvl1pPr>
          </a:lstStyle>
          <a:p>
            <a:pPr lvl="0"/>
            <a:r>
              <a:rPr lang="en-US"/>
              <a:t>Click to edit Master text styles</a:t>
            </a:r>
          </a:p>
        </p:txBody>
      </p:sp>
    </p:spTree>
    <p:extLst>
      <p:ext uri="{BB962C8B-B14F-4D97-AF65-F5344CB8AC3E}">
        <p14:creationId xmlns:p14="http://schemas.microsoft.com/office/powerpoint/2010/main" val="1718896164"/>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hree colored blocks">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600" y="353937"/>
            <a:ext cx="8613000" cy="257428"/>
          </a:xfrm>
          <a:prstGeom prst="rect">
            <a:avLst/>
          </a:prstGeom>
        </p:spPr>
        <p:txBody>
          <a:bodyPr anchor="t">
            <a:spAutoFit/>
          </a:bodyPr>
          <a:lstStyle>
            <a:lvl1pPr>
              <a:defRPr sz="1650">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600" y="623198"/>
            <a:ext cx="8613000" cy="276999"/>
          </a:xfrm>
          <a:prstGeom prst="rect">
            <a:avLst/>
          </a:prstGeom>
        </p:spPr>
        <p:txBody>
          <a:bodyPr>
            <a:spAutoFit/>
          </a:bodyPr>
          <a:lstStyle>
            <a:lvl1pPr marL="0" indent="0">
              <a:buNone/>
              <a:defRPr sz="1200">
                <a:solidFill>
                  <a:srgbClr val="2D2D2D"/>
                </a:solidFill>
                <a:latin typeface="Montserrat SemiBold" pitchFamily="2" charset="0"/>
              </a:defRPr>
            </a:lvl1pPr>
          </a:lstStyle>
          <a:p>
            <a:pPr lvl="0"/>
            <a:r>
              <a:rPr lang="en-US"/>
              <a:t>Click to edit Master text styles</a:t>
            </a:r>
          </a:p>
        </p:txBody>
      </p:sp>
      <p:sp>
        <p:nvSpPr>
          <p:cNvPr id="24" name="Rectangle: Rounded Corners 23">
            <a:extLst>
              <a:ext uri="{FF2B5EF4-FFF2-40B4-BE49-F238E27FC236}">
                <a16:creationId xmlns:a16="http://schemas.microsoft.com/office/drawing/2014/main" id="{84EEE4F9-1953-4BE2-AAB6-AF624FA0F7FE}"/>
              </a:ext>
            </a:extLst>
          </p:cNvPr>
          <p:cNvSpPr/>
          <p:nvPr userDrawn="1"/>
        </p:nvSpPr>
        <p:spPr>
          <a:xfrm>
            <a:off x="313385" y="1032103"/>
            <a:ext cx="2700000" cy="3416161"/>
          </a:xfrm>
          <a:prstGeom prst="roundRect">
            <a:avLst>
              <a:gd name="adj" fmla="val 3617"/>
            </a:avLst>
          </a:prstGeom>
          <a:solidFill>
            <a:srgbClr val="002D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50"/>
          </a:p>
        </p:txBody>
      </p:sp>
      <p:sp>
        <p:nvSpPr>
          <p:cNvPr id="25" name="Rectangle: Rounded Corners 24">
            <a:extLst>
              <a:ext uri="{FF2B5EF4-FFF2-40B4-BE49-F238E27FC236}">
                <a16:creationId xmlns:a16="http://schemas.microsoft.com/office/drawing/2014/main" id="{1FC0C31A-EADE-475B-8659-B247694C8156}"/>
              </a:ext>
            </a:extLst>
          </p:cNvPr>
          <p:cNvSpPr/>
          <p:nvPr userDrawn="1"/>
        </p:nvSpPr>
        <p:spPr>
          <a:xfrm>
            <a:off x="3238571" y="1032102"/>
            <a:ext cx="2700000" cy="3416161"/>
          </a:xfrm>
          <a:prstGeom prst="roundRect">
            <a:avLst>
              <a:gd name="adj" fmla="val 3617"/>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50"/>
          </a:p>
        </p:txBody>
      </p:sp>
      <p:sp>
        <p:nvSpPr>
          <p:cNvPr id="26" name="Rectangle: Rounded Corners 25">
            <a:extLst>
              <a:ext uri="{FF2B5EF4-FFF2-40B4-BE49-F238E27FC236}">
                <a16:creationId xmlns:a16="http://schemas.microsoft.com/office/drawing/2014/main" id="{C783D2F0-C63F-4ED3-B982-C7543245DEE7}"/>
              </a:ext>
            </a:extLst>
          </p:cNvPr>
          <p:cNvSpPr/>
          <p:nvPr userDrawn="1"/>
        </p:nvSpPr>
        <p:spPr>
          <a:xfrm>
            <a:off x="6163757" y="1032102"/>
            <a:ext cx="2700000" cy="3416161"/>
          </a:xfrm>
          <a:prstGeom prst="roundRect">
            <a:avLst>
              <a:gd name="adj" fmla="val 3617"/>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50">
              <a:solidFill>
                <a:srgbClr val="2D2D2D"/>
              </a:solidFill>
            </a:endParaRPr>
          </a:p>
        </p:txBody>
      </p:sp>
      <p:sp>
        <p:nvSpPr>
          <p:cNvPr id="27" name="Text Placeholder 20">
            <a:extLst>
              <a:ext uri="{FF2B5EF4-FFF2-40B4-BE49-F238E27FC236}">
                <a16:creationId xmlns:a16="http://schemas.microsoft.com/office/drawing/2014/main" id="{0DDB1D8F-E5AF-4D25-B6DF-68652F4E84D3}"/>
              </a:ext>
            </a:extLst>
          </p:cNvPr>
          <p:cNvSpPr>
            <a:spLocks noGrp="1"/>
          </p:cNvSpPr>
          <p:nvPr>
            <p:ph type="body" sz="quarter" idx="16"/>
          </p:nvPr>
        </p:nvSpPr>
        <p:spPr>
          <a:xfrm>
            <a:off x="374533" y="1109341"/>
            <a:ext cx="2577704" cy="264203"/>
          </a:xfrm>
          <a:prstGeom prst="rect">
            <a:avLst/>
          </a:prstGeom>
        </p:spPr>
        <p:txBody>
          <a:bodyPr>
            <a:normAutofit/>
          </a:bodyPr>
          <a:lstStyle>
            <a:lvl1pPr marL="0" indent="0" algn="l">
              <a:buNone/>
              <a:defRPr sz="1200">
                <a:solidFill>
                  <a:schemeClr val="bg1"/>
                </a:solidFill>
                <a:latin typeface="Montserrat SemiBold" pitchFamily="2" charset="0"/>
              </a:defRPr>
            </a:lvl1pPr>
          </a:lstStyle>
          <a:p>
            <a:pPr lvl="0"/>
            <a:r>
              <a:rPr lang="en-US"/>
              <a:t>Click to edit Master text styles</a:t>
            </a:r>
          </a:p>
        </p:txBody>
      </p:sp>
      <p:sp>
        <p:nvSpPr>
          <p:cNvPr id="28" name="Text Placeholder 20">
            <a:extLst>
              <a:ext uri="{FF2B5EF4-FFF2-40B4-BE49-F238E27FC236}">
                <a16:creationId xmlns:a16="http://schemas.microsoft.com/office/drawing/2014/main" id="{A7F0CE21-4019-4FC6-A3A0-36B6B7A8C518}"/>
              </a:ext>
            </a:extLst>
          </p:cNvPr>
          <p:cNvSpPr>
            <a:spLocks noGrp="1"/>
          </p:cNvSpPr>
          <p:nvPr>
            <p:ph type="body" sz="quarter" idx="17"/>
          </p:nvPr>
        </p:nvSpPr>
        <p:spPr>
          <a:xfrm>
            <a:off x="3299719" y="1109341"/>
            <a:ext cx="2577704" cy="264203"/>
          </a:xfrm>
          <a:prstGeom prst="rect">
            <a:avLst/>
          </a:prstGeom>
        </p:spPr>
        <p:txBody>
          <a:bodyPr>
            <a:normAutofit/>
          </a:bodyPr>
          <a:lstStyle>
            <a:lvl1pPr marL="0" indent="0" algn="l">
              <a:buNone/>
              <a:defRPr sz="1200">
                <a:solidFill>
                  <a:srgbClr val="2D2D2D"/>
                </a:solidFill>
                <a:latin typeface="Montserrat SemiBold" pitchFamily="2" charset="0"/>
              </a:defRPr>
            </a:lvl1pPr>
          </a:lstStyle>
          <a:p>
            <a:pPr lvl="0"/>
            <a:r>
              <a:rPr lang="en-US"/>
              <a:t>Click to edit Master text styles</a:t>
            </a:r>
          </a:p>
        </p:txBody>
      </p:sp>
      <p:sp>
        <p:nvSpPr>
          <p:cNvPr id="29" name="Text Placeholder 20">
            <a:extLst>
              <a:ext uri="{FF2B5EF4-FFF2-40B4-BE49-F238E27FC236}">
                <a16:creationId xmlns:a16="http://schemas.microsoft.com/office/drawing/2014/main" id="{BE854316-9D8B-4ACC-8002-506C758C2F09}"/>
              </a:ext>
            </a:extLst>
          </p:cNvPr>
          <p:cNvSpPr>
            <a:spLocks noGrp="1"/>
          </p:cNvSpPr>
          <p:nvPr>
            <p:ph type="body" sz="quarter" idx="18"/>
          </p:nvPr>
        </p:nvSpPr>
        <p:spPr>
          <a:xfrm>
            <a:off x="6226932" y="1109341"/>
            <a:ext cx="2577704" cy="264203"/>
          </a:xfrm>
          <a:prstGeom prst="rect">
            <a:avLst/>
          </a:prstGeom>
        </p:spPr>
        <p:txBody>
          <a:bodyPr>
            <a:normAutofit/>
          </a:bodyPr>
          <a:lstStyle>
            <a:lvl1pPr marL="0" indent="0" algn="l">
              <a:buNone/>
              <a:defRPr sz="1200">
                <a:solidFill>
                  <a:srgbClr val="2D2D2D"/>
                </a:solidFill>
                <a:latin typeface="Montserrat SemiBold" pitchFamily="2" charset="0"/>
              </a:defRPr>
            </a:lvl1pPr>
          </a:lstStyle>
          <a:p>
            <a:pPr lvl="0"/>
            <a:r>
              <a:rPr lang="en-US"/>
              <a:t>Click to edit Master text styles</a:t>
            </a:r>
          </a:p>
        </p:txBody>
      </p:sp>
      <p:sp>
        <p:nvSpPr>
          <p:cNvPr id="30" name="Text Placeholder 20">
            <a:extLst>
              <a:ext uri="{FF2B5EF4-FFF2-40B4-BE49-F238E27FC236}">
                <a16:creationId xmlns:a16="http://schemas.microsoft.com/office/drawing/2014/main" id="{083BF51F-0691-49F7-A008-3E8F6B3A3C44}"/>
              </a:ext>
            </a:extLst>
          </p:cNvPr>
          <p:cNvSpPr>
            <a:spLocks noGrp="1"/>
          </p:cNvSpPr>
          <p:nvPr>
            <p:ph type="body" sz="quarter" idx="19"/>
          </p:nvPr>
        </p:nvSpPr>
        <p:spPr>
          <a:xfrm>
            <a:off x="374533" y="1480304"/>
            <a:ext cx="2577704" cy="2915847"/>
          </a:xfrm>
          <a:prstGeom prst="rect">
            <a:avLst/>
          </a:prstGeom>
        </p:spPr>
        <p:txBody>
          <a:bodyPr>
            <a:normAutofit/>
          </a:bodyPr>
          <a:lstStyle>
            <a:lvl1pPr marL="0" indent="0" algn="l">
              <a:buNone/>
              <a:defRPr sz="900">
                <a:solidFill>
                  <a:schemeClr val="bg1"/>
                </a:solidFill>
                <a:latin typeface="Montserrat" panose="00000500000000000000" pitchFamily="2" charset="0"/>
              </a:defRPr>
            </a:lvl1pPr>
          </a:lstStyle>
          <a:p>
            <a:pPr lvl="0"/>
            <a:r>
              <a:rPr lang="en-US"/>
              <a:t>Click to edit Master text styles</a:t>
            </a:r>
          </a:p>
        </p:txBody>
      </p:sp>
      <p:sp>
        <p:nvSpPr>
          <p:cNvPr id="31" name="Text Placeholder 20">
            <a:extLst>
              <a:ext uri="{FF2B5EF4-FFF2-40B4-BE49-F238E27FC236}">
                <a16:creationId xmlns:a16="http://schemas.microsoft.com/office/drawing/2014/main" id="{03D91854-B70D-43CC-9CA1-D173962CB0A2}"/>
              </a:ext>
            </a:extLst>
          </p:cNvPr>
          <p:cNvSpPr>
            <a:spLocks noGrp="1"/>
          </p:cNvSpPr>
          <p:nvPr>
            <p:ph type="body" sz="quarter" idx="20"/>
          </p:nvPr>
        </p:nvSpPr>
        <p:spPr>
          <a:xfrm>
            <a:off x="3299719" y="1480304"/>
            <a:ext cx="2577704" cy="2915847"/>
          </a:xfrm>
          <a:prstGeom prst="rect">
            <a:avLst/>
          </a:prstGeom>
        </p:spPr>
        <p:txBody>
          <a:bodyPr>
            <a:normAutofit/>
          </a:bodyPr>
          <a:lstStyle>
            <a:lvl1pPr marL="0" indent="0" algn="l">
              <a:buNone/>
              <a:defRPr sz="900">
                <a:solidFill>
                  <a:srgbClr val="2D2D2D"/>
                </a:solidFill>
                <a:latin typeface="Montserrat" panose="00000500000000000000" pitchFamily="2" charset="0"/>
              </a:defRPr>
            </a:lvl1pPr>
          </a:lstStyle>
          <a:p>
            <a:pPr lvl="0"/>
            <a:r>
              <a:rPr lang="en-US"/>
              <a:t>Click to edit Master text styles</a:t>
            </a:r>
          </a:p>
        </p:txBody>
      </p:sp>
      <p:sp>
        <p:nvSpPr>
          <p:cNvPr id="32" name="Text Placeholder 20">
            <a:extLst>
              <a:ext uri="{FF2B5EF4-FFF2-40B4-BE49-F238E27FC236}">
                <a16:creationId xmlns:a16="http://schemas.microsoft.com/office/drawing/2014/main" id="{97EC2FAB-088C-474C-A92D-32F83C396147}"/>
              </a:ext>
            </a:extLst>
          </p:cNvPr>
          <p:cNvSpPr>
            <a:spLocks noGrp="1"/>
          </p:cNvSpPr>
          <p:nvPr>
            <p:ph type="body" sz="quarter" idx="21"/>
          </p:nvPr>
        </p:nvSpPr>
        <p:spPr>
          <a:xfrm>
            <a:off x="6224905" y="1480304"/>
            <a:ext cx="2577704" cy="2915847"/>
          </a:xfrm>
          <a:prstGeom prst="rect">
            <a:avLst/>
          </a:prstGeom>
        </p:spPr>
        <p:txBody>
          <a:bodyPr>
            <a:normAutofit/>
          </a:bodyPr>
          <a:lstStyle>
            <a:lvl1pPr marL="0" indent="0" algn="l">
              <a:buNone/>
              <a:defRPr sz="900">
                <a:solidFill>
                  <a:schemeClr val="tx1"/>
                </a:solidFill>
                <a:latin typeface="Montserrat" panose="00000500000000000000" pitchFamily="2" charset="0"/>
              </a:defRPr>
            </a:lvl1pPr>
          </a:lstStyle>
          <a:p>
            <a:pPr lvl="0"/>
            <a:r>
              <a:rPr lang="en-US"/>
              <a:t>Click to edit Master text styles</a:t>
            </a:r>
          </a:p>
        </p:txBody>
      </p:sp>
    </p:spTree>
    <p:extLst>
      <p:ext uri="{BB962C8B-B14F-4D97-AF65-F5344CB8AC3E}">
        <p14:creationId xmlns:p14="http://schemas.microsoft.com/office/powerpoint/2010/main" val="1060251991"/>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wo bars with imag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600" y="353937"/>
            <a:ext cx="8613000" cy="257428"/>
          </a:xfrm>
          <a:prstGeom prst="rect">
            <a:avLst/>
          </a:prstGeom>
        </p:spPr>
        <p:txBody>
          <a:bodyPr anchor="t">
            <a:spAutoFit/>
          </a:bodyPr>
          <a:lstStyle>
            <a:lvl1pPr>
              <a:defRPr sz="1650">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600" y="623198"/>
            <a:ext cx="8613000" cy="276999"/>
          </a:xfrm>
          <a:prstGeom prst="rect">
            <a:avLst/>
          </a:prstGeom>
        </p:spPr>
        <p:txBody>
          <a:bodyPr>
            <a:spAutoFit/>
          </a:bodyPr>
          <a:lstStyle>
            <a:lvl1pPr marL="0" indent="0">
              <a:buNone/>
              <a:defRPr sz="1200">
                <a:solidFill>
                  <a:srgbClr val="2D2D2D"/>
                </a:solidFill>
                <a:latin typeface="Montserrat SemiBold" pitchFamily="2" charset="0"/>
              </a:defRPr>
            </a:lvl1pPr>
          </a:lstStyle>
          <a:p>
            <a:pPr lvl="0"/>
            <a:r>
              <a:rPr lang="en-US"/>
              <a:t>Click to edit Master text styles</a:t>
            </a:r>
          </a:p>
        </p:txBody>
      </p:sp>
      <p:sp>
        <p:nvSpPr>
          <p:cNvPr id="20" name="Rectangle: Rounded Corners 19">
            <a:extLst>
              <a:ext uri="{FF2B5EF4-FFF2-40B4-BE49-F238E27FC236}">
                <a16:creationId xmlns:a16="http://schemas.microsoft.com/office/drawing/2014/main" id="{73DD9479-32BE-4255-8D4F-4216693171D1}"/>
              </a:ext>
            </a:extLst>
          </p:cNvPr>
          <p:cNvSpPr/>
          <p:nvPr userDrawn="1"/>
        </p:nvSpPr>
        <p:spPr>
          <a:xfrm>
            <a:off x="310167" y="1061003"/>
            <a:ext cx="7015518" cy="1350000"/>
          </a:xfrm>
          <a:prstGeom prst="roundRect">
            <a:avLst>
              <a:gd name="adj" fmla="val 3617"/>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50"/>
          </a:p>
        </p:txBody>
      </p:sp>
      <p:sp>
        <p:nvSpPr>
          <p:cNvPr id="23" name="Text Placeholder 20">
            <a:extLst>
              <a:ext uri="{FF2B5EF4-FFF2-40B4-BE49-F238E27FC236}">
                <a16:creationId xmlns:a16="http://schemas.microsoft.com/office/drawing/2014/main" id="{359A2CB8-6225-4B92-8899-576771C47E5E}"/>
              </a:ext>
            </a:extLst>
          </p:cNvPr>
          <p:cNvSpPr>
            <a:spLocks noGrp="1"/>
          </p:cNvSpPr>
          <p:nvPr>
            <p:ph type="body" sz="quarter" idx="21"/>
          </p:nvPr>
        </p:nvSpPr>
        <p:spPr>
          <a:xfrm>
            <a:off x="380638" y="1132514"/>
            <a:ext cx="6891182" cy="1231301"/>
          </a:xfrm>
          <a:prstGeom prst="rect">
            <a:avLst/>
          </a:prstGeom>
        </p:spPr>
        <p:txBody>
          <a:bodyPr>
            <a:normAutofit/>
          </a:bodyPr>
          <a:lstStyle>
            <a:lvl1pPr marL="0" indent="0" algn="l">
              <a:buNone/>
              <a:defRPr sz="1050">
                <a:solidFill>
                  <a:srgbClr val="000000"/>
                </a:solidFill>
                <a:latin typeface="Montserrat Bold" panose="00000800000000000000" pitchFamily="2" charset="0"/>
              </a:defRPr>
            </a:lvl1pPr>
          </a:lstStyle>
          <a:p>
            <a:pPr lvl="0"/>
            <a:r>
              <a:rPr lang="en-US"/>
              <a:t>Click to edit Master text styles</a:t>
            </a:r>
          </a:p>
        </p:txBody>
      </p:sp>
      <p:sp>
        <p:nvSpPr>
          <p:cNvPr id="35" name="Picture Placeholder 3">
            <a:extLst>
              <a:ext uri="{FF2B5EF4-FFF2-40B4-BE49-F238E27FC236}">
                <a16:creationId xmlns:a16="http://schemas.microsoft.com/office/drawing/2014/main" id="{A4910E2B-FFA5-49E8-A92C-549A7A70AA43}"/>
              </a:ext>
            </a:extLst>
          </p:cNvPr>
          <p:cNvSpPr>
            <a:spLocks noGrp="1"/>
          </p:cNvSpPr>
          <p:nvPr>
            <p:ph type="pic" sz="quarter" idx="24" hasCustomPrompt="1"/>
          </p:nvPr>
        </p:nvSpPr>
        <p:spPr>
          <a:xfrm>
            <a:off x="7382313" y="1061003"/>
            <a:ext cx="1451521" cy="3330564"/>
          </a:xfrm>
          <a:prstGeom prst="roundRect">
            <a:avLst>
              <a:gd name="adj" fmla="val 3028"/>
            </a:avLst>
          </a:prstGeom>
        </p:spPr>
        <p:txBody>
          <a:bodyPr anchor="ctr">
            <a:normAutofit/>
          </a:bodyPr>
          <a:lstStyle>
            <a:lvl1pPr marL="0" indent="0" algn="ctr">
              <a:buNone/>
              <a:defRPr sz="1200">
                <a:latin typeface="Raleway Light" pitchFamily="2" charset="0"/>
              </a:defRPr>
            </a:lvl1pPr>
          </a:lstStyle>
          <a:p>
            <a:r>
              <a:rPr lang="en-NL"/>
              <a:t>Select image by clicking here</a:t>
            </a:r>
            <a:br>
              <a:rPr lang="en-NL"/>
            </a:br>
            <a:br>
              <a:rPr lang="en-NL"/>
            </a:br>
            <a:br>
              <a:rPr lang="en-NL"/>
            </a:br>
            <a:br>
              <a:rPr lang="en-NL"/>
            </a:br>
            <a:endParaRPr lang="nl-NL"/>
          </a:p>
        </p:txBody>
      </p:sp>
      <p:sp>
        <p:nvSpPr>
          <p:cNvPr id="36" name="Text Placeholder 20">
            <a:extLst>
              <a:ext uri="{FF2B5EF4-FFF2-40B4-BE49-F238E27FC236}">
                <a16:creationId xmlns:a16="http://schemas.microsoft.com/office/drawing/2014/main" id="{2036E1FB-7710-4F84-9459-CC3C9AB1DFE4}"/>
              </a:ext>
            </a:extLst>
          </p:cNvPr>
          <p:cNvSpPr>
            <a:spLocks noGrp="1"/>
          </p:cNvSpPr>
          <p:nvPr>
            <p:ph type="body" sz="quarter" idx="25"/>
          </p:nvPr>
        </p:nvSpPr>
        <p:spPr>
          <a:xfrm>
            <a:off x="380638" y="2571750"/>
            <a:ext cx="6891182" cy="1819817"/>
          </a:xfrm>
          <a:prstGeom prst="rect">
            <a:avLst/>
          </a:prstGeom>
        </p:spPr>
        <p:txBody>
          <a:bodyPr>
            <a:normAutofit/>
          </a:bodyPr>
          <a:lstStyle>
            <a:lvl1pPr marL="0" indent="0" algn="l">
              <a:buNone/>
              <a:defRPr sz="900">
                <a:solidFill>
                  <a:srgbClr val="000000"/>
                </a:solidFill>
                <a:latin typeface="Montserrat" panose="00000500000000000000" pitchFamily="2" charset="0"/>
              </a:defRPr>
            </a:lvl1pPr>
          </a:lstStyle>
          <a:p>
            <a:pPr lvl="0"/>
            <a:r>
              <a:rPr lang="en-US"/>
              <a:t>Click to edit Master text styles</a:t>
            </a:r>
          </a:p>
        </p:txBody>
      </p:sp>
    </p:spTree>
    <p:extLst>
      <p:ext uri="{BB962C8B-B14F-4D97-AF65-F5344CB8AC3E}">
        <p14:creationId xmlns:p14="http://schemas.microsoft.com/office/powerpoint/2010/main" val="1999662171"/>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Four circles with hightlight">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600" y="353937"/>
            <a:ext cx="8613000" cy="257428"/>
          </a:xfrm>
          <a:prstGeom prst="rect">
            <a:avLst/>
          </a:prstGeom>
        </p:spPr>
        <p:txBody>
          <a:bodyPr anchor="t">
            <a:spAutoFit/>
          </a:bodyPr>
          <a:lstStyle>
            <a:lvl1pPr>
              <a:defRPr sz="1650">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600" y="623198"/>
            <a:ext cx="8613000" cy="276999"/>
          </a:xfrm>
          <a:prstGeom prst="rect">
            <a:avLst/>
          </a:prstGeom>
        </p:spPr>
        <p:txBody>
          <a:bodyPr>
            <a:spAutoFit/>
          </a:bodyPr>
          <a:lstStyle>
            <a:lvl1pPr marL="0" indent="0">
              <a:buNone/>
              <a:defRPr sz="1200">
                <a:solidFill>
                  <a:srgbClr val="2D2D2D"/>
                </a:solidFill>
                <a:latin typeface="Montserrat SemiBold" pitchFamily="2" charset="0"/>
              </a:defRPr>
            </a:lvl1pPr>
          </a:lstStyle>
          <a:p>
            <a:pPr lvl="0"/>
            <a:r>
              <a:rPr lang="en-US"/>
              <a:t>Click to edit Master text styles</a:t>
            </a:r>
          </a:p>
        </p:txBody>
      </p:sp>
      <p:sp>
        <p:nvSpPr>
          <p:cNvPr id="20" name="Oval 19">
            <a:extLst>
              <a:ext uri="{FF2B5EF4-FFF2-40B4-BE49-F238E27FC236}">
                <a16:creationId xmlns:a16="http://schemas.microsoft.com/office/drawing/2014/main" id="{AF3D8963-5580-4C5D-83BD-9F4EE3E85093}"/>
              </a:ext>
            </a:extLst>
          </p:cNvPr>
          <p:cNvSpPr/>
          <p:nvPr/>
        </p:nvSpPr>
        <p:spPr>
          <a:xfrm>
            <a:off x="545870" y="1111163"/>
            <a:ext cx="1620000" cy="1620000"/>
          </a:xfrm>
          <a:prstGeom prst="ellipse">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6" name="Text Placeholder 4">
            <a:extLst>
              <a:ext uri="{FF2B5EF4-FFF2-40B4-BE49-F238E27FC236}">
                <a16:creationId xmlns:a16="http://schemas.microsoft.com/office/drawing/2014/main" id="{239C0297-1567-40AA-90D6-CB03A2A553DC}"/>
              </a:ext>
            </a:extLst>
          </p:cNvPr>
          <p:cNvSpPr>
            <a:spLocks noGrp="1"/>
          </p:cNvSpPr>
          <p:nvPr userDrawn="1">
            <p:ph type="body" sz="quarter" idx="42"/>
          </p:nvPr>
        </p:nvSpPr>
        <p:spPr bwMode="invGray">
          <a:xfrm>
            <a:off x="704675" y="1436699"/>
            <a:ext cx="1323111" cy="968928"/>
          </a:xfrm>
          <a:prstGeom prst="rect">
            <a:avLst/>
          </a:prstGeom>
        </p:spPr>
        <p:txBody>
          <a:bodyPr anchor="ctr">
            <a:normAutofit/>
          </a:bodyPr>
          <a:lstStyle>
            <a:lvl1pPr marL="0" indent="0" algn="ctr">
              <a:buNone/>
              <a:defRPr sz="1050">
                <a:solidFill>
                  <a:srgbClr val="000000"/>
                </a:solidFill>
                <a:latin typeface="Montserrat SemiBold" pitchFamily="2" charset="0"/>
              </a:defRPr>
            </a:lvl1pPr>
          </a:lstStyle>
          <a:p>
            <a:pPr lvl="0"/>
            <a:r>
              <a:rPr lang="en-US"/>
              <a:t>Click to edit Master text styles</a:t>
            </a:r>
          </a:p>
        </p:txBody>
      </p:sp>
      <p:sp>
        <p:nvSpPr>
          <p:cNvPr id="37" name="Text Placeholder 4">
            <a:extLst>
              <a:ext uri="{FF2B5EF4-FFF2-40B4-BE49-F238E27FC236}">
                <a16:creationId xmlns:a16="http://schemas.microsoft.com/office/drawing/2014/main" id="{76D94888-A371-4384-8376-ED2A72F15754}"/>
              </a:ext>
            </a:extLst>
          </p:cNvPr>
          <p:cNvSpPr>
            <a:spLocks noGrp="1"/>
          </p:cNvSpPr>
          <p:nvPr userDrawn="1">
            <p:ph type="body" sz="quarter" idx="48"/>
          </p:nvPr>
        </p:nvSpPr>
        <p:spPr bwMode="invGray">
          <a:xfrm>
            <a:off x="545870" y="2913077"/>
            <a:ext cx="1620000" cy="1492109"/>
          </a:xfrm>
          <a:prstGeom prst="rect">
            <a:avLst/>
          </a:prstGeom>
        </p:spPr>
        <p:txBody>
          <a:bodyPr>
            <a:normAutofit/>
          </a:bodyPr>
          <a:lstStyle>
            <a:lvl1pPr marL="0" indent="0">
              <a:buNone/>
              <a:defRPr sz="900">
                <a:solidFill>
                  <a:srgbClr val="000000"/>
                </a:solidFill>
                <a:latin typeface="Montserrat Regular" panose="00000500000000000000" pitchFamily="2" charset="0"/>
              </a:defRPr>
            </a:lvl1pPr>
          </a:lstStyle>
          <a:p>
            <a:pPr lvl="0"/>
            <a:r>
              <a:rPr lang="en-US"/>
              <a:t>Click to edit Master text styles</a:t>
            </a:r>
          </a:p>
        </p:txBody>
      </p:sp>
      <p:sp>
        <p:nvSpPr>
          <p:cNvPr id="41" name="Text Placeholder 4">
            <a:extLst>
              <a:ext uri="{FF2B5EF4-FFF2-40B4-BE49-F238E27FC236}">
                <a16:creationId xmlns:a16="http://schemas.microsoft.com/office/drawing/2014/main" id="{D62F8185-7100-4AB7-8700-7B9AB5C5C762}"/>
              </a:ext>
            </a:extLst>
          </p:cNvPr>
          <p:cNvSpPr>
            <a:spLocks noGrp="1"/>
          </p:cNvSpPr>
          <p:nvPr userDrawn="1">
            <p:ph type="body" sz="quarter" idx="50"/>
          </p:nvPr>
        </p:nvSpPr>
        <p:spPr bwMode="invGray">
          <a:xfrm>
            <a:off x="2673528" y="2913077"/>
            <a:ext cx="1620000" cy="1492109"/>
          </a:xfrm>
          <a:prstGeom prst="rect">
            <a:avLst/>
          </a:prstGeom>
        </p:spPr>
        <p:txBody>
          <a:bodyPr>
            <a:normAutofit/>
          </a:bodyPr>
          <a:lstStyle>
            <a:lvl1pPr marL="0" indent="0">
              <a:buNone/>
              <a:defRPr sz="900">
                <a:solidFill>
                  <a:srgbClr val="000000"/>
                </a:solidFill>
                <a:latin typeface="Montserrat Regular" panose="00000500000000000000" pitchFamily="2" charset="0"/>
              </a:defRPr>
            </a:lvl1pPr>
          </a:lstStyle>
          <a:p>
            <a:pPr lvl="0"/>
            <a:r>
              <a:rPr lang="en-US"/>
              <a:t>Click to edit Master text styles</a:t>
            </a:r>
          </a:p>
        </p:txBody>
      </p:sp>
      <p:sp>
        <p:nvSpPr>
          <p:cNvPr id="47" name="Text Placeholder 4">
            <a:extLst>
              <a:ext uri="{FF2B5EF4-FFF2-40B4-BE49-F238E27FC236}">
                <a16:creationId xmlns:a16="http://schemas.microsoft.com/office/drawing/2014/main" id="{BF938847-A46F-4040-B617-CA0FDAC75981}"/>
              </a:ext>
            </a:extLst>
          </p:cNvPr>
          <p:cNvSpPr>
            <a:spLocks noGrp="1"/>
          </p:cNvSpPr>
          <p:nvPr userDrawn="1">
            <p:ph type="body" sz="quarter" idx="52"/>
          </p:nvPr>
        </p:nvSpPr>
        <p:spPr bwMode="invGray">
          <a:xfrm>
            <a:off x="4847390" y="2913077"/>
            <a:ext cx="1620000" cy="1492109"/>
          </a:xfrm>
          <a:prstGeom prst="rect">
            <a:avLst/>
          </a:prstGeom>
        </p:spPr>
        <p:txBody>
          <a:bodyPr>
            <a:normAutofit/>
          </a:bodyPr>
          <a:lstStyle>
            <a:lvl1pPr marL="0" indent="0">
              <a:buNone/>
              <a:defRPr sz="900">
                <a:solidFill>
                  <a:srgbClr val="000000"/>
                </a:solidFill>
                <a:latin typeface="Montserrat Regular" panose="00000500000000000000" pitchFamily="2" charset="0"/>
              </a:defRPr>
            </a:lvl1pPr>
          </a:lstStyle>
          <a:p>
            <a:pPr lvl="0"/>
            <a:r>
              <a:rPr lang="en-US"/>
              <a:t>Click to edit Master text styles</a:t>
            </a:r>
          </a:p>
        </p:txBody>
      </p:sp>
      <p:sp>
        <p:nvSpPr>
          <p:cNvPr id="54" name="Text Placeholder 4">
            <a:extLst>
              <a:ext uri="{FF2B5EF4-FFF2-40B4-BE49-F238E27FC236}">
                <a16:creationId xmlns:a16="http://schemas.microsoft.com/office/drawing/2014/main" id="{0D2F8A3C-F63E-4F2C-9C20-DCFE48617FE5}"/>
              </a:ext>
            </a:extLst>
          </p:cNvPr>
          <p:cNvSpPr>
            <a:spLocks noGrp="1"/>
          </p:cNvSpPr>
          <p:nvPr userDrawn="1">
            <p:ph type="body" sz="quarter" idx="54"/>
          </p:nvPr>
        </p:nvSpPr>
        <p:spPr bwMode="invGray">
          <a:xfrm>
            <a:off x="7021252" y="2913077"/>
            <a:ext cx="1620000" cy="1492109"/>
          </a:xfrm>
          <a:prstGeom prst="rect">
            <a:avLst/>
          </a:prstGeom>
        </p:spPr>
        <p:txBody>
          <a:bodyPr>
            <a:normAutofit/>
          </a:bodyPr>
          <a:lstStyle>
            <a:lvl1pPr marL="0" indent="0">
              <a:buNone/>
              <a:defRPr sz="900">
                <a:solidFill>
                  <a:srgbClr val="000000"/>
                </a:solidFill>
                <a:latin typeface="Montserrat Regular" panose="00000500000000000000" pitchFamily="2" charset="0"/>
              </a:defRPr>
            </a:lvl1pPr>
          </a:lstStyle>
          <a:p>
            <a:pPr lvl="0"/>
            <a:r>
              <a:rPr lang="en-US"/>
              <a:t>Click to edit Master text styles</a:t>
            </a:r>
          </a:p>
        </p:txBody>
      </p:sp>
      <p:sp>
        <p:nvSpPr>
          <p:cNvPr id="24" name="Oval 23">
            <a:extLst>
              <a:ext uri="{FF2B5EF4-FFF2-40B4-BE49-F238E27FC236}">
                <a16:creationId xmlns:a16="http://schemas.microsoft.com/office/drawing/2014/main" id="{287C6481-0ED3-49FF-ADEF-DF9A6101CF3F}"/>
              </a:ext>
            </a:extLst>
          </p:cNvPr>
          <p:cNvSpPr/>
          <p:nvPr userDrawn="1"/>
        </p:nvSpPr>
        <p:spPr>
          <a:xfrm>
            <a:off x="2673527" y="1111163"/>
            <a:ext cx="1620000" cy="1620000"/>
          </a:xfrm>
          <a:prstGeom prst="ellipse">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5" name="Oval 24">
            <a:extLst>
              <a:ext uri="{FF2B5EF4-FFF2-40B4-BE49-F238E27FC236}">
                <a16:creationId xmlns:a16="http://schemas.microsoft.com/office/drawing/2014/main" id="{0DF03BF8-9606-472E-9E21-26E6D18548B6}"/>
              </a:ext>
            </a:extLst>
          </p:cNvPr>
          <p:cNvSpPr/>
          <p:nvPr userDrawn="1"/>
        </p:nvSpPr>
        <p:spPr>
          <a:xfrm>
            <a:off x="4847390" y="1111163"/>
            <a:ext cx="1620000" cy="1620000"/>
          </a:xfrm>
          <a:prstGeom prst="ellipse">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6" name="Oval 25">
            <a:extLst>
              <a:ext uri="{FF2B5EF4-FFF2-40B4-BE49-F238E27FC236}">
                <a16:creationId xmlns:a16="http://schemas.microsoft.com/office/drawing/2014/main" id="{C5C88E66-6B8E-44CF-85CF-949AA8FFCC5B}"/>
              </a:ext>
            </a:extLst>
          </p:cNvPr>
          <p:cNvSpPr/>
          <p:nvPr userDrawn="1"/>
        </p:nvSpPr>
        <p:spPr>
          <a:xfrm>
            <a:off x="7021252" y="1111163"/>
            <a:ext cx="1620000" cy="1620000"/>
          </a:xfrm>
          <a:prstGeom prst="ellipse">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7" name="Text Placeholder 4">
            <a:extLst>
              <a:ext uri="{FF2B5EF4-FFF2-40B4-BE49-F238E27FC236}">
                <a16:creationId xmlns:a16="http://schemas.microsoft.com/office/drawing/2014/main" id="{2A3174F6-D1C7-4E9C-B759-7D978E426553}"/>
              </a:ext>
            </a:extLst>
          </p:cNvPr>
          <p:cNvSpPr>
            <a:spLocks noGrp="1"/>
          </p:cNvSpPr>
          <p:nvPr>
            <p:ph type="body" sz="quarter" idx="55"/>
          </p:nvPr>
        </p:nvSpPr>
        <p:spPr bwMode="invGray">
          <a:xfrm>
            <a:off x="2831905" y="1436699"/>
            <a:ext cx="1323111" cy="968928"/>
          </a:xfrm>
          <a:prstGeom prst="rect">
            <a:avLst/>
          </a:prstGeom>
        </p:spPr>
        <p:txBody>
          <a:bodyPr anchor="ctr">
            <a:normAutofit/>
          </a:bodyPr>
          <a:lstStyle>
            <a:lvl1pPr marL="0" indent="0" algn="ctr">
              <a:buNone/>
              <a:defRPr sz="1050">
                <a:solidFill>
                  <a:srgbClr val="000000"/>
                </a:solidFill>
                <a:latin typeface="Montserrat SemiBold" pitchFamily="2" charset="0"/>
              </a:defRPr>
            </a:lvl1pPr>
          </a:lstStyle>
          <a:p>
            <a:pPr lvl="0"/>
            <a:r>
              <a:rPr lang="en-US"/>
              <a:t>Click to edit Master text styles</a:t>
            </a:r>
          </a:p>
        </p:txBody>
      </p:sp>
      <p:sp>
        <p:nvSpPr>
          <p:cNvPr id="28" name="Text Placeholder 4">
            <a:extLst>
              <a:ext uri="{FF2B5EF4-FFF2-40B4-BE49-F238E27FC236}">
                <a16:creationId xmlns:a16="http://schemas.microsoft.com/office/drawing/2014/main" id="{2F6FC99F-5A17-427C-AED6-461BAD458AEF}"/>
              </a:ext>
            </a:extLst>
          </p:cNvPr>
          <p:cNvSpPr>
            <a:spLocks noGrp="1"/>
          </p:cNvSpPr>
          <p:nvPr>
            <p:ph type="body" sz="quarter" idx="56"/>
          </p:nvPr>
        </p:nvSpPr>
        <p:spPr bwMode="invGray">
          <a:xfrm>
            <a:off x="4995834" y="1436699"/>
            <a:ext cx="1323111" cy="968928"/>
          </a:xfrm>
          <a:prstGeom prst="rect">
            <a:avLst/>
          </a:prstGeom>
        </p:spPr>
        <p:txBody>
          <a:bodyPr anchor="ctr">
            <a:normAutofit/>
          </a:bodyPr>
          <a:lstStyle>
            <a:lvl1pPr marL="0" indent="0" algn="ctr">
              <a:buNone/>
              <a:defRPr sz="1050">
                <a:solidFill>
                  <a:srgbClr val="000000"/>
                </a:solidFill>
                <a:latin typeface="Montserrat SemiBold" pitchFamily="2" charset="0"/>
              </a:defRPr>
            </a:lvl1pPr>
          </a:lstStyle>
          <a:p>
            <a:pPr lvl="0"/>
            <a:r>
              <a:rPr lang="en-US"/>
              <a:t>Click to edit Master text styles</a:t>
            </a:r>
          </a:p>
        </p:txBody>
      </p:sp>
      <p:sp>
        <p:nvSpPr>
          <p:cNvPr id="29" name="Text Placeholder 4">
            <a:extLst>
              <a:ext uri="{FF2B5EF4-FFF2-40B4-BE49-F238E27FC236}">
                <a16:creationId xmlns:a16="http://schemas.microsoft.com/office/drawing/2014/main" id="{347DC7F7-85E1-456D-B752-BFECF1A2960E}"/>
              </a:ext>
            </a:extLst>
          </p:cNvPr>
          <p:cNvSpPr>
            <a:spLocks noGrp="1"/>
          </p:cNvSpPr>
          <p:nvPr>
            <p:ph type="body" sz="quarter" idx="57"/>
          </p:nvPr>
        </p:nvSpPr>
        <p:spPr bwMode="invGray">
          <a:xfrm>
            <a:off x="7169696" y="1436699"/>
            <a:ext cx="1323111" cy="968928"/>
          </a:xfrm>
          <a:prstGeom prst="rect">
            <a:avLst/>
          </a:prstGeom>
        </p:spPr>
        <p:txBody>
          <a:bodyPr anchor="ctr">
            <a:normAutofit/>
          </a:bodyPr>
          <a:lstStyle>
            <a:lvl1pPr marL="0" indent="0" algn="ctr">
              <a:buNone/>
              <a:defRPr sz="1050">
                <a:solidFill>
                  <a:srgbClr val="000000"/>
                </a:solidFill>
                <a:latin typeface="Montserrat SemiBold" pitchFamily="2" charset="0"/>
              </a:defRPr>
            </a:lvl1pPr>
          </a:lstStyle>
          <a:p>
            <a:pPr lvl="0"/>
            <a:r>
              <a:rPr lang="en-US"/>
              <a:t>Click to edit Master text styles</a:t>
            </a:r>
          </a:p>
        </p:txBody>
      </p:sp>
      <p:sp>
        <p:nvSpPr>
          <p:cNvPr id="30" name="Text Placeholder 4">
            <a:extLst>
              <a:ext uri="{FF2B5EF4-FFF2-40B4-BE49-F238E27FC236}">
                <a16:creationId xmlns:a16="http://schemas.microsoft.com/office/drawing/2014/main" id="{7A0BB3E2-7BA1-4789-A4A6-6EFF562664A7}"/>
              </a:ext>
            </a:extLst>
          </p:cNvPr>
          <p:cNvSpPr>
            <a:spLocks noGrp="1"/>
          </p:cNvSpPr>
          <p:nvPr>
            <p:ph type="body" sz="quarter" idx="58" hasCustomPrompt="1"/>
          </p:nvPr>
        </p:nvSpPr>
        <p:spPr bwMode="invGray">
          <a:xfrm>
            <a:off x="2231416" y="1748826"/>
            <a:ext cx="376565" cy="344673"/>
          </a:xfrm>
          <a:prstGeom prst="rect">
            <a:avLst/>
          </a:prstGeom>
        </p:spPr>
        <p:txBody>
          <a:bodyPr anchor="ctr">
            <a:normAutofit/>
          </a:bodyPr>
          <a:lstStyle>
            <a:lvl1pPr marL="0" indent="0" algn="ctr">
              <a:buNone/>
              <a:defRPr sz="1800">
                <a:solidFill>
                  <a:schemeClr val="tx1"/>
                </a:solidFill>
                <a:latin typeface="Montserrat SemiBold" pitchFamily="2" charset="0"/>
                <a:sym typeface="Wingdings" panose="05000000000000000000" pitchFamily="2" charset="2"/>
              </a:defRPr>
            </a:lvl1pPr>
          </a:lstStyle>
          <a:p>
            <a:pPr lvl="0"/>
            <a:r>
              <a:rPr lang="en-NL"/>
              <a:t></a:t>
            </a:r>
            <a:endParaRPr lang="en-US"/>
          </a:p>
        </p:txBody>
      </p:sp>
      <p:sp>
        <p:nvSpPr>
          <p:cNvPr id="31" name="Text Placeholder 4">
            <a:extLst>
              <a:ext uri="{FF2B5EF4-FFF2-40B4-BE49-F238E27FC236}">
                <a16:creationId xmlns:a16="http://schemas.microsoft.com/office/drawing/2014/main" id="{06BC21B3-F035-4282-BB79-3822948CABA3}"/>
              </a:ext>
            </a:extLst>
          </p:cNvPr>
          <p:cNvSpPr>
            <a:spLocks noGrp="1"/>
          </p:cNvSpPr>
          <p:nvPr>
            <p:ph type="body" sz="quarter" idx="59" hasCustomPrompt="1"/>
          </p:nvPr>
        </p:nvSpPr>
        <p:spPr bwMode="invGray">
          <a:xfrm>
            <a:off x="4382176" y="1748826"/>
            <a:ext cx="376565" cy="344673"/>
          </a:xfrm>
          <a:prstGeom prst="rect">
            <a:avLst/>
          </a:prstGeom>
        </p:spPr>
        <p:txBody>
          <a:bodyPr anchor="ctr">
            <a:normAutofit/>
          </a:bodyPr>
          <a:lstStyle>
            <a:lvl1pPr marL="0" indent="0" algn="ctr">
              <a:buNone/>
              <a:defRPr sz="1800">
                <a:solidFill>
                  <a:schemeClr val="tx1"/>
                </a:solidFill>
                <a:latin typeface="Montserrat SemiBold" pitchFamily="2" charset="0"/>
                <a:sym typeface="Wingdings" panose="05000000000000000000" pitchFamily="2" charset="2"/>
              </a:defRPr>
            </a:lvl1pPr>
          </a:lstStyle>
          <a:p>
            <a:pPr lvl="0"/>
            <a:r>
              <a:rPr lang="en-NL"/>
              <a:t></a:t>
            </a:r>
            <a:endParaRPr lang="en-US"/>
          </a:p>
        </p:txBody>
      </p:sp>
      <p:sp>
        <p:nvSpPr>
          <p:cNvPr id="32" name="Text Placeholder 4">
            <a:extLst>
              <a:ext uri="{FF2B5EF4-FFF2-40B4-BE49-F238E27FC236}">
                <a16:creationId xmlns:a16="http://schemas.microsoft.com/office/drawing/2014/main" id="{9E0633CC-D902-4913-A17B-900CE3FB9FD6}"/>
              </a:ext>
            </a:extLst>
          </p:cNvPr>
          <p:cNvSpPr>
            <a:spLocks noGrp="1"/>
          </p:cNvSpPr>
          <p:nvPr>
            <p:ph type="body" sz="quarter" idx="60" hasCustomPrompt="1"/>
          </p:nvPr>
        </p:nvSpPr>
        <p:spPr bwMode="invGray">
          <a:xfrm>
            <a:off x="6556038" y="1748826"/>
            <a:ext cx="376565" cy="344673"/>
          </a:xfrm>
          <a:prstGeom prst="rect">
            <a:avLst/>
          </a:prstGeom>
        </p:spPr>
        <p:txBody>
          <a:bodyPr anchor="ctr">
            <a:normAutofit/>
          </a:bodyPr>
          <a:lstStyle>
            <a:lvl1pPr marL="0" indent="0" algn="ctr">
              <a:buNone/>
              <a:defRPr sz="1800">
                <a:solidFill>
                  <a:schemeClr val="tx1"/>
                </a:solidFill>
                <a:latin typeface="Montserrat SemiBold" pitchFamily="2" charset="0"/>
                <a:sym typeface="Wingdings" panose="05000000000000000000" pitchFamily="2" charset="2"/>
              </a:defRPr>
            </a:lvl1pPr>
          </a:lstStyle>
          <a:p>
            <a:pPr lvl="0"/>
            <a:r>
              <a:rPr lang="en-NL"/>
              <a:t></a:t>
            </a:r>
            <a:endParaRPr lang="en-US"/>
          </a:p>
        </p:txBody>
      </p:sp>
    </p:spTree>
    <p:extLst>
      <p:ext uri="{BB962C8B-B14F-4D97-AF65-F5344CB8AC3E}">
        <p14:creationId xmlns:p14="http://schemas.microsoft.com/office/powerpoint/2010/main" val="585926858"/>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hree circles horizontal">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600" y="353937"/>
            <a:ext cx="8613000" cy="257428"/>
          </a:xfrm>
          <a:prstGeom prst="rect">
            <a:avLst/>
          </a:prstGeom>
        </p:spPr>
        <p:txBody>
          <a:bodyPr anchor="t">
            <a:spAutoFit/>
          </a:bodyPr>
          <a:lstStyle>
            <a:lvl1pPr>
              <a:defRPr sz="1650">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600" y="623198"/>
            <a:ext cx="8613000" cy="276999"/>
          </a:xfrm>
          <a:prstGeom prst="rect">
            <a:avLst/>
          </a:prstGeom>
        </p:spPr>
        <p:txBody>
          <a:bodyPr>
            <a:spAutoFit/>
          </a:bodyPr>
          <a:lstStyle>
            <a:lvl1pPr marL="0" indent="0">
              <a:buNone/>
              <a:defRPr sz="1200">
                <a:solidFill>
                  <a:srgbClr val="2D2D2D"/>
                </a:solidFill>
                <a:latin typeface="Montserrat SemiBold" pitchFamily="2" charset="0"/>
              </a:defRPr>
            </a:lvl1pPr>
          </a:lstStyle>
          <a:p>
            <a:pPr lvl="0"/>
            <a:r>
              <a:rPr lang="en-US"/>
              <a:t>Click to edit Master text styles</a:t>
            </a:r>
          </a:p>
        </p:txBody>
      </p:sp>
      <p:sp>
        <p:nvSpPr>
          <p:cNvPr id="37" name="Text Placeholder 4">
            <a:extLst>
              <a:ext uri="{FF2B5EF4-FFF2-40B4-BE49-F238E27FC236}">
                <a16:creationId xmlns:a16="http://schemas.microsoft.com/office/drawing/2014/main" id="{76D94888-A371-4384-8376-ED2A72F15754}"/>
              </a:ext>
            </a:extLst>
          </p:cNvPr>
          <p:cNvSpPr>
            <a:spLocks noGrp="1"/>
          </p:cNvSpPr>
          <p:nvPr userDrawn="1">
            <p:ph type="body" sz="quarter" idx="48"/>
          </p:nvPr>
        </p:nvSpPr>
        <p:spPr bwMode="invGray">
          <a:xfrm>
            <a:off x="1709842" y="1010746"/>
            <a:ext cx="7131662" cy="1039340"/>
          </a:xfrm>
          <a:prstGeom prst="rect">
            <a:avLst/>
          </a:prstGeom>
        </p:spPr>
        <p:txBody>
          <a:bodyPr>
            <a:normAutofit/>
          </a:bodyPr>
          <a:lstStyle>
            <a:lvl1pPr marL="0" indent="0">
              <a:buNone/>
              <a:defRPr sz="900">
                <a:solidFill>
                  <a:srgbClr val="2D2D2D"/>
                </a:solidFill>
                <a:latin typeface="Montserrat Regular" panose="00000500000000000000" pitchFamily="2" charset="0"/>
              </a:defRPr>
            </a:lvl1pPr>
          </a:lstStyle>
          <a:p>
            <a:pPr lvl="0"/>
            <a:r>
              <a:rPr lang="en-US"/>
              <a:t>Click to edit Master text styles</a:t>
            </a:r>
          </a:p>
        </p:txBody>
      </p:sp>
      <p:sp>
        <p:nvSpPr>
          <p:cNvPr id="26" name="Oval 25">
            <a:extLst>
              <a:ext uri="{FF2B5EF4-FFF2-40B4-BE49-F238E27FC236}">
                <a16:creationId xmlns:a16="http://schemas.microsoft.com/office/drawing/2014/main" id="{C5C88E66-6B8E-44CF-85CF-949AA8FFCC5B}"/>
              </a:ext>
            </a:extLst>
          </p:cNvPr>
          <p:cNvSpPr/>
          <p:nvPr userDrawn="1"/>
        </p:nvSpPr>
        <p:spPr>
          <a:xfrm>
            <a:off x="313385" y="1010745"/>
            <a:ext cx="1039340" cy="1039340"/>
          </a:xfrm>
          <a:prstGeom prst="ellipse">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9" name="Text Placeholder 4">
            <a:extLst>
              <a:ext uri="{FF2B5EF4-FFF2-40B4-BE49-F238E27FC236}">
                <a16:creationId xmlns:a16="http://schemas.microsoft.com/office/drawing/2014/main" id="{347DC7F7-85E1-456D-B752-BFECF1A2960E}"/>
              </a:ext>
            </a:extLst>
          </p:cNvPr>
          <p:cNvSpPr>
            <a:spLocks noGrp="1"/>
          </p:cNvSpPr>
          <p:nvPr>
            <p:ph type="body" sz="quarter" idx="57"/>
          </p:nvPr>
        </p:nvSpPr>
        <p:spPr bwMode="invGray">
          <a:xfrm>
            <a:off x="417787" y="1252171"/>
            <a:ext cx="827978" cy="585269"/>
          </a:xfrm>
          <a:prstGeom prst="rect">
            <a:avLst/>
          </a:prstGeom>
        </p:spPr>
        <p:txBody>
          <a:bodyPr anchor="ctr">
            <a:normAutofit/>
          </a:bodyPr>
          <a:lstStyle>
            <a:lvl1pPr marL="0" indent="0" algn="ctr">
              <a:buNone/>
              <a:defRPr sz="1050">
                <a:solidFill>
                  <a:schemeClr val="tx1"/>
                </a:solidFill>
                <a:latin typeface="Montserrat SemiBold" pitchFamily="2" charset="0"/>
              </a:defRPr>
            </a:lvl1pPr>
          </a:lstStyle>
          <a:p>
            <a:pPr lvl="0"/>
            <a:r>
              <a:rPr lang="en-US"/>
              <a:t>Click to edit Master text styles</a:t>
            </a:r>
          </a:p>
        </p:txBody>
      </p:sp>
      <p:sp>
        <p:nvSpPr>
          <p:cNvPr id="23" name="Oval 22">
            <a:extLst>
              <a:ext uri="{FF2B5EF4-FFF2-40B4-BE49-F238E27FC236}">
                <a16:creationId xmlns:a16="http://schemas.microsoft.com/office/drawing/2014/main" id="{59A7601F-B392-4306-8ECD-E925556B0797}"/>
              </a:ext>
            </a:extLst>
          </p:cNvPr>
          <p:cNvSpPr/>
          <p:nvPr userDrawn="1"/>
        </p:nvSpPr>
        <p:spPr>
          <a:xfrm>
            <a:off x="313385" y="2202328"/>
            <a:ext cx="1039340" cy="1039340"/>
          </a:xfrm>
          <a:prstGeom prst="ellipse">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3" name="Text Placeholder 4">
            <a:extLst>
              <a:ext uri="{FF2B5EF4-FFF2-40B4-BE49-F238E27FC236}">
                <a16:creationId xmlns:a16="http://schemas.microsoft.com/office/drawing/2014/main" id="{24A23DF1-E7E1-4875-BC1D-65EDC9D7ECE1}"/>
              </a:ext>
            </a:extLst>
          </p:cNvPr>
          <p:cNvSpPr>
            <a:spLocks noGrp="1"/>
          </p:cNvSpPr>
          <p:nvPr>
            <p:ph type="body" sz="quarter" idx="58"/>
          </p:nvPr>
        </p:nvSpPr>
        <p:spPr bwMode="invGray">
          <a:xfrm>
            <a:off x="417787" y="2443755"/>
            <a:ext cx="827978" cy="585269"/>
          </a:xfrm>
          <a:prstGeom prst="rect">
            <a:avLst/>
          </a:prstGeom>
        </p:spPr>
        <p:txBody>
          <a:bodyPr anchor="ctr">
            <a:normAutofit/>
          </a:bodyPr>
          <a:lstStyle>
            <a:lvl1pPr marL="0" indent="0" algn="ctr">
              <a:buNone/>
              <a:defRPr sz="1050">
                <a:solidFill>
                  <a:schemeClr val="tx1"/>
                </a:solidFill>
                <a:latin typeface="Montserrat SemiBold" pitchFamily="2" charset="0"/>
              </a:defRPr>
            </a:lvl1pPr>
          </a:lstStyle>
          <a:p>
            <a:pPr lvl="0"/>
            <a:r>
              <a:rPr lang="en-US"/>
              <a:t>Click to edit Master text styles</a:t>
            </a:r>
          </a:p>
        </p:txBody>
      </p:sp>
      <p:sp>
        <p:nvSpPr>
          <p:cNvPr id="34" name="Oval 33">
            <a:extLst>
              <a:ext uri="{FF2B5EF4-FFF2-40B4-BE49-F238E27FC236}">
                <a16:creationId xmlns:a16="http://schemas.microsoft.com/office/drawing/2014/main" id="{2B9D9238-2B28-4FF0-8A62-94856DDF363B}"/>
              </a:ext>
            </a:extLst>
          </p:cNvPr>
          <p:cNvSpPr/>
          <p:nvPr userDrawn="1"/>
        </p:nvSpPr>
        <p:spPr>
          <a:xfrm>
            <a:off x="313385" y="3393912"/>
            <a:ext cx="1039340" cy="1039340"/>
          </a:xfrm>
          <a:prstGeom prst="ellipse">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5" name="Text Placeholder 4">
            <a:extLst>
              <a:ext uri="{FF2B5EF4-FFF2-40B4-BE49-F238E27FC236}">
                <a16:creationId xmlns:a16="http://schemas.microsoft.com/office/drawing/2014/main" id="{EC99944B-2516-4F0A-A4F6-CFB5AFA88B3A}"/>
              </a:ext>
            </a:extLst>
          </p:cNvPr>
          <p:cNvSpPr>
            <a:spLocks noGrp="1"/>
          </p:cNvSpPr>
          <p:nvPr>
            <p:ph type="body" sz="quarter" idx="59"/>
          </p:nvPr>
        </p:nvSpPr>
        <p:spPr bwMode="invGray">
          <a:xfrm>
            <a:off x="417787" y="3635338"/>
            <a:ext cx="827978" cy="585269"/>
          </a:xfrm>
          <a:prstGeom prst="rect">
            <a:avLst/>
          </a:prstGeom>
        </p:spPr>
        <p:txBody>
          <a:bodyPr anchor="ctr">
            <a:normAutofit/>
          </a:bodyPr>
          <a:lstStyle>
            <a:lvl1pPr marL="0" indent="0" algn="ctr">
              <a:buNone/>
              <a:defRPr sz="1050">
                <a:solidFill>
                  <a:schemeClr val="tx1"/>
                </a:solidFill>
                <a:latin typeface="Montserrat SemiBold" pitchFamily="2" charset="0"/>
              </a:defRPr>
            </a:lvl1pPr>
          </a:lstStyle>
          <a:p>
            <a:pPr lvl="0"/>
            <a:r>
              <a:rPr lang="en-US"/>
              <a:t>Click to edit Master text styles</a:t>
            </a:r>
          </a:p>
        </p:txBody>
      </p:sp>
      <p:sp>
        <p:nvSpPr>
          <p:cNvPr id="38" name="Text Placeholder 4">
            <a:extLst>
              <a:ext uri="{FF2B5EF4-FFF2-40B4-BE49-F238E27FC236}">
                <a16:creationId xmlns:a16="http://schemas.microsoft.com/office/drawing/2014/main" id="{DC396290-4E8F-4DF9-9DA2-0E13006E7F31}"/>
              </a:ext>
            </a:extLst>
          </p:cNvPr>
          <p:cNvSpPr>
            <a:spLocks noGrp="1"/>
          </p:cNvSpPr>
          <p:nvPr>
            <p:ph type="body" sz="quarter" idx="60"/>
          </p:nvPr>
        </p:nvSpPr>
        <p:spPr bwMode="invGray">
          <a:xfrm>
            <a:off x="1709842" y="2202328"/>
            <a:ext cx="7131662" cy="1039340"/>
          </a:xfrm>
          <a:prstGeom prst="rect">
            <a:avLst/>
          </a:prstGeom>
        </p:spPr>
        <p:txBody>
          <a:bodyPr>
            <a:normAutofit/>
          </a:bodyPr>
          <a:lstStyle>
            <a:lvl1pPr marL="0" indent="0">
              <a:buNone/>
              <a:defRPr sz="900">
                <a:solidFill>
                  <a:srgbClr val="2D2D2D"/>
                </a:solidFill>
                <a:latin typeface="Montserrat Regular" panose="00000500000000000000" pitchFamily="2" charset="0"/>
              </a:defRPr>
            </a:lvl1pPr>
          </a:lstStyle>
          <a:p>
            <a:pPr lvl="0"/>
            <a:r>
              <a:rPr lang="en-US"/>
              <a:t>Click to edit Master text styles</a:t>
            </a:r>
          </a:p>
        </p:txBody>
      </p:sp>
      <p:sp>
        <p:nvSpPr>
          <p:cNvPr id="39" name="Text Placeholder 4">
            <a:extLst>
              <a:ext uri="{FF2B5EF4-FFF2-40B4-BE49-F238E27FC236}">
                <a16:creationId xmlns:a16="http://schemas.microsoft.com/office/drawing/2014/main" id="{1DCD6FFA-2908-47A4-9EED-8F42FA9CF2D9}"/>
              </a:ext>
            </a:extLst>
          </p:cNvPr>
          <p:cNvSpPr>
            <a:spLocks noGrp="1"/>
          </p:cNvSpPr>
          <p:nvPr>
            <p:ph type="body" sz="quarter" idx="61"/>
          </p:nvPr>
        </p:nvSpPr>
        <p:spPr bwMode="invGray">
          <a:xfrm>
            <a:off x="1709842" y="3393911"/>
            <a:ext cx="7131662" cy="1039340"/>
          </a:xfrm>
          <a:prstGeom prst="rect">
            <a:avLst/>
          </a:prstGeom>
        </p:spPr>
        <p:txBody>
          <a:bodyPr>
            <a:normAutofit/>
          </a:bodyPr>
          <a:lstStyle>
            <a:lvl1pPr marL="0" indent="0">
              <a:buNone/>
              <a:defRPr sz="900">
                <a:solidFill>
                  <a:srgbClr val="2D2D2D"/>
                </a:solidFill>
                <a:latin typeface="Montserrat Regular" panose="00000500000000000000" pitchFamily="2" charset="0"/>
              </a:defRPr>
            </a:lvl1pPr>
          </a:lstStyle>
          <a:p>
            <a:pPr lvl="0"/>
            <a:r>
              <a:rPr lang="en-US"/>
              <a:t>Click to edit Master text styles</a:t>
            </a:r>
          </a:p>
        </p:txBody>
      </p:sp>
    </p:spTree>
    <p:extLst>
      <p:ext uri="{BB962C8B-B14F-4D97-AF65-F5344CB8AC3E}">
        <p14:creationId xmlns:p14="http://schemas.microsoft.com/office/powerpoint/2010/main" val="1720335822"/>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3AB2C97-AE85-490F-AD5D-C7F886D3B38F}"/>
              </a:ext>
            </a:extLst>
          </p:cNvPr>
          <p:cNvSpPr>
            <a:spLocks noGrp="1"/>
          </p:cNvSpPr>
          <p:nvPr>
            <p:ph type="title"/>
          </p:nvPr>
        </p:nvSpPr>
        <p:spPr bwMode="invGray">
          <a:xfrm>
            <a:off x="237599" y="353937"/>
            <a:ext cx="8613000" cy="257428"/>
          </a:xfrm>
          <a:prstGeom prst="rect">
            <a:avLst/>
          </a:prstGeom>
        </p:spPr>
        <p:txBody>
          <a:bodyPr anchor="t">
            <a:spAutoFit/>
          </a:bodyPr>
          <a:lstStyle>
            <a:lvl1pPr>
              <a:defRPr sz="1650">
                <a:latin typeface="Montserrat Bold" panose="00000800000000000000" pitchFamily="2" charset="0"/>
              </a:defRPr>
            </a:lvl1pPr>
          </a:lstStyle>
          <a:p>
            <a:r>
              <a:rPr lang="en-US"/>
              <a:t>Click to edit Master title style</a:t>
            </a:r>
          </a:p>
        </p:txBody>
      </p:sp>
      <p:sp>
        <p:nvSpPr>
          <p:cNvPr id="16" name="Text Placeholder 4">
            <a:extLst>
              <a:ext uri="{FF2B5EF4-FFF2-40B4-BE49-F238E27FC236}">
                <a16:creationId xmlns:a16="http://schemas.microsoft.com/office/drawing/2014/main" id="{3E380AB4-E463-44B5-BF13-CB409ADD4E3F}"/>
              </a:ext>
            </a:extLst>
          </p:cNvPr>
          <p:cNvSpPr>
            <a:spLocks noGrp="1"/>
          </p:cNvSpPr>
          <p:nvPr>
            <p:ph type="body" sz="quarter" idx="10"/>
          </p:nvPr>
        </p:nvSpPr>
        <p:spPr bwMode="invGray">
          <a:xfrm>
            <a:off x="237599" y="623198"/>
            <a:ext cx="8613000" cy="276999"/>
          </a:xfrm>
          <a:prstGeom prst="rect">
            <a:avLst/>
          </a:prstGeom>
        </p:spPr>
        <p:txBody>
          <a:bodyPr>
            <a:spAutoFit/>
          </a:bodyPr>
          <a:lstStyle>
            <a:lvl1pPr marL="0" indent="0">
              <a:buNone/>
              <a:defRPr sz="1200">
                <a:solidFill>
                  <a:srgbClr val="2D2D2D"/>
                </a:solidFill>
                <a:latin typeface="Montserrat SemiBold" pitchFamily="2" charset="0"/>
              </a:defRPr>
            </a:lvl1pPr>
          </a:lstStyle>
          <a:p>
            <a:pPr lvl="0"/>
            <a:r>
              <a:rPr lang="en-US"/>
              <a:t>Click to edit Master text styles</a:t>
            </a:r>
          </a:p>
        </p:txBody>
      </p:sp>
      <p:sp>
        <p:nvSpPr>
          <p:cNvPr id="28" name="Picture Placeholder 5">
            <a:extLst>
              <a:ext uri="{FF2B5EF4-FFF2-40B4-BE49-F238E27FC236}">
                <a16:creationId xmlns:a16="http://schemas.microsoft.com/office/drawing/2014/main" id="{27368E06-8E66-425C-8041-488A92DF4D82}"/>
              </a:ext>
            </a:extLst>
          </p:cNvPr>
          <p:cNvSpPr>
            <a:spLocks noGrp="1"/>
          </p:cNvSpPr>
          <p:nvPr>
            <p:ph type="pic" sz="quarter" idx="14" hasCustomPrompt="1"/>
          </p:nvPr>
        </p:nvSpPr>
        <p:spPr>
          <a:xfrm>
            <a:off x="6820318" y="1230787"/>
            <a:ext cx="2021186" cy="3110102"/>
          </a:xfrm>
          <a:prstGeom prst="roundRect">
            <a:avLst>
              <a:gd name="adj" fmla="val 1612"/>
            </a:avLst>
          </a:prstGeom>
        </p:spPr>
        <p:txBody>
          <a:bodyPr anchor="ctr">
            <a:normAutofit/>
          </a:bodyPr>
          <a:lstStyle>
            <a:lvl1pPr marL="0" indent="0" algn="ctr">
              <a:buNone/>
              <a:defRPr sz="1200">
                <a:latin typeface="Montserrat" panose="00000500000000000000" pitchFamily="2" charset="0"/>
              </a:defRPr>
            </a:lvl1pPr>
          </a:lstStyle>
          <a:p>
            <a:r>
              <a:rPr lang="en-NL"/>
              <a:t>Click here to add an image</a:t>
            </a:r>
          </a:p>
          <a:p>
            <a:endParaRPr lang="en-NL"/>
          </a:p>
          <a:p>
            <a:endParaRPr lang="en-NL"/>
          </a:p>
        </p:txBody>
      </p:sp>
      <p:sp>
        <p:nvSpPr>
          <p:cNvPr id="29" name="Rectangle: Rounded Corners 28">
            <a:extLst>
              <a:ext uri="{FF2B5EF4-FFF2-40B4-BE49-F238E27FC236}">
                <a16:creationId xmlns:a16="http://schemas.microsoft.com/office/drawing/2014/main" id="{8FA79DE3-D5C8-416C-96D7-B11C85C27DE5}"/>
              </a:ext>
            </a:extLst>
          </p:cNvPr>
          <p:cNvSpPr/>
          <p:nvPr userDrawn="1"/>
        </p:nvSpPr>
        <p:spPr>
          <a:xfrm>
            <a:off x="585598" y="1230787"/>
            <a:ext cx="5993560" cy="2266040"/>
          </a:xfrm>
          <a:prstGeom prst="roundRect">
            <a:avLst>
              <a:gd name="adj" fmla="val 4815"/>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0" name="TextBox 29">
            <a:extLst>
              <a:ext uri="{FF2B5EF4-FFF2-40B4-BE49-F238E27FC236}">
                <a16:creationId xmlns:a16="http://schemas.microsoft.com/office/drawing/2014/main" id="{258A6315-20C5-4602-806F-A9FAD2BA25B0}"/>
              </a:ext>
            </a:extLst>
          </p:cNvPr>
          <p:cNvSpPr txBox="1"/>
          <p:nvPr userDrawn="1"/>
        </p:nvSpPr>
        <p:spPr>
          <a:xfrm>
            <a:off x="656749" y="1201024"/>
            <a:ext cx="489857" cy="1107996"/>
          </a:xfrm>
          <a:prstGeom prst="rect">
            <a:avLst/>
          </a:prstGeom>
          <a:noFill/>
        </p:spPr>
        <p:txBody>
          <a:bodyPr wrap="square" rtlCol="0">
            <a:spAutoFit/>
          </a:bodyPr>
          <a:lstStyle/>
          <a:p>
            <a:r>
              <a:rPr lang="en-NL" sz="6600" i="1">
                <a:solidFill>
                  <a:srgbClr val="2D2D2D"/>
                </a:solidFill>
                <a:latin typeface="Montserrat SemiBold" pitchFamily="2" charset="0"/>
              </a:rPr>
              <a:t>“</a:t>
            </a:r>
            <a:endParaRPr lang="nl-NL" sz="6600" i="1">
              <a:solidFill>
                <a:srgbClr val="2D2D2D"/>
              </a:solidFill>
              <a:latin typeface="Montserrat SemiBold" pitchFamily="2" charset="0"/>
            </a:endParaRPr>
          </a:p>
        </p:txBody>
      </p:sp>
      <p:sp>
        <p:nvSpPr>
          <p:cNvPr id="31" name="TextBox 30">
            <a:extLst>
              <a:ext uri="{FF2B5EF4-FFF2-40B4-BE49-F238E27FC236}">
                <a16:creationId xmlns:a16="http://schemas.microsoft.com/office/drawing/2014/main" id="{5E9D8150-EF26-4C53-AE98-C126E4C0EED7}"/>
              </a:ext>
            </a:extLst>
          </p:cNvPr>
          <p:cNvSpPr txBox="1"/>
          <p:nvPr userDrawn="1"/>
        </p:nvSpPr>
        <p:spPr>
          <a:xfrm>
            <a:off x="5964952" y="2827801"/>
            <a:ext cx="489857" cy="1107996"/>
          </a:xfrm>
          <a:prstGeom prst="rect">
            <a:avLst/>
          </a:prstGeom>
          <a:noFill/>
        </p:spPr>
        <p:txBody>
          <a:bodyPr wrap="square" rtlCol="0">
            <a:spAutoFit/>
          </a:bodyPr>
          <a:lstStyle/>
          <a:p>
            <a:r>
              <a:rPr lang="en-NL" sz="6600" i="1">
                <a:solidFill>
                  <a:srgbClr val="2D2D2D"/>
                </a:solidFill>
                <a:latin typeface="Montserrat SemiBold" pitchFamily="2" charset="0"/>
              </a:rPr>
              <a:t>”</a:t>
            </a:r>
            <a:endParaRPr lang="nl-NL" sz="6600" i="1">
              <a:solidFill>
                <a:srgbClr val="2D2D2D"/>
              </a:solidFill>
              <a:latin typeface="Montserrat SemiBold" pitchFamily="2" charset="0"/>
            </a:endParaRPr>
          </a:p>
        </p:txBody>
      </p:sp>
      <p:sp>
        <p:nvSpPr>
          <p:cNvPr id="36" name="Text Placeholder 4">
            <a:extLst>
              <a:ext uri="{FF2B5EF4-FFF2-40B4-BE49-F238E27FC236}">
                <a16:creationId xmlns:a16="http://schemas.microsoft.com/office/drawing/2014/main" id="{579CE8E9-A79A-4D25-83BE-9B8D0934AC97}"/>
              </a:ext>
            </a:extLst>
          </p:cNvPr>
          <p:cNvSpPr>
            <a:spLocks noGrp="1"/>
          </p:cNvSpPr>
          <p:nvPr>
            <p:ph type="body" sz="quarter" idx="57"/>
          </p:nvPr>
        </p:nvSpPr>
        <p:spPr bwMode="invGray">
          <a:xfrm>
            <a:off x="1355958" y="1410804"/>
            <a:ext cx="4452839" cy="1906005"/>
          </a:xfrm>
          <a:prstGeom prst="rect">
            <a:avLst/>
          </a:prstGeom>
        </p:spPr>
        <p:txBody>
          <a:bodyPr anchor="ctr">
            <a:normAutofit/>
          </a:bodyPr>
          <a:lstStyle>
            <a:lvl1pPr marL="0" indent="0" algn="ctr">
              <a:buNone/>
              <a:defRPr sz="1350" i="1">
                <a:solidFill>
                  <a:srgbClr val="2D2D2D"/>
                </a:solidFill>
                <a:latin typeface="Montserrat SemiBold" pitchFamily="2" charset="0"/>
              </a:defRPr>
            </a:lvl1pPr>
          </a:lstStyle>
          <a:p>
            <a:pPr lvl="0"/>
            <a:r>
              <a:rPr lang="en-US"/>
              <a:t>Click to edit Master text styles</a:t>
            </a:r>
          </a:p>
        </p:txBody>
      </p:sp>
    </p:spTree>
    <p:extLst>
      <p:ext uri="{BB962C8B-B14F-4D97-AF65-F5344CB8AC3E}">
        <p14:creationId xmlns:p14="http://schemas.microsoft.com/office/powerpoint/2010/main" val="3523522310"/>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4EEB59C1-DBAE-B7DE-42D6-1DCE324A29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8" name="Graphic 7">
            <a:extLst>
              <a:ext uri="{FF2B5EF4-FFF2-40B4-BE49-F238E27FC236}">
                <a16:creationId xmlns:a16="http://schemas.microsoft.com/office/drawing/2014/main" id="{8791D0FA-6B99-42E5-B721-5BEB4B07EFF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70192" y="669305"/>
            <a:ext cx="1426211" cy="255245"/>
          </a:xfrm>
          <a:prstGeom prst="rect">
            <a:avLst/>
          </a:prstGeom>
        </p:spPr>
      </p:pic>
      <p:sp>
        <p:nvSpPr>
          <p:cNvPr id="2" name="Title 1">
            <a:extLst>
              <a:ext uri="{FF2B5EF4-FFF2-40B4-BE49-F238E27FC236}">
                <a16:creationId xmlns:a16="http://schemas.microsoft.com/office/drawing/2014/main" id="{A077BA4E-0064-451B-B04F-30179C0144FC}"/>
              </a:ext>
            </a:extLst>
          </p:cNvPr>
          <p:cNvSpPr>
            <a:spLocks noGrp="1"/>
          </p:cNvSpPr>
          <p:nvPr>
            <p:ph type="ctrTitle" hasCustomPrompt="1"/>
          </p:nvPr>
        </p:nvSpPr>
        <p:spPr>
          <a:xfrm>
            <a:off x="603012" y="1943415"/>
            <a:ext cx="6858000" cy="853348"/>
          </a:xfrm>
          <a:prstGeom prst="rect">
            <a:avLst/>
          </a:prstGeom>
        </p:spPr>
        <p:txBody>
          <a:bodyPr anchor="b">
            <a:normAutofit/>
          </a:bodyPr>
          <a:lstStyle>
            <a:lvl1pPr algn="l">
              <a:lnSpc>
                <a:spcPct val="100000"/>
              </a:lnSpc>
              <a:defRPr sz="2850" spc="0">
                <a:solidFill>
                  <a:srgbClr val="000000"/>
                </a:solidFill>
                <a:latin typeface="Montserrat SemiBold" pitchFamily="2" charset="0"/>
              </a:defRPr>
            </a:lvl1pPr>
          </a:lstStyle>
          <a:p>
            <a:r>
              <a:rPr lang="en-NL"/>
              <a:t>Questions</a:t>
            </a:r>
            <a:endParaRPr lang="nl-NL"/>
          </a:p>
        </p:txBody>
      </p:sp>
    </p:spTree>
    <p:extLst>
      <p:ext uri="{BB962C8B-B14F-4D97-AF65-F5344CB8AC3E}">
        <p14:creationId xmlns:p14="http://schemas.microsoft.com/office/powerpoint/2010/main" val="462727127"/>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pic>
        <p:nvPicPr>
          <p:cNvPr id="5" name="Picture 4" descr="A picture containing logo&#10;&#10;Description automatically generated">
            <a:extLst>
              <a:ext uri="{FF2B5EF4-FFF2-40B4-BE49-F238E27FC236}">
                <a16:creationId xmlns:a16="http://schemas.microsoft.com/office/drawing/2014/main" id="{5DE32A2A-EB48-472D-6F63-FA7245303B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13" name="Graphic 12">
            <a:extLst>
              <a:ext uri="{FF2B5EF4-FFF2-40B4-BE49-F238E27FC236}">
                <a16:creationId xmlns:a16="http://schemas.microsoft.com/office/drawing/2014/main" id="{A53A17A6-5D4E-4132-A874-B1C2B83253F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70192" y="669305"/>
            <a:ext cx="1426211" cy="255245"/>
          </a:xfrm>
          <a:prstGeom prst="rect">
            <a:avLst/>
          </a:prstGeom>
        </p:spPr>
      </p:pic>
      <p:sp>
        <p:nvSpPr>
          <p:cNvPr id="2" name="Title 1">
            <a:extLst>
              <a:ext uri="{FF2B5EF4-FFF2-40B4-BE49-F238E27FC236}">
                <a16:creationId xmlns:a16="http://schemas.microsoft.com/office/drawing/2014/main" id="{1E00396B-D127-B118-DD47-0A376F2B4743}"/>
              </a:ext>
            </a:extLst>
          </p:cNvPr>
          <p:cNvSpPr>
            <a:spLocks noGrp="1"/>
          </p:cNvSpPr>
          <p:nvPr>
            <p:ph type="ctrTitle" hasCustomPrompt="1"/>
          </p:nvPr>
        </p:nvSpPr>
        <p:spPr>
          <a:xfrm>
            <a:off x="603013" y="2060146"/>
            <a:ext cx="2693504" cy="511605"/>
          </a:xfrm>
          <a:prstGeom prst="rect">
            <a:avLst/>
          </a:prstGeom>
        </p:spPr>
        <p:txBody>
          <a:bodyPr anchor="t">
            <a:normAutofit/>
          </a:bodyPr>
          <a:lstStyle>
            <a:lvl1pPr algn="l">
              <a:lnSpc>
                <a:spcPct val="100000"/>
              </a:lnSpc>
              <a:defRPr sz="2850" spc="0">
                <a:solidFill>
                  <a:schemeClr val="bg1"/>
                </a:solidFill>
                <a:latin typeface="Montserrat SemiBold" pitchFamily="2" charset="0"/>
              </a:defRPr>
            </a:lvl1pPr>
          </a:lstStyle>
          <a:p>
            <a:r>
              <a:rPr lang="en-NL"/>
              <a:t>Thank you!</a:t>
            </a:r>
            <a:endParaRPr lang="nl-NL"/>
          </a:p>
        </p:txBody>
      </p:sp>
      <p:sp>
        <p:nvSpPr>
          <p:cNvPr id="3" name="Subtitle 2">
            <a:extLst>
              <a:ext uri="{FF2B5EF4-FFF2-40B4-BE49-F238E27FC236}">
                <a16:creationId xmlns:a16="http://schemas.microsoft.com/office/drawing/2014/main" id="{72F4EE82-9623-C4DC-13DE-20F5E9831083}"/>
              </a:ext>
            </a:extLst>
          </p:cNvPr>
          <p:cNvSpPr>
            <a:spLocks noGrp="1"/>
          </p:cNvSpPr>
          <p:nvPr>
            <p:ph type="subTitle" idx="1" hasCustomPrompt="1"/>
          </p:nvPr>
        </p:nvSpPr>
        <p:spPr>
          <a:xfrm>
            <a:off x="603012" y="2929250"/>
            <a:ext cx="2541537" cy="144554"/>
          </a:xfrm>
          <a:prstGeom prst="rect">
            <a:avLst/>
          </a:prstGeom>
        </p:spPr>
        <p:txBody>
          <a:bodyPr anchor="ctr">
            <a:noAutofit/>
          </a:bodyPr>
          <a:lstStyle>
            <a:lvl1pPr marL="0" indent="0" algn="l">
              <a:buNone/>
              <a:defRPr sz="900">
                <a:solidFill>
                  <a:schemeClr val="bg1"/>
                </a:solidFill>
                <a:latin typeface="Montserrat Medium"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NL"/>
              <a:t>For more information please contact:</a:t>
            </a:r>
            <a:endParaRPr lang="en-US"/>
          </a:p>
        </p:txBody>
      </p:sp>
      <p:sp>
        <p:nvSpPr>
          <p:cNvPr id="6" name="AddCustomFooter#1">
            <a:extLst>
              <a:ext uri="{FF2B5EF4-FFF2-40B4-BE49-F238E27FC236}">
                <a16:creationId xmlns:a16="http://schemas.microsoft.com/office/drawing/2014/main" id="{6523DCEE-0520-74FC-2CD6-08812A8B9955}"/>
              </a:ext>
            </a:extLst>
          </p:cNvPr>
          <p:cNvSpPr txBox="1"/>
          <p:nvPr userDrawn="1"/>
        </p:nvSpPr>
        <p:spPr bwMode="invGray">
          <a:xfrm>
            <a:off x="4055864" y="4779947"/>
            <a:ext cx="976229" cy="75085"/>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tab pos="142875" algn="l"/>
              </a:tabLst>
              <a:defRPr/>
            </a:pPr>
            <a:r>
              <a:rPr kumimoji="0" lang="en-US" sz="488" b="0" i="0" u="none" strike="noStrike" kern="1200" cap="none" spc="0" normalizeH="0" baseline="0" noProof="0">
                <a:ln>
                  <a:noFill/>
                </a:ln>
                <a:solidFill>
                  <a:srgbClr val="ECECED"/>
                </a:solidFill>
                <a:effectLst/>
                <a:uLnTx/>
                <a:uFillTx/>
                <a:latin typeface="+mn-lt"/>
                <a:ea typeface="Verdana" pitchFamily="34" charset="0"/>
                <a:cs typeface="Verdana" pitchFamily="34" charset="0"/>
              </a:rPr>
              <a:t>© </a:t>
            </a:r>
            <a:r>
              <a:rPr kumimoji="0" lang="nl-NL" sz="488" b="0" i="0" u="none" strike="noStrike" kern="1200" cap="none" spc="0" normalizeH="0" baseline="0" noProof="0">
                <a:ln>
                  <a:noFill/>
                </a:ln>
                <a:solidFill>
                  <a:srgbClr val="ECECED"/>
                </a:solidFill>
                <a:effectLst/>
                <a:uLnTx/>
                <a:uFillTx/>
                <a:latin typeface="+mn-lt"/>
                <a:ea typeface="Verdana" pitchFamily="34" charset="0"/>
                <a:cs typeface="Verdana" pitchFamily="34" charset="0"/>
              </a:rPr>
              <a:t>Eviden SAS</a:t>
            </a:r>
            <a:r>
              <a:rPr kumimoji="0" lang="en-US" sz="488" b="0" i="0" u="none" strike="noStrike" kern="1200" cap="none" spc="0" normalizeH="0" baseline="0" noProof="0">
                <a:ln>
                  <a:noFill/>
                </a:ln>
                <a:solidFill>
                  <a:srgbClr val="ECECED"/>
                </a:solidFill>
                <a:effectLst/>
                <a:uLnTx/>
                <a:uFillTx/>
                <a:latin typeface="+mn-lt"/>
                <a:ea typeface="Verdana" pitchFamily="34" charset="0"/>
                <a:cs typeface="Verdana" pitchFamily="34" charset="0"/>
              </a:rPr>
              <a:t> – </a:t>
            </a:r>
            <a:r>
              <a:rPr kumimoji="0" lang="en-NL" sz="488" b="0" i="0" u="none" strike="noStrike" kern="1200" cap="none" spc="0" normalizeH="0" baseline="0" noProof="0">
                <a:ln>
                  <a:noFill/>
                </a:ln>
                <a:solidFill>
                  <a:srgbClr val="ECECED"/>
                </a:solidFill>
                <a:effectLst/>
                <a:uLnTx/>
                <a:uFillTx/>
                <a:latin typeface="+mn-lt"/>
                <a:ea typeface="Verdana" pitchFamily="34" charset="0"/>
                <a:cs typeface="Verdana" pitchFamily="34" charset="0"/>
              </a:rPr>
              <a:t>For internal use</a:t>
            </a:r>
            <a:endParaRPr lang="nl-NL" sz="488" baseline="0">
              <a:solidFill>
                <a:srgbClr val="ECECED"/>
              </a:solidFill>
              <a:latin typeface="+mn-lt"/>
              <a:ea typeface="Verdana" pitchFamily="34" charset="0"/>
              <a:cs typeface="Verdana" pitchFamily="34" charset="0"/>
            </a:endParaRPr>
          </a:p>
        </p:txBody>
      </p:sp>
      <p:sp>
        <p:nvSpPr>
          <p:cNvPr id="4" name="TextBox 3">
            <a:extLst>
              <a:ext uri="{FF2B5EF4-FFF2-40B4-BE49-F238E27FC236}">
                <a16:creationId xmlns:a16="http://schemas.microsoft.com/office/drawing/2014/main" id="{02A830CD-6CCF-3DD1-4CFA-23A2413BD4AB}"/>
              </a:ext>
            </a:extLst>
          </p:cNvPr>
          <p:cNvSpPr txBox="1"/>
          <p:nvPr userDrawn="1"/>
        </p:nvSpPr>
        <p:spPr>
          <a:xfrm>
            <a:off x="603012" y="4574835"/>
            <a:ext cx="2813405" cy="415498"/>
          </a:xfrm>
          <a:prstGeom prst="rect">
            <a:avLst/>
          </a:prstGeom>
          <a:noFill/>
        </p:spPr>
        <p:txBody>
          <a:bodyPr wrap="square">
            <a:spAutoFit/>
          </a:bodyPr>
          <a:lstStyle/>
          <a:p>
            <a:r>
              <a:rPr lang="en-US" sz="525" kern="1200" baseline="0">
                <a:solidFill>
                  <a:srgbClr val="ECECED"/>
                </a:solidFill>
                <a:latin typeface="+mn-lt"/>
                <a:ea typeface="Verdana" pitchFamily="34" charset="0"/>
                <a:cs typeface="Verdana" pitchFamily="34" charset="0"/>
              </a:rPr>
              <a:t>Confidential information owned by Eviden SAS, to be used by the recipient only. This document, or any part of it, may not be reproduced, copied, circulated and/or distributed nor quoted without prior written approval from Eviden SAS.</a:t>
            </a:r>
            <a:endParaRPr lang="nl-NL" sz="525">
              <a:solidFill>
                <a:srgbClr val="ECECED"/>
              </a:solidFill>
              <a:latin typeface="+mn-lt"/>
            </a:endParaRPr>
          </a:p>
        </p:txBody>
      </p:sp>
    </p:spTree>
    <p:extLst>
      <p:ext uri="{BB962C8B-B14F-4D97-AF65-F5344CB8AC3E}">
        <p14:creationId xmlns:p14="http://schemas.microsoft.com/office/powerpoint/2010/main" val="296846918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3.xml"/><Relationship Id="rId18" Type="http://schemas.openxmlformats.org/officeDocument/2006/relationships/slideLayout" Target="../slideLayouts/slideLayout58.xml"/><Relationship Id="rId26" Type="http://schemas.openxmlformats.org/officeDocument/2006/relationships/slideLayout" Target="../slideLayouts/slideLayout66.xml"/><Relationship Id="rId39" Type="http://schemas.openxmlformats.org/officeDocument/2006/relationships/theme" Target="../theme/theme2.xml"/><Relationship Id="rId21" Type="http://schemas.openxmlformats.org/officeDocument/2006/relationships/slideLayout" Target="../slideLayouts/slideLayout61.xml"/><Relationship Id="rId34" Type="http://schemas.openxmlformats.org/officeDocument/2006/relationships/slideLayout" Target="../slideLayouts/slideLayout74.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5" Type="http://schemas.openxmlformats.org/officeDocument/2006/relationships/slideLayout" Target="../slideLayouts/slideLayout65.xml"/><Relationship Id="rId33" Type="http://schemas.openxmlformats.org/officeDocument/2006/relationships/slideLayout" Target="../slideLayouts/slideLayout73.xml"/><Relationship Id="rId38" Type="http://schemas.openxmlformats.org/officeDocument/2006/relationships/slideLayout" Target="../slideLayouts/slideLayout78.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slideLayout" Target="../slideLayouts/slideLayout60.xml"/><Relationship Id="rId29" Type="http://schemas.openxmlformats.org/officeDocument/2006/relationships/slideLayout" Target="../slideLayouts/slideLayout69.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24" Type="http://schemas.openxmlformats.org/officeDocument/2006/relationships/slideLayout" Target="../slideLayouts/slideLayout64.xml"/><Relationship Id="rId32" Type="http://schemas.openxmlformats.org/officeDocument/2006/relationships/slideLayout" Target="../slideLayouts/slideLayout72.xml"/><Relationship Id="rId37" Type="http://schemas.openxmlformats.org/officeDocument/2006/relationships/slideLayout" Target="../slideLayouts/slideLayout77.xml"/><Relationship Id="rId40" Type="http://schemas.openxmlformats.org/officeDocument/2006/relationships/image" Target="../media/image1.emf"/><Relationship Id="rId5" Type="http://schemas.openxmlformats.org/officeDocument/2006/relationships/slideLayout" Target="../slideLayouts/slideLayout45.xml"/><Relationship Id="rId15" Type="http://schemas.openxmlformats.org/officeDocument/2006/relationships/slideLayout" Target="../slideLayouts/slideLayout55.xml"/><Relationship Id="rId23" Type="http://schemas.openxmlformats.org/officeDocument/2006/relationships/slideLayout" Target="../slideLayouts/slideLayout63.xml"/><Relationship Id="rId28" Type="http://schemas.openxmlformats.org/officeDocument/2006/relationships/slideLayout" Target="../slideLayouts/slideLayout68.xml"/><Relationship Id="rId36" Type="http://schemas.openxmlformats.org/officeDocument/2006/relationships/slideLayout" Target="../slideLayouts/slideLayout76.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31" Type="http://schemas.openxmlformats.org/officeDocument/2006/relationships/slideLayout" Target="../slideLayouts/slideLayout71.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slideLayout" Target="../slideLayouts/slideLayout62.xml"/><Relationship Id="rId27" Type="http://schemas.openxmlformats.org/officeDocument/2006/relationships/slideLayout" Target="../slideLayouts/slideLayout67.xml"/><Relationship Id="rId30" Type="http://schemas.openxmlformats.org/officeDocument/2006/relationships/slideLayout" Target="../slideLayouts/slideLayout70.xml"/><Relationship Id="rId35" Type="http://schemas.openxmlformats.org/officeDocument/2006/relationships/slideLayout" Target="../slideLayouts/slideLayout75.xml"/><Relationship Id="rId8" Type="http://schemas.openxmlformats.org/officeDocument/2006/relationships/slideLayout" Target="../slideLayouts/slideLayout48.xml"/><Relationship Id="rId3" Type="http://schemas.openxmlformats.org/officeDocument/2006/relationships/slideLayout" Target="../slideLayouts/slideLayout4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81.xml"/><Relationship Id="rId2" Type="http://schemas.openxmlformats.org/officeDocument/2006/relationships/slideLayout" Target="../slideLayouts/slideLayout80.xml"/><Relationship Id="rId1" Type="http://schemas.openxmlformats.org/officeDocument/2006/relationships/slideLayout" Target="../slideLayouts/slideLayout79.xml"/><Relationship Id="rId5" Type="http://schemas.openxmlformats.org/officeDocument/2006/relationships/image" Target="../media/image1.emf"/><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94.xml"/><Relationship Id="rId18" Type="http://schemas.openxmlformats.org/officeDocument/2006/relationships/slideLayout" Target="../slideLayouts/slideLayout99.xml"/><Relationship Id="rId26" Type="http://schemas.openxmlformats.org/officeDocument/2006/relationships/slideLayout" Target="../slideLayouts/slideLayout107.xml"/><Relationship Id="rId39" Type="http://schemas.openxmlformats.org/officeDocument/2006/relationships/slideLayout" Target="../slideLayouts/slideLayout120.xml"/><Relationship Id="rId21" Type="http://schemas.openxmlformats.org/officeDocument/2006/relationships/slideLayout" Target="../slideLayouts/slideLayout102.xml"/><Relationship Id="rId34" Type="http://schemas.openxmlformats.org/officeDocument/2006/relationships/slideLayout" Target="../slideLayouts/slideLayout115.xml"/><Relationship Id="rId42" Type="http://schemas.openxmlformats.org/officeDocument/2006/relationships/slideLayout" Target="../slideLayouts/slideLayout123.xml"/><Relationship Id="rId47" Type="http://schemas.openxmlformats.org/officeDocument/2006/relationships/slideLayout" Target="../slideLayouts/slideLayout128.xml"/><Relationship Id="rId50" Type="http://schemas.openxmlformats.org/officeDocument/2006/relationships/slideLayout" Target="../slideLayouts/slideLayout131.xml"/><Relationship Id="rId7" Type="http://schemas.openxmlformats.org/officeDocument/2006/relationships/slideLayout" Target="../slideLayouts/slideLayout88.xml"/><Relationship Id="rId2" Type="http://schemas.openxmlformats.org/officeDocument/2006/relationships/slideLayout" Target="../slideLayouts/slideLayout83.xml"/><Relationship Id="rId16" Type="http://schemas.openxmlformats.org/officeDocument/2006/relationships/slideLayout" Target="../slideLayouts/slideLayout97.xml"/><Relationship Id="rId29" Type="http://schemas.openxmlformats.org/officeDocument/2006/relationships/slideLayout" Target="../slideLayouts/slideLayout110.xml"/><Relationship Id="rId11" Type="http://schemas.openxmlformats.org/officeDocument/2006/relationships/slideLayout" Target="../slideLayouts/slideLayout92.xml"/><Relationship Id="rId24" Type="http://schemas.openxmlformats.org/officeDocument/2006/relationships/slideLayout" Target="../slideLayouts/slideLayout105.xml"/><Relationship Id="rId32" Type="http://schemas.openxmlformats.org/officeDocument/2006/relationships/slideLayout" Target="../slideLayouts/slideLayout113.xml"/><Relationship Id="rId37" Type="http://schemas.openxmlformats.org/officeDocument/2006/relationships/slideLayout" Target="../slideLayouts/slideLayout118.xml"/><Relationship Id="rId40" Type="http://schemas.openxmlformats.org/officeDocument/2006/relationships/slideLayout" Target="../slideLayouts/slideLayout121.xml"/><Relationship Id="rId45" Type="http://schemas.openxmlformats.org/officeDocument/2006/relationships/slideLayout" Target="../slideLayouts/slideLayout126.xml"/><Relationship Id="rId5" Type="http://schemas.openxmlformats.org/officeDocument/2006/relationships/slideLayout" Target="../slideLayouts/slideLayout86.xml"/><Relationship Id="rId15" Type="http://schemas.openxmlformats.org/officeDocument/2006/relationships/slideLayout" Target="../slideLayouts/slideLayout96.xml"/><Relationship Id="rId23" Type="http://schemas.openxmlformats.org/officeDocument/2006/relationships/slideLayout" Target="../slideLayouts/slideLayout104.xml"/><Relationship Id="rId28" Type="http://schemas.openxmlformats.org/officeDocument/2006/relationships/slideLayout" Target="../slideLayouts/slideLayout109.xml"/><Relationship Id="rId36" Type="http://schemas.openxmlformats.org/officeDocument/2006/relationships/slideLayout" Target="../slideLayouts/slideLayout117.xml"/><Relationship Id="rId49" Type="http://schemas.openxmlformats.org/officeDocument/2006/relationships/slideLayout" Target="../slideLayouts/slideLayout130.xml"/><Relationship Id="rId10" Type="http://schemas.openxmlformats.org/officeDocument/2006/relationships/slideLayout" Target="../slideLayouts/slideLayout91.xml"/><Relationship Id="rId19" Type="http://schemas.openxmlformats.org/officeDocument/2006/relationships/slideLayout" Target="../slideLayouts/slideLayout100.xml"/><Relationship Id="rId31" Type="http://schemas.openxmlformats.org/officeDocument/2006/relationships/slideLayout" Target="../slideLayouts/slideLayout112.xml"/><Relationship Id="rId44" Type="http://schemas.openxmlformats.org/officeDocument/2006/relationships/slideLayout" Target="../slideLayouts/slideLayout125.xml"/><Relationship Id="rId52" Type="http://schemas.openxmlformats.org/officeDocument/2006/relationships/image" Target="../media/image4.emf"/><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 Id="rId22" Type="http://schemas.openxmlformats.org/officeDocument/2006/relationships/slideLayout" Target="../slideLayouts/slideLayout103.xml"/><Relationship Id="rId27" Type="http://schemas.openxmlformats.org/officeDocument/2006/relationships/slideLayout" Target="../slideLayouts/slideLayout108.xml"/><Relationship Id="rId30" Type="http://schemas.openxmlformats.org/officeDocument/2006/relationships/slideLayout" Target="../slideLayouts/slideLayout111.xml"/><Relationship Id="rId35" Type="http://schemas.openxmlformats.org/officeDocument/2006/relationships/slideLayout" Target="../slideLayouts/slideLayout116.xml"/><Relationship Id="rId43" Type="http://schemas.openxmlformats.org/officeDocument/2006/relationships/slideLayout" Target="../slideLayouts/slideLayout124.xml"/><Relationship Id="rId48" Type="http://schemas.openxmlformats.org/officeDocument/2006/relationships/slideLayout" Target="../slideLayouts/slideLayout129.xml"/><Relationship Id="rId8" Type="http://schemas.openxmlformats.org/officeDocument/2006/relationships/slideLayout" Target="../slideLayouts/slideLayout89.xml"/><Relationship Id="rId51" Type="http://schemas.openxmlformats.org/officeDocument/2006/relationships/theme" Target="../theme/theme4.xml"/><Relationship Id="rId3" Type="http://schemas.openxmlformats.org/officeDocument/2006/relationships/slideLayout" Target="../slideLayouts/slideLayout84.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5" Type="http://schemas.openxmlformats.org/officeDocument/2006/relationships/slideLayout" Target="../slideLayouts/slideLayout106.xml"/><Relationship Id="rId33" Type="http://schemas.openxmlformats.org/officeDocument/2006/relationships/slideLayout" Target="../slideLayouts/slideLayout114.xml"/><Relationship Id="rId38" Type="http://schemas.openxmlformats.org/officeDocument/2006/relationships/slideLayout" Target="../slideLayouts/slideLayout119.xml"/><Relationship Id="rId46" Type="http://schemas.openxmlformats.org/officeDocument/2006/relationships/slideLayout" Target="../slideLayouts/slideLayout127.xml"/><Relationship Id="rId20" Type="http://schemas.openxmlformats.org/officeDocument/2006/relationships/slideLayout" Target="../slideLayouts/slideLayout101.xml"/><Relationship Id="rId41" Type="http://schemas.openxmlformats.org/officeDocument/2006/relationships/slideLayout" Target="../slideLayouts/slideLayout122.xml"/><Relationship Id="rId1" Type="http://schemas.openxmlformats.org/officeDocument/2006/relationships/slideLayout" Target="../slideLayouts/slideLayout82.xml"/><Relationship Id="rId6" Type="http://schemas.openxmlformats.org/officeDocument/2006/relationships/slideLayout" Target="../slideLayouts/slideLayout8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39.xml"/><Relationship Id="rId13" Type="http://schemas.openxmlformats.org/officeDocument/2006/relationships/slideLayout" Target="../slideLayouts/slideLayout144.xml"/><Relationship Id="rId18" Type="http://schemas.openxmlformats.org/officeDocument/2006/relationships/slideLayout" Target="../slideLayouts/slideLayout149.xml"/><Relationship Id="rId26" Type="http://schemas.openxmlformats.org/officeDocument/2006/relationships/slideLayout" Target="../slideLayouts/slideLayout157.xml"/><Relationship Id="rId3" Type="http://schemas.openxmlformats.org/officeDocument/2006/relationships/slideLayout" Target="../slideLayouts/slideLayout134.xml"/><Relationship Id="rId21" Type="http://schemas.openxmlformats.org/officeDocument/2006/relationships/slideLayout" Target="../slideLayouts/slideLayout152.xml"/><Relationship Id="rId7" Type="http://schemas.openxmlformats.org/officeDocument/2006/relationships/slideLayout" Target="../slideLayouts/slideLayout138.xml"/><Relationship Id="rId12" Type="http://schemas.openxmlformats.org/officeDocument/2006/relationships/slideLayout" Target="../slideLayouts/slideLayout143.xml"/><Relationship Id="rId17" Type="http://schemas.openxmlformats.org/officeDocument/2006/relationships/slideLayout" Target="../slideLayouts/slideLayout148.xml"/><Relationship Id="rId25" Type="http://schemas.openxmlformats.org/officeDocument/2006/relationships/slideLayout" Target="../slideLayouts/slideLayout156.xml"/><Relationship Id="rId2" Type="http://schemas.openxmlformats.org/officeDocument/2006/relationships/slideLayout" Target="../slideLayouts/slideLayout133.xml"/><Relationship Id="rId16" Type="http://schemas.openxmlformats.org/officeDocument/2006/relationships/slideLayout" Target="../slideLayouts/slideLayout147.xml"/><Relationship Id="rId20" Type="http://schemas.openxmlformats.org/officeDocument/2006/relationships/slideLayout" Target="../slideLayouts/slideLayout151.xml"/><Relationship Id="rId1" Type="http://schemas.openxmlformats.org/officeDocument/2006/relationships/slideLayout" Target="../slideLayouts/slideLayout132.xml"/><Relationship Id="rId6" Type="http://schemas.openxmlformats.org/officeDocument/2006/relationships/slideLayout" Target="../slideLayouts/slideLayout137.xml"/><Relationship Id="rId11" Type="http://schemas.openxmlformats.org/officeDocument/2006/relationships/slideLayout" Target="../slideLayouts/slideLayout142.xml"/><Relationship Id="rId24" Type="http://schemas.openxmlformats.org/officeDocument/2006/relationships/slideLayout" Target="../slideLayouts/slideLayout155.xml"/><Relationship Id="rId5" Type="http://schemas.openxmlformats.org/officeDocument/2006/relationships/slideLayout" Target="../slideLayouts/slideLayout136.xml"/><Relationship Id="rId15" Type="http://schemas.openxmlformats.org/officeDocument/2006/relationships/slideLayout" Target="../slideLayouts/slideLayout146.xml"/><Relationship Id="rId23" Type="http://schemas.openxmlformats.org/officeDocument/2006/relationships/slideLayout" Target="../slideLayouts/slideLayout154.xml"/><Relationship Id="rId28" Type="http://schemas.openxmlformats.org/officeDocument/2006/relationships/theme" Target="../theme/theme5.xml"/><Relationship Id="rId10" Type="http://schemas.openxmlformats.org/officeDocument/2006/relationships/slideLayout" Target="../slideLayouts/slideLayout141.xml"/><Relationship Id="rId19" Type="http://schemas.openxmlformats.org/officeDocument/2006/relationships/slideLayout" Target="../slideLayouts/slideLayout150.xml"/><Relationship Id="rId4" Type="http://schemas.openxmlformats.org/officeDocument/2006/relationships/slideLayout" Target="../slideLayouts/slideLayout135.xml"/><Relationship Id="rId9" Type="http://schemas.openxmlformats.org/officeDocument/2006/relationships/slideLayout" Target="../slideLayouts/slideLayout140.xml"/><Relationship Id="rId14" Type="http://schemas.openxmlformats.org/officeDocument/2006/relationships/slideLayout" Target="../slideLayouts/slideLayout145.xml"/><Relationship Id="rId22" Type="http://schemas.openxmlformats.org/officeDocument/2006/relationships/slideLayout" Target="../slideLayouts/slideLayout153.xml"/><Relationship Id="rId27" Type="http://schemas.openxmlformats.org/officeDocument/2006/relationships/slideLayout" Target="../slideLayouts/slideLayout158.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71.xml"/><Relationship Id="rId18" Type="http://schemas.openxmlformats.org/officeDocument/2006/relationships/slideLayout" Target="../slideLayouts/slideLayout176.xml"/><Relationship Id="rId26" Type="http://schemas.openxmlformats.org/officeDocument/2006/relationships/slideLayout" Target="../slideLayouts/slideLayout184.xml"/><Relationship Id="rId39" Type="http://schemas.openxmlformats.org/officeDocument/2006/relationships/slideLayout" Target="../slideLayouts/slideLayout197.xml"/><Relationship Id="rId21" Type="http://schemas.openxmlformats.org/officeDocument/2006/relationships/slideLayout" Target="../slideLayouts/slideLayout179.xml"/><Relationship Id="rId34" Type="http://schemas.openxmlformats.org/officeDocument/2006/relationships/slideLayout" Target="../slideLayouts/slideLayout192.xml"/><Relationship Id="rId42" Type="http://schemas.openxmlformats.org/officeDocument/2006/relationships/slideLayout" Target="../slideLayouts/slideLayout200.xml"/><Relationship Id="rId47" Type="http://schemas.openxmlformats.org/officeDocument/2006/relationships/slideLayout" Target="../slideLayouts/slideLayout205.xml"/><Relationship Id="rId50" Type="http://schemas.openxmlformats.org/officeDocument/2006/relationships/theme" Target="../theme/theme6.xml"/><Relationship Id="rId7" Type="http://schemas.openxmlformats.org/officeDocument/2006/relationships/slideLayout" Target="../slideLayouts/slideLayout165.xml"/><Relationship Id="rId2" Type="http://schemas.openxmlformats.org/officeDocument/2006/relationships/slideLayout" Target="../slideLayouts/slideLayout160.xml"/><Relationship Id="rId16" Type="http://schemas.openxmlformats.org/officeDocument/2006/relationships/slideLayout" Target="../slideLayouts/slideLayout174.xml"/><Relationship Id="rId29" Type="http://schemas.openxmlformats.org/officeDocument/2006/relationships/slideLayout" Target="../slideLayouts/slideLayout187.xml"/><Relationship Id="rId11" Type="http://schemas.openxmlformats.org/officeDocument/2006/relationships/slideLayout" Target="../slideLayouts/slideLayout169.xml"/><Relationship Id="rId24" Type="http://schemas.openxmlformats.org/officeDocument/2006/relationships/slideLayout" Target="../slideLayouts/slideLayout182.xml"/><Relationship Id="rId32" Type="http://schemas.openxmlformats.org/officeDocument/2006/relationships/slideLayout" Target="../slideLayouts/slideLayout190.xml"/><Relationship Id="rId37" Type="http://schemas.openxmlformats.org/officeDocument/2006/relationships/slideLayout" Target="../slideLayouts/slideLayout195.xml"/><Relationship Id="rId40" Type="http://schemas.openxmlformats.org/officeDocument/2006/relationships/slideLayout" Target="../slideLayouts/slideLayout198.xml"/><Relationship Id="rId45" Type="http://schemas.openxmlformats.org/officeDocument/2006/relationships/slideLayout" Target="../slideLayouts/slideLayout203.xml"/><Relationship Id="rId5" Type="http://schemas.openxmlformats.org/officeDocument/2006/relationships/slideLayout" Target="../slideLayouts/slideLayout163.xml"/><Relationship Id="rId15" Type="http://schemas.openxmlformats.org/officeDocument/2006/relationships/slideLayout" Target="../slideLayouts/slideLayout173.xml"/><Relationship Id="rId23" Type="http://schemas.openxmlformats.org/officeDocument/2006/relationships/slideLayout" Target="../slideLayouts/slideLayout181.xml"/><Relationship Id="rId28" Type="http://schemas.openxmlformats.org/officeDocument/2006/relationships/slideLayout" Target="../slideLayouts/slideLayout186.xml"/><Relationship Id="rId36" Type="http://schemas.openxmlformats.org/officeDocument/2006/relationships/slideLayout" Target="../slideLayouts/slideLayout194.xml"/><Relationship Id="rId49" Type="http://schemas.openxmlformats.org/officeDocument/2006/relationships/slideLayout" Target="../slideLayouts/slideLayout207.xml"/><Relationship Id="rId10" Type="http://schemas.openxmlformats.org/officeDocument/2006/relationships/slideLayout" Target="../slideLayouts/slideLayout168.xml"/><Relationship Id="rId19" Type="http://schemas.openxmlformats.org/officeDocument/2006/relationships/slideLayout" Target="../slideLayouts/slideLayout177.xml"/><Relationship Id="rId31" Type="http://schemas.openxmlformats.org/officeDocument/2006/relationships/slideLayout" Target="../slideLayouts/slideLayout189.xml"/><Relationship Id="rId44" Type="http://schemas.openxmlformats.org/officeDocument/2006/relationships/slideLayout" Target="../slideLayouts/slideLayout202.xml"/><Relationship Id="rId4" Type="http://schemas.openxmlformats.org/officeDocument/2006/relationships/slideLayout" Target="../slideLayouts/slideLayout162.xml"/><Relationship Id="rId9" Type="http://schemas.openxmlformats.org/officeDocument/2006/relationships/slideLayout" Target="../slideLayouts/slideLayout167.xml"/><Relationship Id="rId14" Type="http://schemas.openxmlformats.org/officeDocument/2006/relationships/slideLayout" Target="../slideLayouts/slideLayout172.xml"/><Relationship Id="rId22" Type="http://schemas.openxmlformats.org/officeDocument/2006/relationships/slideLayout" Target="../slideLayouts/slideLayout180.xml"/><Relationship Id="rId27" Type="http://schemas.openxmlformats.org/officeDocument/2006/relationships/slideLayout" Target="../slideLayouts/slideLayout185.xml"/><Relationship Id="rId30" Type="http://schemas.openxmlformats.org/officeDocument/2006/relationships/slideLayout" Target="../slideLayouts/slideLayout188.xml"/><Relationship Id="rId35" Type="http://schemas.openxmlformats.org/officeDocument/2006/relationships/slideLayout" Target="../slideLayouts/slideLayout193.xml"/><Relationship Id="rId43" Type="http://schemas.openxmlformats.org/officeDocument/2006/relationships/slideLayout" Target="../slideLayouts/slideLayout201.xml"/><Relationship Id="rId48" Type="http://schemas.openxmlformats.org/officeDocument/2006/relationships/slideLayout" Target="../slideLayouts/slideLayout206.xml"/><Relationship Id="rId8" Type="http://schemas.openxmlformats.org/officeDocument/2006/relationships/slideLayout" Target="../slideLayouts/slideLayout166.xml"/><Relationship Id="rId51" Type="http://schemas.openxmlformats.org/officeDocument/2006/relationships/image" Target="../media/image4.emf"/><Relationship Id="rId3" Type="http://schemas.openxmlformats.org/officeDocument/2006/relationships/slideLayout" Target="../slideLayouts/slideLayout161.xml"/><Relationship Id="rId12" Type="http://schemas.openxmlformats.org/officeDocument/2006/relationships/slideLayout" Target="../slideLayouts/slideLayout170.xml"/><Relationship Id="rId17" Type="http://schemas.openxmlformats.org/officeDocument/2006/relationships/slideLayout" Target="../slideLayouts/slideLayout175.xml"/><Relationship Id="rId25" Type="http://schemas.openxmlformats.org/officeDocument/2006/relationships/slideLayout" Target="../slideLayouts/slideLayout183.xml"/><Relationship Id="rId33" Type="http://schemas.openxmlformats.org/officeDocument/2006/relationships/slideLayout" Target="../slideLayouts/slideLayout191.xml"/><Relationship Id="rId38" Type="http://schemas.openxmlformats.org/officeDocument/2006/relationships/slideLayout" Target="../slideLayouts/slideLayout196.xml"/><Relationship Id="rId46" Type="http://schemas.openxmlformats.org/officeDocument/2006/relationships/slideLayout" Target="../slideLayouts/slideLayout204.xml"/><Relationship Id="rId20" Type="http://schemas.openxmlformats.org/officeDocument/2006/relationships/slideLayout" Target="../slideLayouts/slideLayout178.xml"/><Relationship Id="rId41" Type="http://schemas.openxmlformats.org/officeDocument/2006/relationships/slideLayout" Target="../slideLayouts/slideLayout199.xml"/><Relationship Id="rId1" Type="http://schemas.openxmlformats.org/officeDocument/2006/relationships/slideLayout" Target="../slideLayouts/slideLayout159.xml"/><Relationship Id="rId6" Type="http://schemas.openxmlformats.org/officeDocument/2006/relationships/slideLayout" Target="../slideLayouts/slideLayout164.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220.xml"/><Relationship Id="rId18" Type="http://schemas.openxmlformats.org/officeDocument/2006/relationships/slideLayout" Target="../slideLayouts/slideLayout225.xml"/><Relationship Id="rId26" Type="http://schemas.openxmlformats.org/officeDocument/2006/relationships/slideLayout" Target="../slideLayouts/slideLayout233.xml"/><Relationship Id="rId3" Type="http://schemas.openxmlformats.org/officeDocument/2006/relationships/slideLayout" Target="../slideLayouts/slideLayout210.xml"/><Relationship Id="rId21" Type="http://schemas.openxmlformats.org/officeDocument/2006/relationships/slideLayout" Target="../slideLayouts/slideLayout228.xml"/><Relationship Id="rId7" Type="http://schemas.openxmlformats.org/officeDocument/2006/relationships/slideLayout" Target="../slideLayouts/slideLayout214.xml"/><Relationship Id="rId12" Type="http://schemas.openxmlformats.org/officeDocument/2006/relationships/slideLayout" Target="../slideLayouts/slideLayout219.xml"/><Relationship Id="rId17" Type="http://schemas.openxmlformats.org/officeDocument/2006/relationships/slideLayout" Target="../slideLayouts/slideLayout224.xml"/><Relationship Id="rId25" Type="http://schemas.openxmlformats.org/officeDocument/2006/relationships/slideLayout" Target="../slideLayouts/slideLayout232.xml"/><Relationship Id="rId33" Type="http://schemas.openxmlformats.org/officeDocument/2006/relationships/image" Target="../media/image79.svg"/><Relationship Id="rId2" Type="http://schemas.openxmlformats.org/officeDocument/2006/relationships/slideLayout" Target="../slideLayouts/slideLayout209.xml"/><Relationship Id="rId16" Type="http://schemas.openxmlformats.org/officeDocument/2006/relationships/slideLayout" Target="../slideLayouts/slideLayout223.xml"/><Relationship Id="rId20" Type="http://schemas.openxmlformats.org/officeDocument/2006/relationships/slideLayout" Target="../slideLayouts/slideLayout227.xml"/><Relationship Id="rId29" Type="http://schemas.openxmlformats.org/officeDocument/2006/relationships/slideLayout" Target="../slideLayouts/slideLayout236.xml"/><Relationship Id="rId1" Type="http://schemas.openxmlformats.org/officeDocument/2006/relationships/slideLayout" Target="../slideLayouts/slideLayout208.xml"/><Relationship Id="rId6" Type="http://schemas.openxmlformats.org/officeDocument/2006/relationships/slideLayout" Target="../slideLayouts/slideLayout213.xml"/><Relationship Id="rId11" Type="http://schemas.openxmlformats.org/officeDocument/2006/relationships/slideLayout" Target="../slideLayouts/slideLayout218.xml"/><Relationship Id="rId24" Type="http://schemas.openxmlformats.org/officeDocument/2006/relationships/slideLayout" Target="../slideLayouts/slideLayout231.xml"/><Relationship Id="rId32" Type="http://schemas.openxmlformats.org/officeDocument/2006/relationships/image" Target="../media/image78.png"/><Relationship Id="rId5" Type="http://schemas.openxmlformats.org/officeDocument/2006/relationships/slideLayout" Target="../slideLayouts/slideLayout212.xml"/><Relationship Id="rId15" Type="http://schemas.openxmlformats.org/officeDocument/2006/relationships/slideLayout" Target="../slideLayouts/slideLayout222.xml"/><Relationship Id="rId23" Type="http://schemas.openxmlformats.org/officeDocument/2006/relationships/slideLayout" Target="../slideLayouts/slideLayout230.xml"/><Relationship Id="rId28" Type="http://schemas.openxmlformats.org/officeDocument/2006/relationships/slideLayout" Target="../slideLayouts/slideLayout235.xml"/><Relationship Id="rId10" Type="http://schemas.openxmlformats.org/officeDocument/2006/relationships/slideLayout" Target="../slideLayouts/slideLayout217.xml"/><Relationship Id="rId19" Type="http://schemas.openxmlformats.org/officeDocument/2006/relationships/slideLayout" Target="../slideLayouts/slideLayout226.xml"/><Relationship Id="rId31" Type="http://schemas.openxmlformats.org/officeDocument/2006/relationships/theme" Target="../theme/theme7.xml"/><Relationship Id="rId4" Type="http://schemas.openxmlformats.org/officeDocument/2006/relationships/slideLayout" Target="../slideLayouts/slideLayout211.xml"/><Relationship Id="rId9" Type="http://schemas.openxmlformats.org/officeDocument/2006/relationships/slideLayout" Target="../slideLayouts/slideLayout216.xml"/><Relationship Id="rId14" Type="http://schemas.openxmlformats.org/officeDocument/2006/relationships/slideLayout" Target="../slideLayouts/slideLayout221.xml"/><Relationship Id="rId22" Type="http://schemas.openxmlformats.org/officeDocument/2006/relationships/slideLayout" Target="../slideLayouts/slideLayout229.xml"/><Relationship Id="rId27" Type="http://schemas.openxmlformats.org/officeDocument/2006/relationships/slideLayout" Target="../slideLayouts/slideLayout234.xml"/><Relationship Id="rId30" Type="http://schemas.openxmlformats.org/officeDocument/2006/relationships/slideLayout" Target="../slideLayouts/slideLayout237.xml"/><Relationship Id="rId8" Type="http://schemas.openxmlformats.org/officeDocument/2006/relationships/slideLayout" Target="../slideLayouts/slideLayout2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invGray">
      <p:bgRef idx="1001">
        <a:schemeClr val="bg2"/>
      </p:bgRef>
    </p:bg>
    <p:spTree>
      <p:nvGrpSpPr>
        <p:cNvPr id="1" name=""/>
        <p:cNvGrpSpPr/>
        <p:nvPr/>
      </p:nvGrpSpPr>
      <p:grpSpPr>
        <a:xfrm>
          <a:off x="0" y="0"/>
          <a:ext cx="0" cy="0"/>
          <a:chOff x="0" y="0"/>
          <a:chExt cx="0" cy="0"/>
        </a:xfrm>
      </p:grpSpPr>
      <p:sp>
        <p:nvSpPr>
          <p:cNvPr id="14" name="Text Placeholder 2"/>
          <p:cNvSpPr>
            <a:spLocks noGrp="1"/>
          </p:cNvSpPr>
          <p:nvPr>
            <p:ph type="body" idx="1"/>
          </p:nvPr>
        </p:nvSpPr>
        <p:spPr bwMode="invGray">
          <a:xfrm>
            <a:off x="227661" y="1074738"/>
            <a:ext cx="8577072" cy="3490962"/>
          </a:xfrm>
          <a:prstGeom prst="rect">
            <a:avLst/>
          </a:prstGeom>
        </p:spPr>
        <p:txBody>
          <a:bodyPr vert="horz" lIns="91440" tIns="45720" rIns="91440" bIns="45720" rtlCol="0">
            <a:noAutofit/>
          </a:bodyPr>
          <a:lstStyle/>
          <a:p>
            <a:pPr lvl="0"/>
            <a:r>
              <a:rPr lang="nl-NL"/>
              <a:t>Paragraph 01 (Raleway Medium 14 pt)</a:t>
            </a:r>
          </a:p>
          <a:p>
            <a:pPr lvl="1"/>
            <a:r>
              <a:rPr lang="nl-NL"/>
              <a:t>Paragraph 02 (Raleway Light 12 pt)</a:t>
            </a:r>
          </a:p>
          <a:p>
            <a:pPr lvl="2"/>
            <a:r>
              <a:rPr lang="nl-NL"/>
              <a:t>Paragraph 03 (Raleway Light 11 pt)</a:t>
            </a:r>
          </a:p>
          <a:p>
            <a:pPr lvl="3"/>
            <a:r>
              <a:rPr lang="en-US"/>
              <a:t>Paragraph 04 (</a:t>
            </a:r>
            <a:r>
              <a:rPr lang="en-US" err="1"/>
              <a:t>Raleway</a:t>
            </a:r>
            <a:r>
              <a:rPr lang="en-US"/>
              <a:t> Light 10 </a:t>
            </a:r>
            <a:r>
              <a:rPr lang="en-US" err="1"/>
              <a:t>pt</a:t>
            </a:r>
            <a:r>
              <a:rPr lang="en-US"/>
              <a:t>)</a:t>
            </a:r>
            <a:endParaRPr lang="nl-NL"/>
          </a:p>
        </p:txBody>
      </p:sp>
      <p:sp>
        <p:nvSpPr>
          <p:cNvPr id="16" name="Title Placeholder 1"/>
          <p:cNvSpPr>
            <a:spLocks noGrp="1"/>
          </p:cNvSpPr>
          <p:nvPr>
            <p:ph type="title"/>
          </p:nvPr>
        </p:nvSpPr>
        <p:spPr bwMode="invGray">
          <a:xfrm>
            <a:off x="227661" y="123478"/>
            <a:ext cx="8577072" cy="567000"/>
          </a:xfrm>
          <a:prstGeom prst="rect">
            <a:avLst/>
          </a:prstGeom>
        </p:spPr>
        <p:txBody>
          <a:bodyPr vert="horz" lIns="91440" tIns="45720" rIns="91440" bIns="45720" rtlCol="0" anchor="t" anchorCtr="0">
            <a:noAutofit/>
          </a:bodyPr>
          <a:lstStyle/>
          <a:p>
            <a:r>
              <a:rPr lang="en-US"/>
              <a:t>Title in </a:t>
            </a:r>
            <a:r>
              <a:rPr lang="en-US" err="1"/>
              <a:t>Raleway</a:t>
            </a:r>
            <a:r>
              <a:rPr lang="en-US"/>
              <a:t> </a:t>
            </a:r>
            <a:r>
              <a:rPr lang="en-US" err="1"/>
              <a:t>SemiBold</a:t>
            </a:r>
            <a:r>
              <a:rPr lang="en-US"/>
              <a:t> 20pt</a:t>
            </a:r>
            <a:endParaRPr lang="nl-NL"/>
          </a:p>
        </p:txBody>
      </p:sp>
      <p:pic>
        <p:nvPicPr>
          <p:cNvPr id="9" name="Picture 8"/>
          <p:cNvPicPr>
            <a:picLocks noChangeAspect="1"/>
          </p:cNvPicPr>
          <p:nvPr userDrawn="1"/>
        </p:nvPicPr>
        <p:blipFill>
          <a:blip r:embed="rId42" cstate="print">
            <a:extLst>
              <a:ext uri="{28A0092B-C50C-407E-A947-70E740481C1C}">
                <a14:useLocalDpi xmlns:a14="http://schemas.microsoft.com/office/drawing/2010/main" val="0"/>
              </a:ext>
            </a:extLst>
          </a:blip>
          <a:stretch>
            <a:fillRect/>
          </a:stretch>
        </p:blipFill>
        <p:spPr bwMode="invGray">
          <a:xfrm>
            <a:off x="8170069" y="4695644"/>
            <a:ext cx="647704" cy="212229"/>
          </a:xfrm>
          <a:prstGeom prst="rect">
            <a:avLst/>
          </a:prstGeom>
        </p:spPr>
      </p:pic>
      <p:sp>
        <p:nvSpPr>
          <p:cNvPr id="7" name="AddCustomFooter#1">
            <a:extLst>
              <a:ext uri="{FF2B5EF4-FFF2-40B4-BE49-F238E27FC236}">
                <a16:creationId xmlns:a16="http://schemas.microsoft.com/office/drawing/2014/main" id="{BDAEE61B-9235-485F-BA6C-E5EF1BE1AEA2}"/>
              </a:ext>
            </a:extLst>
          </p:cNvPr>
          <p:cNvSpPr txBox="1"/>
          <p:nvPr userDrawn="1"/>
        </p:nvSpPr>
        <p:spPr bwMode="invGray">
          <a:xfrm>
            <a:off x="320675" y="4799110"/>
            <a:ext cx="1793761" cy="107722"/>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tab pos="190500" algn="l"/>
              </a:tabLst>
              <a:defRPr/>
            </a:pPr>
            <a:r>
              <a:rPr kumimoji="0" lang="nl-NL" sz="700" b="0" i="0" u="none" strike="noStrike" kern="1200" cap="none" spc="0" normalizeH="0" baseline="0" noProof="0">
                <a:ln>
                  <a:noFill/>
                </a:ln>
                <a:solidFill>
                  <a:schemeClr val="tx1"/>
                </a:solidFill>
                <a:effectLst/>
                <a:uLnTx/>
                <a:uFillTx/>
                <a:latin typeface="Raleway Medium" pitchFamily="2" charset="0"/>
                <a:ea typeface="Verdana" pitchFamily="34" charset="0"/>
                <a:cs typeface="Verdana" pitchFamily="34" charset="0"/>
              </a:rPr>
              <a:t>       | 07-04-2023 | © Atos - For internal use </a:t>
            </a:r>
            <a:endParaRPr lang="nl-NL" sz="700" baseline="0">
              <a:solidFill>
                <a:schemeClr val="tx1"/>
              </a:solidFill>
              <a:latin typeface="Raleway Medium" pitchFamily="2" charset="0"/>
              <a:ea typeface="Verdana" pitchFamily="34" charset="0"/>
              <a:cs typeface="Verdana" pitchFamily="34" charset="0"/>
            </a:endParaRPr>
          </a:p>
        </p:txBody>
      </p:sp>
      <p:sp>
        <p:nvSpPr>
          <p:cNvPr id="8" name="Slide Number Placeholder 5">
            <a:extLst>
              <a:ext uri="{FF2B5EF4-FFF2-40B4-BE49-F238E27FC236}">
                <a16:creationId xmlns:a16="http://schemas.microsoft.com/office/drawing/2014/main" id="{D307CCE6-7C43-409C-83D3-3EE49DAA06C1}"/>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296295544"/>
      </p:ext>
    </p:extLst>
  </p:cSld>
  <p:clrMap bg1="dk1" tx1="lt1" bg2="dk2" tx2="lt2" accent1="accent1" accent2="accent2" accent3="accent3" accent4="accent4" accent5="accent5" accent6="accent6" hlink="hlink" folHlink="folHlink"/>
  <p:sldLayoutIdLst>
    <p:sldLayoutId id="2147485448" r:id="rId1"/>
    <p:sldLayoutId id="2147483675" r:id="rId2"/>
    <p:sldLayoutId id="2147485428" r:id="rId3"/>
    <p:sldLayoutId id="2147483677" r:id="rId4"/>
    <p:sldLayoutId id="2147485436" r:id="rId5"/>
    <p:sldLayoutId id="2147485439" r:id="rId6"/>
    <p:sldLayoutId id="2147485442" r:id="rId7"/>
    <p:sldLayoutId id="2147483723" r:id="rId8"/>
    <p:sldLayoutId id="2147483718" r:id="rId9"/>
    <p:sldLayoutId id="2147483724" r:id="rId10"/>
    <p:sldLayoutId id="2147485549" r:id="rId11"/>
    <p:sldLayoutId id="2147485548" r:id="rId12"/>
    <p:sldLayoutId id="2147485547"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5445" r:id="rId31"/>
    <p:sldLayoutId id="2147485447" r:id="rId32"/>
    <p:sldLayoutId id="2147485441" r:id="rId33"/>
    <p:sldLayoutId id="2147485446" r:id="rId34"/>
    <p:sldLayoutId id="2147485440" r:id="rId35"/>
    <p:sldLayoutId id="2147485437" r:id="rId36"/>
    <p:sldLayoutId id="2147485443" r:id="rId37"/>
    <p:sldLayoutId id="2147485444" r:id="rId38"/>
    <p:sldLayoutId id="2147485294" r:id="rId39"/>
    <p:sldLayoutId id="2147485295" r:id="rId40"/>
  </p:sldLayoutIdLst>
  <p:hf hdr="0" ftr="0" dt="0"/>
  <p:txStyles>
    <p:titleStyle>
      <a:lvl1pPr algn="l" defTabSz="914400" rtl="0" eaLnBrk="1" latinLnBrk="0" hangingPunct="1">
        <a:spcBef>
          <a:spcPct val="0"/>
        </a:spcBef>
        <a:buNone/>
        <a:defRPr sz="2000" b="1" kern="1200" baseline="0">
          <a:solidFill>
            <a:schemeClr val="tx1"/>
          </a:solidFill>
          <a:latin typeface="Raleway SemiBold" pitchFamily="2" charset="0"/>
          <a:ea typeface="Verdana" pitchFamily="34" charset="0"/>
          <a:cs typeface="Raleway SemiBold" pitchFamily="2" charset="0"/>
        </a:defRPr>
      </a:lvl1pPr>
    </p:titleStyle>
    <p:bodyStyle>
      <a:lvl1pPr marL="164592" indent="-164592" algn="l" defTabSz="914400" rtl="0" eaLnBrk="1" latinLnBrk="0" hangingPunct="1">
        <a:spcBef>
          <a:spcPts val="0"/>
        </a:spcBef>
        <a:spcAft>
          <a:spcPts val="400"/>
        </a:spcAft>
        <a:buClr>
          <a:srgbClr val="FFFFFF"/>
        </a:buClr>
        <a:buSzPct val="100000"/>
        <a:buFont typeface="Arial" panose="020B0604020202020204" pitchFamily="34" charset="0"/>
        <a:buChar char="•"/>
        <a:defRPr sz="1400" kern="1200" baseline="0">
          <a:solidFill>
            <a:schemeClr val="tx1"/>
          </a:solidFill>
          <a:latin typeface="Raleway Medium" pitchFamily="2" charset="0"/>
          <a:ea typeface="Verdana" pitchFamily="34" charset="0"/>
          <a:cs typeface="Verdana" pitchFamily="34" charset="0"/>
        </a:defRPr>
      </a:lvl1pPr>
      <a:lvl2pPr marL="329184" indent="-164592" algn="l" defTabSz="914400" rtl="0" eaLnBrk="1" latinLnBrk="0" hangingPunct="1">
        <a:spcBef>
          <a:spcPts val="0"/>
        </a:spcBef>
        <a:spcAft>
          <a:spcPts val="400"/>
        </a:spcAft>
        <a:buClr>
          <a:srgbClr val="FFFFFF"/>
        </a:buClr>
        <a:buFont typeface="Arial" panose="020B0604020202020204" pitchFamily="34" charset="0"/>
        <a:buChar char="•"/>
        <a:defRPr sz="1200" kern="1200" baseline="0">
          <a:solidFill>
            <a:schemeClr val="tx1"/>
          </a:solidFill>
          <a:latin typeface="Raleway Light" pitchFamily="2" charset="0"/>
          <a:ea typeface="Verdana" pitchFamily="34" charset="0"/>
          <a:cs typeface="Verdana" pitchFamily="34" charset="0"/>
        </a:defRPr>
      </a:lvl2pPr>
      <a:lvl3pPr marL="493776" indent="-164592" algn="l" defTabSz="914400" rtl="0" eaLnBrk="1" latinLnBrk="0" hangingPunct="1">
        <a:spcBef>
          <a:spcPts val="0"/>
        </a:spcBef>
        <a:spcAft>
          <a:spcPts val="400"/>
        </a:spcAft>
        <a:buClr>
          <a:srgbClr val="FFFFFF"/>
        </a:buClr>
        <a:buFont typeface="Arial" pitchFamily="34" charset="0"/>
        <a:buChar char="•"/>
        <a:defRPr sz="1100" kern="1200">
          <a:solidFill>
            <a:schemeClr val="tx1"/>
          </a:solidFill>
          <a:latin typeface="Raleway Light" pitchFamily="2" charset="0"/>
          <a:ea typeface="Verdana" pitchFamily="34" charset="0"/>
          <a:cs typeface="Verdana" pitchFamily="34" charset="0"/>
        </a:defRPr>
      </a:lvl3pPr>
      <a:lvl4pPr marL="658368" indent="-164592" algn="l" defTabSz="914400" rtl="0" eaLnBrk="1" latinLnBrk="0" hangingPunct="1">
        <a:spcBef>
          <a:spcPts val="0"/>
        </a:spcBef>
        <a:spcAft>
          <a:spcPts val="400"/>
        </a:spcAft>
        <a:buClr>
          <a:srgbClr val="FFFFFF"/>
        </a:buClr>
        <a:buFont typeface="Arial" panose="020B0604020202020204" pitchFamily="34" charset="0"/>
        <a:buChar char="•"/>
        <a:defRPr sz="1000" kern="1200" baseline="0">
          <a:solidFill>
            <a:schemeClr val="tx1"/>
          </a:solidFill>
          <a:latin typeface="+mn-lt"/>
          <a:ea typeface="Verdana" pitchFamily="34" charset="0"/>
          <a:cs typeface="Verdana" pitchFamily="34" charset="0"/>
        </a:defRPr>
      </a:lvl4pPr>
      <a:lvl5pPr marL="1350000" indent="-270000" algn="l" defTabSz="914400" rtl="0" eaLnBrk="1" latinLnBrk="0" hangingPunct="1">
        <a:spcBef>
          <a:spcPct val="20000"/>
        </a:spcBef>
        <a:buClr>
          <a:schemeClr val="tx2"/>
        </a:buClr>
        <a:buFont typeface="Arial" pitchFamily="34" charset="0"/>
        <a:buChar char="»"/>
        <a:defRPr sz="1600" kern="1200">
          <a:solidFill>
            <a:srgbClr val="FFFFFF"/>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77">
          <p15:clr>
            <a:srgbClr val="F26B43"/>
          </p15:clr>
        </p15:guide>
        <p15:guide id="2" pos="5552">
          <p15:clr>
            <a:srgbClr val="F26B43"/>
          </p15:clr>
        </p15:guide>
        <p15:guide id="3" orient="horz" pos="2880">
          <p15:clr>
            <a:srgbClr val="F26B43"/>
          </p15:clr>
        </p15:guide>
        <p15:guide id="4" pos="20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14" name="Text Placeholder 2"/>
          <p:cNvSpPr>
            <a:spLocks noGrp="1"/>
          </p:cNvSpPr>
          <p:nvPr>
            <p:ph type="body" idx="1"/>
          </p:nvPr>
        </p:nvSpPr>
        <p:spPr bwMode="gray">
          <a:xfrm>
            <a:off x="227661" y="1074738"/>
            <a:ext cx="8577072" cy="3490962"/>
          </a:xfrm>
          <a:prstGeom prst="rect">
            <a:avLst/>
          </a:prstGeom>
        </p:spPr>
        <p:txBody>
          <a:bodyPr vert="horz" lIns="91440" tIns="45720" rIns="91440" bIns="45720" rtlCol="0">
            <a:noAutofit/>
          </a:bodyPr>
          <a:lstStyle/>
          <a:p>
            <a:pPr lvl="0"/>
            <a:r>
              <a:rPr lang="nl-NL"/>
              <a:t>Paragraph 01 (Raleway Medium 14 pt)</a:t>
            </a:r>
          </a:p>
          <a:p>
            <a:pPr lvl="1"/>
            <a:r>
              <a:rPr lang="nl-NL"/>
              <a:t>Paragraph 02 (Raleway Light 12 pt)</a:t>
            </a:r>
          </a:p>
          <a:p>
            <a:pPr lvl="2"/>
            <a:r>
              <a:rPr lang="nl-NL"/>
              <a:t>Paragraph 03 (Raleway Light 11 pt)</a:t>
            </a:r>
          </a:p>
          <a:p>
            <a:pPr lvl="3"/>
            <a:r>
              <a:rPr lang="en-US"/>
              <a:t>Paragraph 04 (</a:t>
            </a:r>
            <a:r>
              <a:rPr lang="en-US" err="1"/>
              <a:t>Raleway</a:t>
            </a:r>
            <a:r>
              <a:rPr lang="en-US"/>
              <a:t> Light 10 </a:t>
            </a:r>
            <a:r>
              <a:rPr lang="en-US" err="1"/>
              <a:t>pt</a:t>
            </a:r>
            <a:r>
              <a:rPr lang="en-US"/>
              <a:t>)</a:t>
            </a:r>
            <a:endParaRPr lang="nl-NL"/>
          </a:p>
        </p:txBody>
      </p:sp>
      <p:sp>
        <p:nvSpPr>
          <p:cNvPr id="16" name="Title Placeholder 1"/>
          <p:cNvSpPr>
            <a:spLocks noGrp="1"/>
          </p:cNvSpPr>
          <p:nvPr>
            <p:ph type="title"/>
          </p:nvPr>
        </p:nvSpPr>
        <p:spPr bwMode="gray">
          <a:xfrm>
            <a:off x="227661" y="123478"/>
            <a:ext cx="8577072" cy="567000"/>
          </a:xfrm>
          <a:prstGeom prst="rect">
            <a:avLst/>
          </a:prstGeom>
        </p:spPr>
        <p:txBody>
          <a:bodyPr vert="horz" lIns="91440" tIns="45720" rIns="91440" bIns="45720" rtlCol="0" anchor="t" anchorCtr="0">
            <a:noAutofit/>
          </a:bodyPr>
          <a:lstStyle/>
          <a:p>
            <a:r>
              <a:rPr lang="en-US"/>
              <a:t>Title in </a:t>
            </a:r>
            <a:r>
              <a:rPr lang="en-US" err="1"/>
              <a:t>Raleway</a:t>
            </a:r>
            <a:r>
              <a:rPr lang="en-US"/>
              <a:t> </a:t>
            </a:r>
            <a:r>
              <a:rPr lang="en-US" err="1"/>
              <a:t>SemiBold</a:t>
            </a:r>
            <a:r>
              <a:rPr lang="en-US"/>
              <a:t> 20pt</a:t>
            </a:r>
            <a:endParaRPr lang="nl-NL"/>
          </a:p>
        </p:txBody>
      </p:sp>
      <p:pic>
        <p:nvPicPr>
          <p:cNvPr id="7" name="Picture 6"/>
          <p:cNvPicPr>
            <a:picLocks noChangeAspect="1"/>
          </p:cNvPicPr>
          <p:nvPr userDrawn="1"/>
        </p:nvPicPr>
        <p:blipFill>
          <a:blip r:embed="rId40" cstate="print">
            <a:extLst>
              <a:ext uri="{28A0092B-C50C-407E-A947-70E740481C1C}">
                <a14:useLocalDpi xmlns:a14="http://schemas.microsoft.com/office/drawing/2010/main" val="0"/>
              </a:ext>
            </a:extLst>
          </a:blip>
          <a:stretch>
            <a:fillRect/>
          </a:stretch>
        </p:blipFill>
        <p:spPr bwMode="gray">
          <a:xfrm>
            <a:off x="8170069" y="4695644"/>
            <a:ext cx="647704" cy="212229"/>
          </a:xfrm>
          <a:prstGeom prst="rect">
            <a:avLst/>
          </a:prstGeom>
        </p:spPr>
      </p:pic>
      <p:sp>
        <p:nvSpPr>
          <p:cNvPr id="8" name="AddCustomFooter#1">
            <a:extLst>
              <a:ext uri="{FF2B5EF4-FFF2-40B4-BE49-F238E27FC236}">
                <a16:creationId xmlns:a16="http://schemas.microsoft.com/office/drawing/2014/main" id="{F8FC1E6B-5BE1-494E-87FB-535F7C407DF3}"/>
              </a:ext>
            </a:extLst>
          </p:cNvPr>
          <p:cNvSpPr txBox="1"/>
          <p:nvPr userDrawn="1"/>
        </p:nvSpPr>
        <p:spPr>
          <a:xfrm>
            <a:off x="320675" y="4799110"/>
            <a:ext cx="1793761" cy="107722"/>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tab pos="190500" algn="l"/>
              </a:tabLst>
              <a:defRPr/>
            </a:pPr>
            <a:r>
              <a:rPr kumimoji="0" lang="nl-NL" sz="700" b="0" i="0" u="none" strike="noStrike" kern="1200" cap="none" spc="0" normalizeH="0" baseline="0" noProof="0">
                <a:ln>
                  <a:noFill/>
                </a:ln>
                <a:solidFill>
                  <a:schemeClr val="tx1"/>
                </a:solidFill>
                <a:effectLst/>
                <a:uLnTx/>
                <a:uFillTx/>
                <a:latin typeface="Raleway Medium" pitchFamily="2" charset="0"/>
                <a:ea typeface="Verdana" pitchFamily="34" charset="0"/>
                <a:cs typeface="Verdana" pitchFamily="34" charset="0"/>
              </a:rPr>
              <a:t>       | 07-04-2023 | © Atos - For internal use </a:t>
            </a:r>
            <a:endParaRPr lang="nl-NL" sz="700" baseline="0">
              <a:solidFill>
                <a:schemeClr val="tx1"/>
              </a:solidFill>
              <a:latin typeface="Raleway Medium" pitchFamily="2" charset="0"/>
              <a:ea typeface="Verdana" pitchFamily="34" charset="0"/>
              <a:cs typeface="Verdana" pitchFamily="34" charset="0"/>
            </a:endParaRPr>
          </a:p>
        </p:txBody>
      </p:sp>
      <p:sp>
        <p:nvSpPr>
          <p:cNvPr id="6" name="Slide Number Placeholder 5">
            <a:extLst>
              <a:ext uri="{FF2B5EF4-FFF2-40B4-BE49-F238E27FC236}">
                <a16:creationId xmlns:a16="http://schemas.microsoft.com/office/drawing/2014/main" id="{CDBE7936-A2E9-4413-BB73-C319BE10CDB1}"/>
              </a:ext>
            </a:extLst>
          </p:cNvPr>
          <p:cNvSpPr>
            <a:spLocks noGrp="1"/>
          </p:cNvSpPr>
          <p:nvPr>
            <p:ph type="sldNum" sz="quarter" idx="4"/>
          </p:nvPr>
        </p:nvSpPr>
        <p:spPr>
          <a:xfrm>
            <a:off x="227661" y="4744958"/>
            <a:ext cx="443268" cy="216025"/>
          </a:xfrm>
          <a:prstGeom prst="rect">
            <a:avLst/>
          </a:prstGeom>
        </p:spPr>
        <p:txBody>
          <a:bodyPr vert="horz" lIns="91440" tIns="45720" rIns="91440" bIns="45720" rtlCol="0" anchor="ctr"/>
          <a:lstStyle>
            <a:lvl1pPr algn="l">
              <a:defRPr sz="800">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877317226"/>
      </p:ext>
    </p:extLst>
  </p:cSld>
  <p:clrMap bg1="lt1" tx1="dk1" bg2="lt2" tx2="dk2" accent1="accent1" accent2="accent2" accent3="accent3" accent4="accent4" accent5="accent5" accent6="accent6" hlink="hlink" folHlink="folHlink"/>
  <p:sldLayoutIdLst>
    <p:sldLayoutId id="2147483658" r:id="rId1"/>
    <p:sldLayoutId id="2147485426" r:id="rId2"/>
    <p:sldLayoutId id="2147483659" r:id="rId3"/>
    <p:sldLayoutId id="2147483660" r:id="rId4"/>
    <p:sldLayoutId id="2147485427" r:id="rId5"/>
    <p:sldLayoutId id="2147485429" r:id="rId6"/>
    <p:sldLayoutId id="2147485430" r:id="rId7"/>
    <p:sldLayoutId id="2147483742" r:id="rId8"/>
    <p:sldLayoutId id="2147483719" r:id="rId9"/>
    <p:sldLayoutId id="2147483743" r:id="rId10"/>
    <p:sldLayoutId id="2147483720" r:id="rId11"/>
    <p:sldLayoutId id="2147483721" r:id="rId12"/>
    <p:sldLayoutId id="2147483722" r:id="rId13"/>
    <p:sldLayoutId id="2147483744" r:id="rId14"/>
    <p:sldLayoutId id="2147483745" r:id="rId15"/>
    <p:sldLayoutId id="2147483746" r:id="rId16"/>
    <p:sldLayoutId id="2147483747" r:id="rId17"/>
    <p:sldLayoutId id="2147483748" r:id="rId18"/>
    <p:sldLayoutId id="2147483749" r:id="rId19"/>
    <p:sldLayoutId id="2147483750" r:id="rId20"/>
    <p:sldLayoutId id="2147483751" r:id="rId21"/>
    <p:sldLayoutId id="2147483752" r:id="rId22"/>
    <p:sldLayoutId id="2147483753" r:id="rId23"/>
    <p:sldLayoutId id="2147483754" r:id="rId24"/>
    <p:sldLayoutId id="2147483755" r:id="rId25"/>
    <p:sldLayoutId id="2147483756" r:id="rId26"/>
    <p:sldLayoutId id="2147483757" r:id="rId27"/>
    <p:sldLayoutId id="2147483758" r:id="rId28"/>
    <p:sldLayoutId id="2147483759" r:id="rId29"/>
    <p:sldLayoutId id="2147483760" r:id="rId30"/>
    <p:sldLayoutId id="2147485431" r:id="rId31"/>
    <p:sldLayoutId id="2147485432" r:id="rId32"/>
    <p:sldLayoutId id="2147485433" r:id="rId33"/>
    <p:sldLayoutId id="2147485434" r:id="rId34"/>
    <p:sldLayoutId id="2147485435" r:id="rId35"/>
    <p:sldLayoutId id="2147483671" r:id="rId36"/>
    <p:sldLayoutId id="2147483672" r:id="rId37"/>
    <p:sldLayoutId id="2147483661" r:id="rId38"/>
  </p:sldLayoutIdLst>
  <p:hf hdr="0" ftr="0" dt="0"/>
  <p:txStyles>
    <p:titleStyle>
      <a:lvl1pPr algn="l" defTabSz="914400" rtl="0" eaLnBrk="1" latinLnBrk="0" hangingPunct="1">
        <a:spcBef>
          <a:spcPct val="0"/>
        </a:spcBef>
        <a:buNone/>
        <a:defRPr sz="2000" b="1" kern="1200" baseline="0">
          <a:solidFill>
            <a:schemeClr val="tx1"/>
          </a:solidFill>
          <a:latin typeface="Raleway SemiBold" pitchFamily="2" charset="0"/>
          <a:ea typeface="Verdana" pitchFamily="34" charset="0"/>
          <a:cs typeface="Raleway SemiBold" pitchFamily="2" charset="0"/>
        </a:defRPr>
      </a:lvl1pPr>
    </p:titleStyle>
    <p:bodyStyle>
      <a:lvl1pPr marL="164592" indent="-164592" algn="l" defTabSz="914400" rtl="0" eaLnBrk="1" latinLnBrk="0" hangingPunct="1">
        <a:spcBef>
          <a:spcPts val="0"/>
        </a:spcBef>
        <a:spcAft>
          <a:spcPts val="400"/>
        </a:spcAft>
        <a:buClr>
          <a:schemeClr val="tx1"/>
        </a:buClr>
        <a:buSzPct val="100000"/>
        <a:buFont typeface="Arial" panose="020B0604020202020204" pitchFamily="34" charset="0"/>
        <a:buChar char="•"/>
        <a:defRPr sz="1400" kern="1200" baseline="0">
          <a:solidFill>
            <a:schemeClr val="tx1"/>
          </a:solidFill>
          <a:latin typeface="Raleway Medium" pitchFamily="2" charset="0"/>
          <a:ea typeface="Verdana" pitchFamily="34" charset="0"/>
          <a:cs typeface="Verdana" pitchFamily="34" charset="0"/>
        </a:defRPr>
      </a:lvl1pPr>
      <a:lvl2pPr marL="329184" indent="-164592" algn="l" defTabSz="914400" rtl="0" eaLnBrk="1" latinLnBrk="0" hangingPunct="1">
        <a:spcBef>
          <a:spcPts val="0"/>
        </a:spcBef>
        <a:spcAft>
          <a:spcPts val="400"/>
        </a:spcAft>
        <a:buClr>
          <a:schemeClr val="tx1"/>
        </a:buClr>
        <a:buFont typeface="Arial" panose="020B0604020202020204" pitchFamily="34" charset="0"/>
        <a:buChar char="•"/>
        <a:defRPr sz="1200" kern="1200" baseline="0">
          <a:solidFill>
            <a:schemeClr val="tx1"/>
          </a:solidFill>
          <a:latin typeface="Raleway Light" pitchFamily="2" charset="0"/>
          <a:ea typeface="Verdana" pitchFamily="34" charset="0"/>
          <a:cs typeface="Verdana" pitchFamily="34" charset="0"/>
        </a:defRPr>
      </a:lvl2pPr>
      <a:lvl3pPr marL="493776" indent="-164592" algn="l" defTabSz="914400" rtl="0" eaLnBrk="1" latinLnBrk="0" hangingPunct="1">
        <a:spcBef>
          <a:spcPts val="0"/>
        </a:spcBef>
        <a:spcAft>
          <a:spcPts val="400"/>
        </a:spcAft>
        <a:buClr>
          <a:schemeClr val="tx1"/>
        </a:buClr>
        <a:buFont typeface="Arial" pitchFamily="34" charset="0"/>
        <a:buChar char="•"/>
        <a:defRPr sz="1100" kern="1200">
          <a:solidFill>
            <a:schemeClr val="tx1"/>
          </a:solidFill>
          <a:latin typeface="Raleway Light" pitchFamily="2" charset="0"/>
          <a:ea typeface="Verdana" pitchFamily="34" charset="0"/>
          <a:cs typeface="Verdana" pitchFamily="34" charset="0"/>
        </a:defRPr>
      </a:lvl3pPr>
      <a:lvl4pPr marL="658368" indent="-164592" algn="l" defTabSz="914400" rtl="0" eaLnBrk="1" latinLnBrk="0" hangingPunct="1">
        <a:spcBef>
          <a:spcPts val="0"/>
        </a:spcBef>
        <a:spcAft>
          <a:spcPts val="400"/>
        </a:spcAft>
        <a:buClr>
          <a:schemeClr val="tx1"/>
        </a:buClr>
        <a:buFont typeface="Arial" panose="020B0604020202020204" pitchFamily="34" charset="0"/>
        <a:buChar char="•"/>
        <a:defRPr sz="1000" kern="1200" baseline="0">
          <a:solidFill>
            <a:schemeClr val="tx1"/>
          </a:solidFill>
          <a:latin typeface="+mn-lt"/>
          <a:ea typeface="Verdana" pitchFamily="34" charset="0"/>
          <a:cs typeface="Verdana" pitchFamily="34" charset="0"/>
        </a:defRPr>
      </a:lvl4pPr>
      <a:lvl5pPr marL="1350000" indent="-270000" algn="l" defTabSz="914400" rtl="0" eaLnBrk="1" latinLnBrk="0" hangingPunct="1">
        <a:spcBef>
          <a:spcPct val="20000"/>
        </a:spcBef>
        <a:buClr>
          <a:schemeClr val="tx2"/>
        </a:buClr>
        <a:buFont typeface="Arial" pitchFamily="34" charset="0"/>
        <a:buChar char="»"/>
        <a:defRPr sz="1600" kern="1200">
          <a:solidFill>
            <a:srgbClr val="FFFFFF"/>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77">
          <p15:clr>
            <a:srgbClr val="F26B43"/>
          </p15:clr>
        </p15:guide>
        <p15:guide id="2" pos="5552">
          <p15:clr>
            <a:srgbClr val="F26B43"/>
          </p15:clr>
        </p15:guide>
        <p15:guide id="3" orient="horz" pos="2880">
          <p15:clr>
            <a:srgbClr val="F26B43"/>
          </p15:clr>
        </p15:guide>
        <p15:guide id="4" pos="20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invGray">
      <p:bgRef idx="1001">
        <a:schemeClr val="bg2"/>
      </p:bgRef>
    </p:bg>
    <p:spTree>
      <p:nvGrpSpPr>
        <p:cNvPr id="1" name=""/>
        <p:cNvGrpSpPr/>
        <p:nvPr/>
      </p:nvGrpSpPr>
      <p:grpSpPr>
        <a:xfrm>
          <a:off x="0" y="0"/>
          <a:ext cx="0" cy="0"/>
          <a:chOff x="0" y="0"/>
          <a:chExt cx="0" cy="0"/>
        </a:xfrm>
      </p:grpSpPr>
      <p:sp>
        <p:nvSpPr>
          <p:cNvPr id="14" name="Text Placeholder 2"/>
          <p:cNvSpPr>
            <a:spLocks noGrp="1"/>
          </p:cNvSpPr>
          <p:nvPr>
            <p:ph type="body" idx="1"/>
          </p:nvPr>
        </p:nvSpPr>
        <p:spPr bwMode="invGray">
          <a:xfrm>
            <a:off x="227661" y="1074738"/>
            <a:ext cx="8577072" cy="3490962"/>
          </a:xfrm>
          <a:prstGeom prst="rect">
            <a:avLst/>
          </a:prstGeom>
        </p:spPr>
        <p:txBody>
          <a:bodyPr vert="horz" lIns="91440" tIns="45720" rIns="91440" bIns="45720" rtlCol="0">
            <a:noAutofit/>
          </a:bodyPr>
          <a:lstStyle/>
          <a:p>
            <a:pPr lvl="0"/>
            <a:r>
              <a:rPr lang="nl-NL"/>
              <a:t>Paragraph 01 (Raleway Medium 14 pt)</a:t>
            </a:r>
          </a:p>
          <a:p>
            <a:pPr lvl="1"/>
            <a:r>
              <a:rPr lang="nl-NL"/>
              <a:t>Paragraph 02 (Raleway Light 12 pt)</a:t>
            </a:r>
          </a:p>
          <a:p>
            <a:pPr lvl="2"/>
            <a:r>
              <a:rPr lang="nl-NL"/>
              <a:t>Paragraph 03 (Raleway Light 11 pt)</a:t>
            </a:r>
          </a:p>
          <a:p>
            <a:pPr lvl="3"/>
            <a:r>
              <a:rPr lang="en-US"/>
              <a:t>Paragraph 04 (</a:t>
            </a:r>
            <a:r>
              <a:rPr lang="en-US" err="1"/>
              <a:t>Raleway</a:t>
            </a:r>
            <a:r>
              <a:rPr lang="en-US"/>
              <a:t> Light 10 </a:t>
            </a:r>
            <a:r>
              <a:rPr lang="en-US" err="1"/>
              <a:t>pt</a:t>
            </a:r>
            <a:r>
              <a:rPr lang="en-US"/>
              <a:t>)</a:t>
            </a:r>
            <a:endParaRPr lang="nl-NL"/>
          </a:p>
        </p:txBody>
      </p:sp>
      <p:sp>
        <p:nvSpPr>
          <p:cNvPr id="16" name="Title Placeholder 1"/>
          <p:cNvSpPr>
            <a:spLocks noGrp="1"/>
          </p:cNvSpPr>
          <p:nvPr>
            <p:ph type="title"/>
          </p:nvPr>
        </p:nvSpPr>
        <p:spPr bwMode="invGray">
          <a:xfrm>
            <a:off x="227661" y="123478"/>
            <a:ext cx="8577072" cy="567000"/>
          </a:xfrm>
          <a:prstGeom prst="rect">
            <a:avLst/>
          </a:prstGeom>
        </p:spPr>
        <p:txBody>
          <a:bodyPr vert="horz" lIns="91440" tIns="45720" rIns="91440" bIns="45720" rtlCol="0" anchor="t" anchorCtr="0">
            <a:noAutofit/>
          </a:bodyPr>
          <a:lstStyle/>
          <a:p>
            <a:r>
              <a:rPr lang="en-US"/>
              <a:t>Title in </a:t>
            </a:r>
            <a:r>
              <a:rPr lang="en-US" err="1"/>
              <a:t>RalewaySemiBold</a:t>
            </a:r>
            <a:r>
              <a:rPr lang="en-US"/>
              <a:t> 20pt</a:t>
            </a:r>
            <a:endParaRPr lang="nl-NL"/>
          </a:p>
        </p:txBody>
      </p:sp>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invGray">
          <a:xfrm>
            <a:off x="8170070" y="4695644"/>
            <a:ext cx="647704" cy="212229"/>
          </a:xfrm>
          <a:prstGeom prst="rect">
            <a:avLst/>
          </a:prstGeom>
        </p:spPr>
      </p:pic>
      <p:sp>
        <p:nvSpPr>
          <p:cNvPr id="7" name="AddCustomFooter#1">
            <a:extLst>
              <a:ext uri="{FF2B5EF4-FFF2-40B4-BE49-F238E27FC236}">
                <a16:creationId xmlns:a16="http://schemas.microsoft.com/office/drawing/2014/main" id="{BDAEE61B-9235-485F-BA6C-E5EF1BE1AEA2}"/>
              </a:ext>
            </a:extLst>
          </p:cNvPr>
          <p:cNvSpPr txBox="1"/>
          <p:nvPr userDrawn="1"/>
        </p:nvSpPr>
        <p:spPr bwMode="invGray">
          <a:xfrm>
            <a:off x="320675" y="4799255"/>
            <a:ext cx="1784952" cy="107433"/>
          </a:xfrm>
          <a:prstGeom prst="rect">
            <a:avLst/>
          </a:prstGeom>
          <a:noFill/>
        </p:spPr>
        <p:txBody>
          <a:bodyPr wrap="square" lIns="0" tIns="0" rIns="0" bIns="0" rtlCol="0" anchor="ctr">
            <a:spAutoFit/>
          </a:bodyPr>
          <a:lstStyle/>
          <a:p>
            <a:pPr marL="0" marR="0" lvl="0" indent="0" algn="l" defTabSz="912114" rtl="0" eaLnBrk="1" fontAlgn="auto" latinLnBrk="0" hangingPunct="1">
              <a:lnSpc>
                <a:spcPct val="100000"/>
              </a:lnSpc>
              <a:spcBef>
                <a:spcPts val="0"/>
              </a:spcBef>
              <a:spcAft>
                <a:spcPts val="0"/>
              </a:spcAft>
              <a:buClrTx/>
              <a:buSzTx/>
              <a:buFontTx/>
              <a:buNone/>
              <a:tabLst>
                <a:tab pos="190024" algn="l"/>
              </a:tabLst>
              <a:defRPr/>
            </a:pPr>
            <a:r>
              <a:rPr kumimoji="0" lang="nl-NL" sz="698" b="0" i="0" u="none" strike="noStrike" kern="1200" cap="none" spc="0" normalizeH="0" baseline="0" noProof="0">
                <a:ln>
                  <a:noFill/>
                </a:ln>
                <a:solidFill>
                  <a:schemeClr val="tx1"/>
                </a:solidFill>
                <a:effectLst/>
                <a:uLnTx/>
                <a:uFillTx/>
                <a:latin typeface="Raleway Medium" pitchFamily="2" charset="0"/>
                <a:ea typeface="Verdana" pitchFamily="34" charset="0"/>
                <a:cs typeface="Verdana" pitchFamily="34" charset="0"/>
              </a:rPr>
              <a:t>       | 07-04-2023 | © Atos - For internal use </a:t>
            </a:r>
            <a:endParaRPr lang="nl-NL" sz="698" baseline="0">
              <a:solidFill>
                <a:schemeClr val="tx1"/>
              </a:solidFill>
              <a:latin typeface="Raleway Medium" pitchFamily="2" charset="0"/>
              <a:ea typeface="Verdana" pitchFamily="34" charset="0"/>
              <a:cs typeface="Verdana" pitchFamily="34" charset="0"/>
            </a:endParaRPr>
          </a:p>
        </p:txBody>
      </p:sp>
      <p:sp>
        <p:nvSpPr>
          <p:cNvPr id="8" name="Slide Number Placeholder 5">
            <a:extLst>
              <a:ext uri="{FF2B5EF4-FFF2-40B4-BE49-F238E27FC236}">
                <a16:creationId xmlns:a16="http://schemas.microsoft.com/office/drawing/2014/main" id="{D307CCE6-7C43-409C-83D3-3EE49DAA06C1}"/>
              </a:ext>
            </a:extLst>
          </p:cNvPr>
          <p:cNvSpPr>
            <a:spLocks noGrp="1"/>
          </p:cNvSpPr>
          <p:nvPr>
            <p:ph type="sldNum" sz="quarter" idx="4"/>
          </p:nvPr>
        </p:nvSpPr>
        <p:spPr>
          <a:xfrm>
            <a:off x="227661" y="4744959"/>
            <a:ext cx="443268" cy="216025"/>
          </a:xfrm>
          <a:prstGeom prst="rect">
            <a:avLst/>
          </a:prstGeom>
        </p:spPr>
        <p:txBody>
          <a:bodyPr vert="horz" lIns="91440" tIns="45720" rIns="91440" bIns="45720" rtlCol="0" anchor="ctr"/>
          <a:lstStyle>
            <a:lvl1pPr algn="l">
              <a:defRPr sz="798">
                <a:solidFill>
                  <a:schemeClr val="tx1"/>
                </a:solidFill>
                <a:latin typeface="Raleway Medium" pitchFamily="2" charset="0"/>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570629636"/>
      </p:ext>
    </p:extLst>
  </p:cSld>
  <p:clrMap bg1="dk1" tx1="lt1" bg2="dk2" tx2="lt2" accent1="accent1" accent2="accent2" accent3="accent3" accent4="accent4" accent5="accent5" accent6="accent6" hlink="hlink" folHlink="folHlink"/>
  <p:sldLayoutIdLst>
    <p:sldLayoutId id="2147485290" r:id="rId1"/>
    <p:sldLayoutId id="2147485291" r:id="rId2"/>
    <p:sldLayoutId id="2147485292" r:id="rId3"/>
  </p:sldLayoutIdLst>
  <p:hf hdr="0" ftr="0" dt="0"/>
  <p:txStyles>
    <p:titleStyle>
      <a:lvl1pPr algn="l" defTabSz="1216152" rtl="0" eaLnBrk="1" latinLnBrk="0" hangingPunct="1">
        <a:spcBef>
          <a:spcPct val="0"/>
        </a:spcBef>
        <a:buNone/>
        <a:defRPr sz="2660" b="1" kern="1200" baseline="0">
          <a:solidFill>
            <a:schemeClr val="tx1"/>
          </a:solidFill>
          <a:latin typeface="Raleway SemiBold" pitchFamily="2" charset="0"/>
          <a:ea typeface="Verdana" pitchFamily="34" charset="0"/>
          <a:cs typeface="Raleway SemiBold" pitchFamily="2" charset="0"/>
        </a:defRPr>
      </a:lvl1pPr>
    </p:titleStyle>
    <p:bodyStyle>
      <a:lvl1pPr marL="218907" indent="-218907" algn="l" defTabSz="1216152" rtl="0" eaLnBrk="1" latinLnBrk="0" hangingPunct="1">
        <a:spcBef>
          <a:spcPts val="0"/>
        </a:spcBef>
        <a:spcAft>
          <a:spcPts val="532"/>
        </a:spcAft>
        <a:buClr>
          <a:srgbClr val="FFFFFF"/>
        </a:buClr>
        <a:buSzPct val="100000"/>
        <a:buFont typeface="Arial" panose="020B0604020202020204" pitchFamily="34" charset="0"/>
        <a:buChar char="•"/>
        <a:defRPr sz="1862" kern="1200" baseline="0">
          <a:solidFill>
            <a:schemeClr val="tx1"/>
          </a:solidFill>
          <a:latin typeface="Raleway Medium" pitchFamily="2" charset="0"/>
          <a:ea typeface="Verdana" pitchFamily="34" charset="0"/>
          <a:cs typeface="Verdana" pitchFamily="34" charset="0"/>
        </a:defRPr>
      </a:lvl1pPr>
      <a:lvl2pPr marL="437815" indent="-218907" algn="l" defTabSz="1216152" rtl="0" eaLnBrk="1" latinLnBrk="0" hangingPunct="1">
        <a:spcBef>
          <a:spcPts val="0"/>
        </a:spcBef>
        <a:spcAft>
          <a:spcPts val="532"/>
        </a:spcAft>
        <a:buClr>
          <a:srgbClr val="FFFFFF"/>
        </a:buClr>
        <a:buFont typeface="Arial" panose="020B0604020202020204" pitchFamily="34" charset="0"/>
        <a:buChar char="•"/>
        <a:defRPr sz="1596" kern="1200" baseline="0">
          <a:solidFill>
            <a:schemeClr val="tx1"/>
          </a:solidFill>
          <a:latin typeface="Raleway Light" pitchFamily="2" charset="0"/>
          <a:ea typeface="Verdana" pitchFamily="34" charset="0"/>
          <a:cs typeface="Verdana" pitchFamily="34" charset="0"/>
        </a:defRPr>
      </a:lvl2pPr>
      <a:lvl3pPr marL="656722" indent="-218907" algn="l" defTabSz="1216152" rtl="0" eaLnBrk="1" latinLnBrk="0" hangingPunct="1">
        <a:spcBef>
          <a:spcPts val="0"/>
        </a:spcBef>
        <a:spcAft>
          <a:spcPts val="532"/>
        </a:spcAft>
        <a:buClr>
          <a:srgbClr val="FFFFFF"/>
        </a:buClr>
        <a:buFont typeface="Arial" pitchFamily="34" charset="0"/>
        <a:buChar char="•"/>
        <a:defRPr sz="1463" kern="1200">
          <a:solidFill>
            <a:schemeClr val="tx1"/>
          </a:solidFill>
          <a:latin typeface="Raleway Light" pitchFamily="2" charset="0"/>
          <a:ea typeface="Verdana" pitchFamily="34" charset="0"/>
          <a:cs typeface="Verdana" pitchFamily="34" charset="0"/>
        </a:defRPr>
      </a:lvl3pPr>
      <a:lvl4pPr marL="875629" indent="-218907" algn="l" defTabSz="1216152" rtl="0" eaLnBrk="1" latinLnBrk="0" hangingPunct="1">
        <a:spcBef>
          <a:spcPts val="0"/>
        </a:spcBef>
        <a:spcAft>
          <a:spcPts val="532"/>
        </a:spcAft>
        <a:buClr>
          <a:srgbClr val="FFFFFF"/>
        </a:buClr>
        <a:buFont typeface="Arial" panose="020B0604020202020204" pitchFamily="34" charset="0"/>
        <a:buChar char="•"/>
        <a:defRPr sz="1330" kern="1200" baseline="0">
          <a:solidFill>
            <a:schemeClr val="tx1"/>
          </a:solidFill>
          <a:latin typeface="+mn-lt"/>
          <a:ea typeface="Verdana" pitchFamily="34" charset="0"/>
          <a:cs typeface="Verdana" pitchFamily="34" charset="0"/>
        </a:defRPr>
      </a:lvl4pPr>
      <a:lvl5pPr marL="1795500" indent="-359100" algn="l" defTabSz="1216152" rtl="0" eaLnBrk="1" latinLnBrk="0" hangingPunct="1">
        <a:spcBef>
          <a:spcPct val="20000"/>
        </a:spcBef>
        <a:buClr>
          <a:schemeClr val="tx2"/>
        </a:buClr>
        <a:buFont typeface="Arial" pitchFamily="34" charset="0"/>
        <a:buChar char="»"/>
        <a:defRPr sz="2128" kern="1200">
          <a:solidFill>
            <a:srgbClr val="FFFFFF"/>
          </a:solidFill>
          <a:latin typeface="Verdana" pitchFamily="34" charset="0"/>
          <a:ea typeface="Verdana" pitchFamily="34" charset="0"/>
          <a:cs typeface="Verdana" pitchFamily="34" charset="0"/>
        </a:defRPr>
      </a:lvl5pPr>
      <a:lvl6pPr marL="3344418" indent="-304038" algn="l" defTabSz="1216152" rtl="0" eaLnBrk="1" latinLnBrk="0" hangingPunct="1">
        <a:spcBef>
          <a:spcPct val="20000"/>
        </a:spcBef>
        <a:buFont typeface="Arial" pitchFamily="34" charset="0"/>
        <a:buChar char="•"/>
        <a:defRPr sz="2660" kern="1200">
          <a:solidFill>
            <a:schemeClr val="tx1"/>
          </a:solidFill>
          <a:latin typeface="+mn-lt"/>
          <a:ea typeface="+mn-ea"/>
          <a:cs typeface="+mn-cs"/>
        </a:defRPr>
      </a:lvl6pPr>
      <a:lvl7pPr marL="3952494" indent="-304038" algn="l" defTabSz="1216152" rtl="0" eaLnBrk="1" latinLnBrk="0" hangingPunct="1">
        <a:spcBef>
          <a:spcPct val="20000"/>
        </a:spcBef>
        <a:buFont typeface="Arial" pitchFamily="34" charset="0"/>
        <a:buChar char="•"/>
        <a:defRPr sz="2660" kern="1200">
          <a:solidFill>
            <a:schemeClr val="tx1"/>
          </a:solidFill>
          <a:latin typeface="+mn-lt"/>
          <a:ea typeface="+mn-ea"/>
          <a:cs typeface="+mn-cs"/>
        </a:defRPr>
      </a:lvl7pPr>
      <a:lvl8pPr marL="4560570" indent="-304038" algn="l" defTabSz="1216152" rtl="0" eaLnBrk="1" latinLnBrk="0" hangingPunct="1">
        <a:spcBef>
          <a:spcPct val="20000"/>
        </a:spcBef>
        <a:buFont typeface="Arial" pitchFamily="34" charset="0"/>
        <a:buChar char="•"/>
        <a:defRPr sz="2660" kern="1200">
          <a:solidFill>
            <a:schemeClr val="tx1"/>
          </a:solidFill>
          <a:latin typeface="+mn-lt"/>
          <a:ea typeface="+mn-ea"/>
          <a:cs typeface="+mn-cs"/>
        </a:defRPr>
      </a:lvl8pPr>
      <a:lvl9pPr marL="5168646" indent="-304038" algn="l" defTabSz="1216152" rtl="0" eaLnBrk="1" latinLnBrk="0" hangingPunct="1">
        <a:spcBef>
          <a:spcPct val="20000"/>
        </a:spcBef>
        <a:buFont typeface="Arial" pitchFamily="34" charset="0"/>
        <a:buChar char="•"/>
        <a:defRPr sz="2660" kern="1200">
          <a:solidFill>
            <a:schemeClr val="tx1"/>
          </a:solidFill>
          <a:latin typeface="+mn-lt"/>
          <a:ea typeface="+mn-ea"/>
          <a:cs typeface="+mn-cs"/>
        </a:defRPr>
      </a:lvl9pPr>
    </p:bodyStyle>
    <p:otherStyle>
      <a:defPPr>
        <a:defRPr lang="nl-NL"/>
      </a:defPPr>
      <a:lvl1pPr marL="0" algn="l" defTabSz="1216152" rtl="0" eaLnBrk="1" latinLnBrk="0" hangingPunct="1">
        <a:defRPr sz="2394" kern="1200">
          <a:solidFill>
            <a:schemeClr val="tx1"/>
          </a:solidFill>
          <a:latin typeface="+mn-lt"/>
          <a:ea typeface="+mn-ea"/>
          <a:cs typeface="+mn-cs"/>
        </a:defRPr>
      </a:lvl1pPr>
      <a:lvl2pPr marL="608076" algn="l" defTabSz="1216152" rtl="0" eaLnBrk="1" latinLnBrk="0" hangingPunct="1">
        <a:defRPr sz="2394" kern="1200">
          <a:solidFill>
            <a:schemeClr val="tx1"/>
          </a:solidFill>
          <a:latin typeface="+mn-lt"/>
          <a:ea typeface="+mn-ea"/>
          <a:cs typeface="+mn-cs"/>
        </a:defRPr>
      </a:lvl2pPr>
      <a:lvl3pPr marL="1216152" algn="l" defTabSz="1216152" rtl="0" eaLnBrk="1" latinLnBrk="0" hangingPunct="1">
        <a:defRPr sz="2394" kern="1200">
          <a:solidFill>
            <a:schemeClr val="tx1"/>
          </a:solidFill>
          <a:latin typeface="+mn-lt"/>
          <a:ea typeface="+mn-ea"/>
          <a:cs typeface="+mn-cs"/>
        </a:defRPr>
      </a:lvl3pPr>
      <a:lvl4pPr marL="1824228" algn="l" defTabSz="1216152" rtl="0" eaLnBrk="1" latinLnBrk="0" hangingPunct="1">
        <a:defRPr sz="2394" kern="1200">
          <a:solidFill>
            <a:schemeClr val="tx1"/>
          </a:solidFill>
          <a:latin typeface="+mn-lt"/>
          <a:ea typeface="+mn-ea"/>
          <a:cs typeface="+mn-cs"/>
        </a:defRPr>
      </a:lvl4pPr>
      <a:lvl5pPr marL="2432304" algn="l" defTabSz="1216152" rtl="0" eaLnBrk="1" latinLnBrk="0" hangingPunct="1">
        <a:defRPr sz="2394" kern="1200">
          <a:solidFill>
            <a:schemeClr val="tx1"/>
          </a:solidFill>
          <a:latin typeface="+mn-lt"/>
          <a:ea typeface="+mn-ea"/>
          <a:cs typeface="+mn-cs"/>
        </a:defRPr>
      </a:lvl5pPr>
      <a:lvl6pPr marL="3040380" algn="l" defTabSz="1216152" rtl="0" eaLnBrk="1" latinLnBrk="0" hangingPunct="1">
        <a:defRPr sz="2394" kern="1200">
          <a:solidFill>
            <a:schemeClr val="tx1"/>
          </a:solidFill>
          <a:latin typeface="+mn-lt"/>
          <a:ea typeface="+mn-ea"/>
          <a:cs typeface="+mn-cs"/>
        </a:defRPr>
      </a:lvl6pPr>
      <a:lvl7pPr marL="3648456" algn="l" defTabSz="1216152" rtl="0" eaLnBrk="1" latinLnBrk="0" hangingPunct="1">
        <a:defRPr sz="2394" kern="1200">
          <a:solidFill>
            <a:schemeClr val="tx1"/>
          </a:solidFill>
          <a:latin typeface="+mn-lt"/>
          <a:ea typeface="+mn-ea"/>
          <a:cs typeface="+mn-cs"/>
        </a:defRPr>
      </a:lvl7pPr>
      <a:lvl8pPr marL="4256532" algn="l" defTabSz="1216152" rtl="0" eaLnBrk="1" latinLnBrk="0" hangingPunct="1">
        <a:defRPr sz="2394" kern="1200">
          <a:solidFill>
            <a:schemeClr val="tx1"/>
          </a:solidFill>
          <a:latin typeface="+mn-lt"/>
          <a:ea typeface="+mn-ea"/>
          <a:cs typeface="+mn-cs"/>
        </a:defRPr>
      </a:lvl8pPr>
      <a:lvl9pPr marL="4864608" algn="l" defTabSz="1216152" rtl="0" eaLnBrk="1" latinLnBrk="0" hangingPunct="1">
        <a:defRPr sz="239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08" userDrawn="1">
          <p15:clr>
            <a:srgbClr val="F26B43"/>
          </p15:clr>
        </p15:guide>
        <p15:guide id="2" pos="4174" userDrawn="1">
          <p15:clr>
            <a:srgbClr val="F26B43"/>
          </p15:clr>
        </p15:guide>
        <p15:guide id="3" orient="horz" pos="2160" userDrawn="1">
          <p15:clr>
            <a:srgbClr val="F26B43"/>
          </p15:clr>
        </p15:guide>
        <p15:guide id="4" pos="152"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14" name="Text Placeholder 2"/>
          <p:cNvSpPr>
            <a:spLocks noGrp="1"/>
          </p:cNvSpPr>
          <p:nvPr>
            <p:ph type="body" idx="1"/>
          </p:nvPr>
        </p:nvSpPr>
        <p:spPr>
          <a:xfrm>
            <a:off x="216488" y="1090800"/>
            <a:ext cx="8748000" cy="3474900"/>
          </a:xfrm>
          <a:prstGeom prst="rect">
            <a:avLst/>
          </a:prstGeom>
        </p:spPr>
        <p:txBody>
          <a:bodyPr vert="horz" lIns="91440" tIns="45720" rIns="91440" bIns="45720" rtlCol="0">
            <a:noAutofit/>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16" name="Title Placeholder 1"/>
          <p:cNvSpPr>
            <a:spLocks noGrp="1"/>
          </p:cNvSpPr>
          <p:nvPr>
            <p:ph type="title"/>
          </p:nvPr>
        </p:nvSpPr>
        <p:spPr>
          <a:xfrm>
            <a:off x="216488" y="123478"/>
            <a:ext cx="8748000" cy="567000"/>
          </a:xfrm>
          <a:prstGeom prst="rect">
            <a:avLst/>
          </a:prstGeom>
        </p:spPr>
        <p:txBody>
          <a:bodyPr vert="horz" lIns="91440" tIns="45720" rIns="91440" bIns="45720" rtlCol="0" anchor="t" anchorCtr="0">
            <a:noAutofit/>
          </a:bodyPr>
          <a:lstStyle/>
          <a:p>
            <a:r>
              <a:rPr lang="nl-NL"/>
              <a:t>Click to edit the header</a:t>
            </a:r>
          </a:p>
        </p:txBody>
      </p:sp>
      <p:pic>
        <p:nvPicPr>
          <p:cNvPr id="6" name="Picture 5">
            <a:extLst>
              <a:ext uri="{FF2B5EF4-FFF2-40B4-BE49-F238E27FC236}">
                <a16:creationId xmlns:a16="http://schemas.microsoft.com/office/drawing/2014/main" id="{CCE1500D-F847-47D9-9599-73471ABF070B}"/>
              </a:ext>
            </a:extLst>
          </p:cNvPr>
          <p:cNvPicPr>
            <a:picLocks noChangeAspect="1"/>
          </p:cNvPicPr>
          <p:nvPr userDrawn="1"/>
        </p:nvPicPr>
        <p:blipFill>
          <a:blip r:embed="rId52" cstate="email">
            <a:extLst>
              <a:ext uri="{28A0092B-C50C-407E-A947-70E740481C1C}">
                <a14:useLocalDpi xmlns:a14="http://schemas.microsoft.com/office/drawing/2010/main" val="0"/>
              </a:ext>
            </a:extLst>
          </a:blip>
          <a:stretch>
            <a:fillRect/>
          </a:stretch>
        </p:blipFill>
        <p:spPr>
          <a:xfrm>
            <a:off x="326875" y="4851249"/>
            <a:ext cx="1635224" cy="86075"/>
          </a:xfrm>
          <a:prstGeom prst="rect">
            <a:avLst/>
          </a:prstGeom>
        </p:spPr>
      </p:pic>
      <p:sp>
        <p:nvSpPr>
          <p:cNvPr id="7" name="Slide Number Placeholder 5">
            <a:extLst>
              <a:ext uri="{FF2B5EF4-FFF2-40B4-BE49-F238E27FC236}">
                <a16:creationId xmlns:a16="http://schemas.microsoft.com/office/drawing/2014/main" id="{9B4EAA29-B540-4720-A9C8-05DFCE0E2BB0}"/>
              </a:ext>
            </a:extLst>
          </p:cNvPr>
          <p:cNvSpPr>
            <a:spLocks noGrp="1"/>
          </p:cNvSpPr>
          <p:nvPr>
            <p:ph type="sldNum" sz="quarter" idx="4"/>
          </p:nvPr>
        </p:nvSpPr>
        <p:spPr>
          <a:xfrm>
            <a:off x="4350366" y="4782570"/>
            <a:ext cx="443268" cy="216025"/>
          </a:xfrm>
          <a:prstGeom prst="rect">
            <a:avLst/>
          </a:prstGeom>
        </p:spPr>
        <p:txBody>
          <a:bodyPr vert="horz" lIns="91440" tIns="45720" rIns="91440" bIns="45720" rtlCol="0" anchor="ctr"/>
          <a:lstStyle>
            <a:lvl1pPr algn="ctr">
              <a:defRPr sz="998">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65403915"/>
      </p:ext>
    </p:extLst>
  </p:cSld>
  <p:clrMap bg1="lt1" tx1="dk1" bg2="lt2" tx2="dk2" accent1="accent1" accent2="accent2" accent3="accent3" accent4="accent4" accent5="accent5" accent6="accent6" hlink="hlink" folHlink="folHlink"/>
  <p:sldLayoutIdLst>
    <p:sldLayoutId id="2147485298" r:id="rId1"/>
    <p:sldLayoutId id="2147485299" r:id="rId2"/>
    <p:sldLayoutId id="2147485300" r:id="rId3"/>
    <p:sldLayoutId id="2147485301" r:id="rId4"/>
    <p:sldLayoutId id="2147485302" r:id="rId5"/>
    <p:sldLayoutId id="2147485303" r:id="rId6"/>
    <p:sldLayoutId id="2147485304" r:id="rId7"/>
    <p:sldLayoutId id="2147485305" r:id="rId8"/>
    <p:sldLayoutId id="2147485306" r:id="rId9"/>
    <p:sldLayoutId id="2147485307" r:id="rId10"/>
    <p:sldLayoutId id="2147485308" r:id="rId11"/>
    <p:sldLayoutId id="2147485309" r:id="rId12"/>
    <p:sldLayoutId id="2147485310" r:id="rId13"/>
    <p:sldLayoutId id="2147485311" r:id="rId14"/>
    <p:sldLayoutId id="2147485312" r:id="rId15"/>
    <p:sldLayoutId id="2147485313" r:id="rId16"/>
    <p:sldLayoutId id="2147485314" r:id="rId17"/>
    <p:sldLayoutId id="2147485315" r:id="rId18"/>
    <p:sldLayoutId id="2147485316" r:id="rId19"/>
    <p:sldLayoutId id="2147485317" r:id="rId20"/>
    <p:sldLayoutId id="2147485318" r:id="rId21"/>
    <p:sldLayoutId id="2147485319" r:id="rId22"/>
    <p:sldLayoutId id="2147485320" r:id="rId23"/>
    <p:sldLayoutId id="2147485321" r:id="rId24"/>
    <p:sldLayoutId id="2147485322" r:id="rId25"/>
    <p:sldLayoutId id="2147485323" r:id="rId26"/>
    <p:sldLayoutId id="2147485324" r:id="rId27"/>
    <p:sldLayoutId id="2147485325" r:id="rId28"/>
    <p:sldLayoutId id="2147485326" r:id="rId29"/>
    <p:sldLayoutId id="2147485327" r:id="rId30"/>
    <p:sldLayoutId id="2147485328" r:id="rId31"/>
    <p:sldLayoutId id="2147485329" r:id="rId32"/>
    <p:sldLayoutId id="2147485330" r:id="rId33"/>
    <p:sldLayoutId id="2147485331" r:id="rId34"/>
    <p:sldLayoutId id="2147485332" r:id="rId35"/>
    <p:sldLayoutId id="2147485333" r:id="rId36"/>
    <p:sldLayoutId id="2147485334" r:id="rId37"/>
    <p:sldLayoutId id="2147485335" r:id="rId38"/>
    <p:sldLayoutId id="2147485336" r:id="rId39"/>
    <p:sldLayoutId id="2147485337" r:id="rId40"/>
    <p:sldLayoutId id="2147485338" r:id="rId41"/>
    <p:sldLayoutId id="2147485339" r:id="rId42"/>
    <p:sldLayoutId id="2147485340" r:id="rId43"/>
    <p:sldLayoutId id="2147485341" r:id="rId44"/>
    <p:sldLayoutId id="2147485342" r:id="rId45"/>
    <p:sldLayoutId id="2147485343" r:id="rId46"/>
    <p:sldLayoutId id="2147485344" r:id="rId47"/>
    <p:sldLayoutId id="2147485345" r:id="rId48"/>
    <p:sldLayoutId id="2147485346" r:id="rId49"/>
    <p:sldLayoutId id="2147485347" r:id="rId50"/>
  </p:sldLayoutIdLst>
  <p:hf hdr="0" ftr="0" dt="0"/>
  <p:txStyles>
    <p:titleStyle>
      <a:lvl1pPr algn="l" defTabSz="912092" rtl="0" eaLnBrk="1" latinLnBrk="0" hangingPunct="1">
        <a:spcBef>
          <a:spcPct val="0"/>
        </a:spcBef>
        <a:buNone/>
        <a:defRPr sz="2394" b="1" kern="1200" baseline="0">
          <a:solidFill>
            <a:srgbClr val="0066A1"/>
          </a:solidFill>
          <a:latin typeface="Verdana" pitchFamily="34" charset="0"/>
          <a:ea typeface="Verdana" pitchFamily="34" charset="0"/>
          <a:cs typeface="Verdana" pitchFamily="34" charset="0"/>
        </a:defRPr>
      </a:lvl1pPr>
    </p:titleStyle>
    <p:bodyStyle>
      <a:lvl1pPr marL="269318" indent="-269318" algn="l" defTabSz="912092" rtl="0" eaLnBrk="1" latinLnBrk="0" hangingPunct="1">
        <a:spcBef>
          <a:spcPct val="20000"/>
        </a:spcBef>
        <a:buClr>
          <a:schemeClr val="tx2"/>
        </a:buClr>
        <a:buFont typeface="Lucida Sans Unicode" pitchFamily="34" charset="0"/>
        <a:buChar char="▶"/>
        <a:defRPr sz="1596" kern="1200" baseline="0">
          <a:solidFill>
            <a:schemeClr val="tx1"/>
          </a:solidFill>
          <a:latin typeface="Verdana" pitchFamily="34" charset="0"/>
          <a:ea typeface="Verdana" pitchFamily="34" charset="0"/>
          <a:cs typeface="Verdana" pitchFamily="34" charset="0"/>
        </a:defRPr>
      </a:lvl1pPr>
      <a:lvl2pPr marL="538637" indent="-269318" algn="l" defTabSz="912092" rtl="0" eaLnBrk="1" latinLnBrk="0" hangingPunct="1">
        <a:spcBef>
          <a:spcPts val="383"/>
        </a:spcBef>
        <a:buClr>
          <a:schemeClr val="tx2"/>
        </a:buClr>
        <a:buFont typeface="Arial" pitchFamily="34" charset="0"/>
        <a:buChar char="–"/>
        <a:defRPr sz="1596" kern="1200" baseline="0">
          <a:solidFill>
            <a:schemeClr val="tx1"/>
          </a:solidFill>
          <a:latin typeface="Verdana" pitchFamily="34" charset="0"/>
          <a:ea typeface="Verdana" pitchFamily="34" charset="0"/>
          <a:cs typeface="Verdana" pitchFamily="34" charset="0"/>
        </a:defRPr>
      </a:lvl2pPr>
      <a:lvl3pPr marL="807955" indent="-269318" algn="l" defTabSz="912092" rtl="0" eaLnBrk="1" latinLnBrk="0" hangingPunct="1">
        <a:spcBef>
          <a:spcPct val="20000"/>
        </a:spcBef>
        <a:buClr>
          <a:schemeClr val="tx2"/>
        </a:buClr>
        <a:buFont typeface="Arial" pitchFamily="34" charset="0"/>
        <a:buChar char="•"/>
        <a:defRPr sz="1596" kern="1200">
          <a:solidFill>
            <a:schemeClr val="tx1"/>
          </a:solidFill>
          <a:latin typeface="Verdana" pitchFamily="34" charset="0"/>
          <a:ea typeface="Verdana" pitchFamily="34" charset="0"/>
          <a:cs typeface="Verdana" pitchFamily="34" charset="0"/>
        </a:defRPr>
      </a:lvl3pPr>
      <a:lvl4pPr marL="1077273" indent="-269318" algn="l" defTabSz="912092" rtl="0" eaLnBrk="1" latinLnBrk="0" hangingPunct="1">
        <a:spcBef>
          <a:spcPct val="20000"/>
        </a:spcBef>
        <a:buClr>
          <a:schemeClr val="tx2"/>
        </a:buClr>
        <a:buFont typeface="Arial" pitchFamily="34" charset="0"/>
        <a:buChar char="–"/>
        <a:defRPr sz="1596" kern="1200" baseline="0">
          <a:solidFill>
            <a:schemeClr val="tx1"/>
          </a:solidFill>
          <a:latin typeface="Verdana" pitchFamily="34" charset="0"/>
          <a:ea typeface="Verdana" pitchFamily="34" charset="0"/>
          <a:cs typeface="Verdana" pitchFamily="34" charset="0"/>
        </a:defRPr>
      </a:lvl4pPr>
      <a:lvl5pPr marL="1346591" indent="-269318" algn="l" defTabSz="912092" rtl="0" eaLnBrk="1" latinLnBrk="0" hangingPunct="1">
        <a:spcBef>
          <a:spcPct val="20000"/>
        </a:spcBef>
        <a:buClr>
          <a:schemeClr val="tx2"/>
        </a:buClr>
        <a:buFont typeface="Arial" pitchFamily="34" charset="0"/>
        <a:buChar char="»"/>
        <a:defRPr sz="1596" kern="1200">
          <a:solidFill>
            <a:schemeClr val="tx1"/>
          </a:solidFill>
          <a:latin typeface="Verdana" pitchFamily="34" charset="0"/>
          <a:ea typeface="Verdana" pitchFamily="34" charset="0"/>
          <a:cs typeface="Verdana" pitchFamily="34" charset="0"/>
        </a:defRPr>
      </a:lvl5pPr>
      <a:lvl6pPr marL="2508251" indent="-228023" algn="l" defTabSz="912092" rtl="0" eaLnBrk="1" latinLnBrk="0" hangingPunct="1">
        <a:spcBef>
          <a:spcPct val="20000"/>
        </a:spcBef>
        <a:buFont typeface="Arial" pitchFamily="34" charset="0"/>
        <a:buChar char="•"/>
        <a:defRPr sz="1995" kern="1200">
          <a:solidFill>
            <a:schemeClr val="tx1"/>
          </a:solidFill>
          <a:latin typeface="+mn-lt"/>
          <a:ea typeface="+mn-ea"/>
          <a:cs typeface="+mn-cs"/>
        </a:defRPr>
      </a:lvl6pPr>
      <a:lvl7pPr marL="2964297" indent="-228023" algn="l" defTabSz="912092" rtl="0" eaLnBrk="1" latinLnBrk="0" hangingPunct="1">
        <a:spcBef>
          <a:spcPct val="20000"/>
        </a:spcBef>
        <a:buFont typeface="Arial" pitchFamily="34" charset="0"/>
        <a:buChar char="•"/>
        <a:defRPr sz="1995" kern="1200">
          <a:solidFill>
            <a:schemeClr val="tx1"/>
          </a:solidFill>
          <a:latin typeface="+mn-lt"/>
          <a:ea typeface="+mn-ea"/>
          <a:cs typeface="+mn-cs"/>
        </a:defRPr>
      </a:lvl7pPr>
      <a:lvl8pPr marL="3420343" indent="-228023" algn="l" defTabSz="912092" rtl="0" eaLnBrk="1" latinLnBrk="0" hangingPunct="1">
        <a:spcBef>
          <a:spcPct val="20000"/>
        </a:spcBef>
        <a:buFont typeface="Arial" pitchFamily="34" charset="0"/>
        <a:buChar char="•"/>
        <a:defRPr sz="1995" kern="1200">
          <a:solidFill>
            <a:schemeClr val="tx1"/>
          </a:solidFill>
          <a:latin typeface="+mn-lt"/>
          <a:ea typeface="+mn-ea"/>
          <a:cs typeface="+mn-cs"/>
        </a:defRPr>
      </a:lvl8pPr>
      <a:lvl9pPr marL="3876388" indent="-228023" algn="l" defTabSz="912092" rtl="0" eaLnBrk="1" latinLnBrk="0" hangingPunct="1">
        <a:spcBef>
          <a:spcPct val="20000"/>
        </a:spcBef>
        <a:buFont typeface="Arial" pitchFamily="34" charset="0"/>
        <a:buChar char="•"/>
        <a:defRPr sz="1995" kern="1200">
          <a:solidFill>
            <a:schemeClr val="tx1"/>
          </a:solidFill>
          <a:latin typeface="+mn-lt"/>
          <a:ea typeface="+mn-ea"/>
          <a:cs typeface="+mn-cs"/>
        </a:defRPr>
      </a:lvl9pPr>
    </p:bodyStyle>
    <p:otherStyle>
      <a:defPPr>
        <a:defRPr lang="nl-NL"/>
      </a:defPPr>
      <a:lvl1pPr marL="0" algn="l" defTabSz="912092" rtl="0" eaLnBrk="1" latinLnBrk="0" hangingPunct="1">
        <a:defRPr sz="1795" kern="1200">
          <a:solidFill>
            <a:schemeClr val="tx1"/>
          </a:solidFill>
          <a:latin typeface="+mn-lt"/>
          <a:ea typeface="+mn-ea"/>
          <a:cs typeface="+mn-cs"/>
        </a:defRPr>
      </a:lvl1pPr>
      <a:lvl2pPr marL="456046" algn="l" defTabSz="912092" rtl="0" eaLnBrk="1" latinLnBrk="0" hangingPunct="1">
        <a:defRPr sz="1795" kern="1200">
          <a:solidFill>
            <a:schemeClr val="tx1"/>
          </a:solidFill>
          <a:latin typeface="+mn-lt"/>
          <a:ea typeface="+mn-ea"/>
          <a:cs typeface="+mn-cs"/>
        </a:defRPr>
      </a:lvl2pPr>
      <a:lvl3pPr marL="912092" algn="l" defTabSz="912092" rtl="0" eaLnBrk="1" latinLnBrk="0" hangingPunct="1">
        <a:defRPr sz="1795" kern="1200">
          <a:solidFill>
            <a:schemeClr val="tx1"/>
          </a:solidFill>
          <a:latin typeface="+mn-lt"/>
          <a:ea typeface="+mn-ea"/>
          <a:cs typeface="+mn-cs"/>
        </a:defRPr>
      </a:lvl3pPr>
      <a:lvl4pPr marL="1368137" algn="l" defTabSz="912092" rtl="0" eaLnBrk="1" latinLnBrk="0" hangingPunct="1">
        <a:defRPr sz="1795" kern="1200">
          <a:solidFill>
            <a:schemeClr val="tx1"/>
          </a:solidFill>
          <a:latin typeface="+mn-lt"/>
          <a:ea typeface="+mn-ea"/>
          <a:cs typeface="+mn-cs"/>
        </a:defRPr>
      </a:lvl4pPr>
      <a:lvl5pPr marL="1824182" algn="l" defTabSz="912092" rtl="0" eaLnBrk="1" latinLnBrk="0" hangingPunct="1">
        <a:defRPr sz="1795" kern="1200">
          <a:solidFill>
            <a:schemeClr val="tx1"/>
          </a:solidFill>
          <a:latin typeface="+mn-lt"/>
          <a:ea typeface="+mn-ea"/>
          <a:cs typeface="+mn-cs"/>
        </a:defRPr>
      </a:lvl5pPr>
      <a:lvl6pPr marL="2280228" algn="l" defTabSz="912092" rtl="0" eaLnBrk="1" latinLnBrk="0" hangingPunct="1">
        <a:defRPr sz="1795" kern="1200">
          <a:solidFill>
            <a:schemeClr val="tx1"/>
          </a:solidFill>
          <a:latin typeface="+mn-lt"/>
          <a:ea typeface="+mn-ea"/>
          <a:cs typeface="+mn-cs"/>
        </a:defRPr>
      </a:lvl6pPr>
      <a:lvl7pPr marL="2736274" algn="l" defTabSz="912092" rtl="0" eaLnBrk="1" latinLnBrk="0" hangingPunct="1">
        <a:defRPr sz="1795" kern="1200">
          <a:solidFill>
            <a:schemeClr val="tx1"/>
          </a:solidFill>
          <a:latin typeface="+mn-lt"/>
          <a:ea typeface="+mn-ea"/>
          <a:cs typeface="+mn-cs"/>
        </a:defRPr>
      </a:lvl7pPr>
      <a:lvl8pPr marL="3192320" algn="l" defTabSz="912092" rtl="0" eaLnBrk="1" latinLnBrk="0" hangingPunct="1">
        <a:defRPr sz="1795" kern="1200">
          <a:solidFill>
            <a:schemeClr val="tx1"/>
          </a:solidFill>
          <a:latin typeface="+mn-lt"/>
          <a:ea typeface="+mn-ea"/>
          <a:cs typeface="+mn-cs"/>
        </a:defRPr>
      </a:lvl8pPr>
      <a:lvl9pPr marL="3648365" algn="l" defTabSz="912092" rtl="0" eaLnBrk="1" latinLnBrk="0" hangingPunct="1">
        <a:defRPr sz="179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428625" y="432054"/>
            <a:ext cx="6882575" cy="453771"/>
          </a:xfrm>
          <a:prstGeom prst="rect">
            <a:avLst/>
          </a:prstGeom>
        </p:spPr>
        <p:txBody>
          <a:bodyPr vert="horz" lIns="0" tIns="0" rIns="0" bIns="0" rtlCol="0" anchor="t" anchorCtr="0">
            <a:noAutofit/>
          </a:bodyPr>
          <a:lstStyle/>
          <a:p>
            <a:r>
              <a:rPr lang="en-US"/>
              <a:t>Click to edit Master title style</a:t>
            </a:r>
          </a:p>
        </p:txBody>
      </p:sp>
      <p:sp>
        <p:nvSpPr>
          <p:cNvPr id="3" name="Text Placeholder"/>
          <p:cNvSpPr>
            <a:spLocks noGrp="1"/>
          </p:cNvSpPr>
          <p:nvPr>
            <p:ph type="body" idx="1"/>
          </p:nvPr>
        </p:nvSpPr>
        <p:spPr>
          <a:xfrm>
            <a:off x="432054" y="1145286"/>
            <a:ext cx="6872288" cy="3363839"/>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6" name="Slide Number Placeholder"/>
          <p:cNvSpPr>
            <a:spLocks noGrp="1"/>
          </p:cNvSpPr>
          <p:nvPr>
            <p:ph type="sldNum" sz="quarter" idx="4"/>
          </p:nvPr>
        </p:nvSpPr>
        <p:spPr>
          <a:xfrm>
            <a:off x="7486650" y="4781197"/>
            <a:ext cx="1228725" cy="164726"/>
          </a:xfrm>
          <a:prstGeom prst="rect">
            <a:avLst/>
          </a:prstGeom>
        </p:spPr>
        <p:txBody>
          <a:bodyPr vert="horz" lIns="0" tIns="0" rIns="0" bIns="0" rtlCol="0" anchor="ctr" anchorCtr="0"/>
          <a:lstStyle>
            <a:lvl1pPr algn="r">
              <a:defRPr sz="6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stStyle>
          <a:p>
            <a:fld id="{64B53FD8-04EE-4F67-B5CA-77D45BC12F90}" type="slidenum">
              <a:rPr lang="en-US" smtClean="0"/>
              <a:pPr/>
              <a:t>‹#›</a:t>
            </a:fld>
            <a:endParaRPr lang="en-US" sz="600"/>
          </a:p>
        </p:txBody>
      </p:sp>
      <p:sp>
        <p:nvSpPr>
          <p:cNvPr id="21" name="Footer Placeholder 20">
            <a:extLst>
              <a:ext uri="{FF2B5EF4-FFF2-40B4-BE49-F238E27FC236}">
                <a16:creationId xmlns:a16="http://schemas.microsoft.com/office/drawing/2014/main" id="{341424DA-B806-854F-A25A-8F0CBB76DC24}"/>
              </a:ext>
            </a:extLst>
          </p:cNvPr>
          <p:cNvSpPr>
            <a:spLocks noGrp="1"/>
          </p:cNvSpPr>
          <p:nvPr>
            <p:ph type="ftr" sz="quarter" idx="3"/>
          </p:nvPr>
        </p:nvSpPr>
        <p:spPr>
          <a:xfrm>
            <a:off x="428625" y="4781197"/>
            <a:ext cx="2657475" cy="164726"/>
          </a:xfrm>
          <a:prstGeom prst="rect">
            <a:avLst/>
          </a:prstGeom>
        </p:spPr>
        <p:txBody>
          <a:bodyPr vert="horz" lIns="0" tIns="0" rIns="0" bIns="0" rtlCol="0" anchor="ctr" anchorCtr="0"/>
          <a:lstStyle>
            <a:lvl1pPr algn="l">
              <a:lnSpc>
                <a:spcPct val="90000"/>
              </a:lnSpc>
              <a:defRPr sz="6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a:lnSpc>
                <a:spcPct val="90000"/>
              </a:lnSpc>
              <a:defRPr/>
            </a:lvl2pPr>
          </a:lstStyle>
          <a:p>
            <a:r>
              <a:rPr lang="en-US"/>
              <a:t>Package Research &amp; Recovery | FedEx Proprietary &amp; Confidential © </a:t>
            </a:r>
          </a:p>
        </p:txBody>
      </p:sp>
    </p:spTree>
    <p:extLst>
      <p:ext uri="{BB962C8B-B14F-4D97-AF65-F5344CB8AC3E}">
        <p14:creationId xmlns:p14="http://schemas.microsoft.com/office/powerpoint/2010/main" val="490337933"/>
      </p:ext>
    </p:extLst>
  </p:cSld>
  <p:clrMap bg1="lt1" tx1="dk1" bg2="lt2" tx2="dk2" accent1="accent1" accent2="accent2" accent3="accent3" accent4="accent4" accent5="accent5" accent6="accent6" hlink="hlink" folHlink="folHlink"/>
  <p:sldLayoutIdLst>
    <p:sldLayoutId id="2147485349" r:id="rId1"/>
    <p:sldLayoutId id="2147485350" r:id="rId2"/>
    <p:sldLayoutId id="2147485351" r:id="rId3"/>
    <p:sldLayoutId id="2147485352" r:id="rId4"/>
    <p:sldLayoutId id="2147485353" r:id="rId5"/>
    <p:sldLayoutId id="2147485354" r:id="rId6"/>
    <p:sldLayoutId id="2147485355" r:id="rId7"/>
    <p:sldLayoutId id="2147485356" r:id="rId8"/>
    <p:sldLayoutId id="2147485357" r:id="rId9"/>
    <p:sldLayoutId id="2147485358" r:id="rId10"/>
    <p:sldLayoutId id="2147485359" r:id="rId11"/>
    <p:sldLayoutId id="2147485360" r:id="rId12"/>
    <p:sldLayoutId id="2147485361" r:id="rId13"/>
    <p:sldLayoutId id="2147485362" r:id="rId14"/>
    <p:sldLayoutId id="2147485363" r:id="rId15"/>
    <p:sldLayoutId id="2147485364" r:id="rId16"/>
    <p:sldLayoutId id="2147485365" r:id="rId17"/>
    <p:sldLayoutId id="2147485366" r:id="rId18"/>
    <p:sldLayoutId id="2147485367" r:id="rId19"/>
    <p:sldLayoutId id="2147485368" r:id="rId20"/>
    <p:sldLayoutId id="2147485369" r:id="rId21"/>
    <p:sldLayoutId id="2147485370" r:id="rId22"/>
    <p:sldLayoutId id="2147485371" r:id="rId23"/>
    <p:sldLayoutId id="2147485372" r:id="rId24"/>
    <p:sldLayoutId id="2147485373" r:id="rId25"/>
    <p:sldLayoutId id="2147485374" r:id="rId26"/>
    <p:sldLayoutId id="2147485375" r:id="rId27"/>
  </p:sldLayoutIdLst>
  <p:hf hdr="0" dt="0"/>
  <p:txStyles>
    <p:titleStyle>
      <a:lvl1pPr algn="l" defTabSz="685800" rtl="0" eaLnBrk="1" latinLnBrk="0" hangingPunct="1">
        <a:lnSpc>
          <a:spcPct val="110000"/>
        </a:lnSpc>
        <a:spcBef>
          <a:spcPct val="0"/>
        </a:spcBef>
        <a:buNone/>
        <a:defRPr sz="285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685800" rtl="0" eaLnBrk="1" latinLnBrk="0" hangingPunct="1">
        <a:lnSpc>
          <a:spcPct val="130000"/>
        </a:lnSpc>
        <a:spcBef>
          <a:spcPts val="0"/>
        </a:spcBef>
        <a:spcAft>
          <a:spcPts val="900"/>
        </a:spcAft>
        <a:buFont typeface="Arial" panose="020B0604020202020204" pitchFamily="34" charset="0"/>
        <a:buNone/>
        <a:tabLst/>
        <a:defRPr sz="165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685800" rtl="0" eaLnBrk="1" latinLnBrk="0" hangingPunct="1">
        <a:lnSpc>
          <a:spcPct val="130000"/>
        </a:lnSpc>
        <a:spcBef>
          <a:spcPts val="0"/>
        </a:spcBef>
        <a:spcAft>
          <a:spcPts val="225"/>
        </a:spcAft>
        <a:buFont typeface="Arial" panose="020B0604020202020204" pitchFamily="34" charset="0"/>
        <a:buNone/>
        <a:defRPr sz="12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685800" rtl="0" eaLnBrk="1" latinLnBrk="0" hangingPunct="1">
        <a:lnSpc>
          <a:spcPct val="130000"/>
        </a:lnSpc>
        <a:spcBef>
          <a:spcPts val="0"/>
        </a:spcBef>
        <a:spcAft>
          <a:spcPts val="450"/>
        </a:spcAft>
        <a:buFont typeface="Arial" panose="020B0604020202020204" pitchFamily="34" charset="0"/>
        <a:buNone/>
        <a:defRPr sz="1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164592" indent="-164592" algn="l" defTabSz="685800" rtl="0" eaLnBrk="1" latinLnBrk="0" hangingPunct="1">
        <a:lnSpc>
          <a:spcPct val="13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4pPr>
      <a:lvl5pPr marL="329184" indent="-164592" algn="l" defTabSz="685800" rtl="0" eaLnBrk="1" latinLnBrk="0" hangingPunct="1">
        <a:lnSpc>
          <a:spcPct val="130000"/>
        </a:lnSpc>
        <a:spcBef>
          <a:spcPts val="0"/>
        </a:spcBef>
        <a:spcAft>
          <a:spcPts val="450"/>
        </a:spcAft>
        <a:buFont typeface="System Font Regular"/>
        <a:buChar char="–"/>
        <a:defRPr sz="1200" kern="1200">
          <a:solidFill>
            <a:schemeClr val="tx1"/>
          </a:solidFill>
          <a:latin typeface="+mn-lt"/>
          <a:ea typeface="+mn-ea"/>
          <a:cs typeface="+mn-cs"/>
        </a:defRPr>
      </a:lvl5pPr>
      <a:lvl6pPr marL="493776" indent="-164592" algn="l" defTabSz="685800" rtl="0" eaLnBrk="1" latinLnBrk="0" hangingPunct="1">
        <a:lnSpc>
          <a:spcPct val="130000"/>
        </a:lnSpc>
        <a:spcBef>
          <a:spcPts val="0"/>
        </a:spcBef>
        <a:spcAft>
          <a:spcPts val="450"/>
        </a:spcAft>
        <a:buFont typeface="System Font Regular"/>
        <a:buChar char="&gt;"/>
        <a:defRPr sz="10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900" b="1" kern="1200">
          <a:solidFill>
            <a:schemeClr val="tx1"/>
          </a:solidFill>
          <a:latin typeface="+mn-lt"/>
          <a:ea typeface="+mn-ea"/>
          <a:cs typeface="+mn-cs"/>
        </a:defRPr>
      </a:lvl1pPr>
      <a:lvl2pPr marL="0" algn="l" defTabSz="685800" rtl="0" eaLnBrk="1" latinLnBrk="0" hangingPunct="1">
        <a:defRPr sz="750" kern="1200">
          <a:solidFill>
            <a:schemeClr val="tx1"/>
          </a:solidFill>
          <a:latin typeface="+mn-lt"/>
          <a:ea typeface="+mn-ea"/>
          <a:cs typeface="+mn-cs"/>
        </a:defRPr>
      </a:lvl2pPr>
      <a:lvl3pPr marL="0" algn="l" defTabSz="685800" rtl="0" eaLnBrk="1" latinLnBrk="0" hangingPunct="1">
        <a:defRPr sz="750" kern="1200">
          <a:solidFill>
            <a:schemeClr val="tx1"/>
          </a:solidFill>
          <a:latin typeface="+mn-lt"/>
          <a:ea typeface="+mn-ea"/>
          <a:cs typeface="+mn-cs"/>
        </a:defRPr>
      </a:lvl3pPr>
      <a:lvl4pPr marL="0" algn="l" defTabSz="685800" rtl="0" eaLnBrk="1" latinLnBrk="0" hangingPunct="1">
        <a:defRPr sz="750" kern="1200">
          <a:solidFill>
            <a:schemeClr val="tx1"/>
          </a:solidFill>
          <a:latin typeface="+mn-lt"/>
          <a:ea typeface="+mn-ea"/>
          <a:cs typeface="+mn-cs"/>
        </a:defRPr>
      </a:lvl4pPr>
      <a:lvl5pPr marL="0" algn="l" defTabSz="685800" rtl="0" eaLnBrk="1" latinLnBrk="0" hangingPunct="1">
        <a:defRPr sz="750" kern="1200">
          <a:solidFill>
            <a:schemeClr val="tx1"/>
          </a:solidFill>
          <a:latin typeface="+mn-lt"/>
          <a:ea typeface="+mn-ea"/>
          <a:cs typeface="+mn-cs"/>
        </a:defRPr>
      </a:lvl5pPr>
      <a:lvl6pPr marL="0" algn="l" defTabSz="685800" rtl="0" eaLnBrk="1" latinLnBrk="0" hangingPunct="1">
        <a:defRPr sz="750" kern="1200">
          <a:solidFill>
            <a:schemeClr val="tx1"/>
          </a:solidFill>
          <a:latin typeface="+mn-lt"/>
          <a:ea typeface="+mn-ea"/>
          <a:cs typeface="+mn-cs"/>
        </a:defRPr>
      </a:lvl6pPr>
      <a:lvl7pPr marL="0" algn="l" defTabSz="685800" rtl="0" eaLnBrk="1" latinLnBrk="0" hangingPunct="1">
        <a:defRPr sz="750" kern="1200">
          <a:solidFill>
            <a:schemeClr val="tx1"/>
          </a:solidFill>
          <a:latin typeface="+mn-lt"/>
          <a:ea typeface="+mn-ea"/>
          <a:cs typeface="+mn-cs"/>
        </a:defRPr>
      </a:lvl7pPr>
      <a:lvl8pPr marL="0" algn="l" defTabSz="685800" rtl="0" eaLnBrk="1" latinLnBrk="0" hangingPunct="1">
        <a:defRPr sz="750" kern="1200">
          <a:solidFill>
            <a:schemeClr val="tx1"/>
          </a:solidFill>
          <a:latin typeface="+mn-lt"/>
          <a:ea typeface="+mn-ea"/>
          <a:cs typeface="+mn-cs"/>
        </a:defRPr>
      </a:lvl8pPr>
      <a:lvl9pPr marL="0" algn="l" defTabSz="685800" rtl="0" eaLnBrk="1" latinLnBrk="0" hangingPunct="1">
        <a:defRPr sz="7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3" orient="horz" pos="4008">
          <p15:clr>
            <a:srgbClr val="A4A3A4"/>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5" orient="horz" pos="4152">
          <p15:clr>
            <a:srgbClr val="A4A3A4"/>
          </p15:clr>
        </p15:guide>
        <p15:guide id="16" orient="horz" pos="3792">
          <p15:clr>
            <a:srgbClr val="F26B43"/>
          </p15:clr>
        </p15:guide>
        <p15:guide id="17" orient="horz" pos="3840">
          <p15:clr>
            <a:srgbClr val="C35EA4"/>
          </p15:clr>
        </p15:guide>
        <p15:guide id="18" orient="horz" pos="3936">
          <p15:clr>
            <a:srgbClr val="C35EA4"/>
          </p15:clr>
        </p15:guide>
        <p15:guide id="19" orient="horz" pos="744">
          <p15:clr>
            <a:srgbClr val="FDE53C"/>
          </p15:clr>
        </p15:guide>
        <p15:guide id="20" orient="horz" pos="1056">
          <p15:clr>
            <a:srgbClr val="FDE53C"/>
          </p15:clr>
        </p15:guide>
        <p15:guide id="21" orient="horz" pos="960">
          <p15:clr>
            <a:srgbClr val="C35EA4"/>
          </p15:clr>
        </p15:guide>
        <p15:guide id="22" orient="horz" pos="1296">
          <p15:clr>
            <a:srgbClr val="C35E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14" name="Text Placeholder 2"/>
          <p:cNvSpPr>
            <a:spLocks noGrp="1"/>
          </p:cNvSpPr>
          <p:nvPr>
            <p:ph type="body" idx="1"/>
          </p:nvPr>
        </p:nvSpPr>
        <p:spPr>
          <a:xfrm>
            <a:off x="216488" y="1090800"/>
            <a:ext cx="8748000" cy="3474900"/>
          </a:xfrm>
          <a:prstGeom prst="rect">
            <a:avLst/>
          </a:prstGeom>
        </p:spPr>
        <p:txBody>
          <a:bodyPr vert="horz" lIns="91440" tIns="45720" rIns="91440" bIns="45720" rtlCol="0">
            <a:noAutofit/>
          </a:bodyPr>
          <a:lstStyle/>
          <a:p>
            <a:pPr lvl="0"/>
            <a:r>
              <a:rPr lang="nl-NL"/>
              <a:t>First level</a:t>
            </a:r>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16" name="Title Placeholder 1"/>
          <p:cNvSpPr>
            <a:spLocks noGrp="1"/>
          </p:cNvSpPr>
          <p:nvPr>
            <p:ph type="title"/>
          </p:nvPr>
        </p:nvSpPr>
        <p:spPr>
          <a:xfrm>
            <a:off x="216488" y="123478"/>
            <a:ext cx="8748000" cy="567000"/>
          </a:xfrm>
          <a:prstGeom prst="rect">
            <a:avLst/>
          </a:prstGeom>
        </p:spPr>
        <p:txBody>
          <a:bodyPr vert="horz" lIns="91440" tIns="45720" rIns="91440" bIns="45720" rtlCol="0" anchor="t" anchorCtr="0">
            <a:noAutofit/>
          </a:bodyPr>
          <a:lstStyle/>
          <a:p>
            <a:r>
              <a:rPr lang="nl-NL"/>
              <a:t>Click to edit the header</a:t>
            </a:r>
          </a:p>
        </p:txBody>
      </p:sp>
      <p:pic>
        <p:nvPicPr>
          <p:cNvPr id="6" name="Picture 5">
            <a:extLst>
              <a:ext uri="{FF2B5EF4-FFF2-40B4-BE49-F238E27FC236}">
                <a16:creationId xmlns:a16="http://schemas.microsoft.com/office/drawing/2014/main" id="{CCE1500D-F847-47D9-9599-73471ABF070B}"/>
              </a:ext>
            </a:extLst>
          </p:cNvPr>
          <p:cNvPicPr>
            <a:picLocks noChangeAspect="1"/>
          </p:cNvPicPr>
          <p:nvPr userDrawn="1"/>
        </p:nvPicPr>
        <p:blipFill>
          <a:blip r:embed="rId51" cstate="email">
            <a:extLst>
              <a:ext uri="{28A0092B-C50C-407E-A947-70E740481C1C}">
                <a14:useLocalDpi xmlns:a14="http://schemas.microsoft.com/office/drawing/2010/main" val="0"/>
              </a:ext>
            </a:extLst>
          </a:blip>
          <a:stretch>
            <a:fillRect/>
          </a:stretch>
        </p:blipFill>
        <p:spPr>
          <a:xfrm>
            <a:off x="326875" y="4851248"/>
            <a:ext cx="1635224" cy="86075"/>
          </a:xfrm>
          <a:prstGeom prst="rect">
            <a:avLst/>
          </a:prstGeom>
        </p:spPr>
      </p:pic>
      <p:sp>
        <p:nvSpPr>
          <p:cNvPr id="7" name="Slide Number Placeholder 5">
            <a:extLst>
              <a:ext uri="{FF2B5EF4-FFF2-40B4-BE49-F238E27FC236}">
                <a16:creationId xmlns:a16="http://schemas.microsoft.com/office/drawing/2014/main" id="{9B4EAA29-B540-4720-A9C8-05DFCE0E2BB0}"/>
              </a:ext>
            </a:extLst>
          </p:cNvPr>
          <p:cNvSpPr>
            <a:spLocks noGrp="1"/>
          </p:cNvSpPr>
          <p:nvPr>
            <p:ph type="sldNum" sz="quarter" idx="4"/>
          </p:nvPr>
        </p:nvSpPr>
        <p:spPr>
          <a:xfrm>
            <a:off x="4350366" y="4782569"/>
            <a:ext cx="443268" cy="216025"/>
          </a:xfrm>
          <a:prstGeom prst="rect">
            <a:avLst/>
          </a:prstGeom>
        </p:spPr>
        <p:txBody>
          <a:bodyPr vert="horz" lIns="91440" tIns="45720" rIns="91440" bIns="45720" rtlCol="0" anchor="ctr"/>
          <a:lstStyle>
            <a:lvl1pPr algn="ctr">
              <a:defRPr sz="1000">
                <a:solidFill>
                  <a:schemeClr val="tx1"/>
                </a:solidFill>
                <a:latin typeface="Verdana" pitchFamily="34" charset="0"/>
                <a:ea typeface="Verdana" pitchFamily="34" charset="0"/>
                <a:cs typeface="Verdana" pitchFamily="34"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335753761"/>
      </p:ext>
    </p:extLst>
  </p:cSld>
  <p:clrMap bg1="lt1" tx1="dk1" bg2="lt2" tx2="dk2" accent1="accent1" accent2="accent2" accent3="accent3" accent4="accent4" accent5="accent5" accent6="accent6" hlink="hlink" folHlink="folHlink"/>
  <p:sldLayoutIdLst>
    <p:sldLayoutId id="2147485377" r:id="rId1"/>
    <p:sldLayoutId id="2147485378" r:id="rId2"/>
    <p:sldLayoutId id="2147485379" r:id="rId3"/>
    <p:sldLayoutId id="2147485380" r:id="rId4"/>
    <p:sldLayoutId id="2147485381" r:id="rId5"/>
    <p:sldLayoutId id="2147485382" r:id="rId6"/>
    <p:sldLayoutId id="2147485383" r:id="rId7"/>
    <p:sldLayoutId id="2147485384" r:id="rId8"/>
    <p:sldLayoutId id="2147485385" r:id="rId9"/>
    <p:sldLayoutId id="2147485386" r:id="rId10"/>
    <p:sldLayoutId id="2147485387" r:id="rId11"/>
    <p:sldLayoutId id="2147485388" r:id="rId12"/>
    <p:sldLayoutId id="2147485389" r:id="rId13"/>
    <p:sldLayoutId id="2147485390" r:id="rId14"/>
    <p:sldLayoutId id="2147485391" r:id="rId15"/>
    <p:sldLayoutId id="2147485392" r:id="rId16"/>
    <p:sldLayoutId id="2147485393" r:id="rId17"/>
    <p:sldLayoutId id="2147485394" r:id="rId18"/>
    <p:sldLayoutId id="2147485395" r:id="rId19"/>
    <p:sldLayoutId id="2147485396" r:id="rId20"/>
    <p:sldLayoutId id="2147485397" r:id="rId21"/>
    <p:sldLayoutId id="2147485398" r:id="rId22"/>
    <p:sldLayoutId id="2147485399" r:id="rId23"/>
    <p:sldLayoutId id="2147485400" r:id="rId24"/>
    <p:sldLayoutId id="2147485401" r:id="rId25"/>
    <p:sldLayoutId id="2147485402" r:id="rId26"/>
    <p:sldLayoutId id="2147485403" r:id="rId27"/>
    <p:sldLayoutId id="2147485404" r:id="rId28"/>
    <p:sldLayoutId id="2147485405" r:id="rId29"/>
    <p:sldLayoutId id="2147485406" r:id="rId30"/>
    <p:sldLayoutId id="2147485407" r:id="rId31"/>
    <p:sldLayoutId id="2147485408" r:id="rId32"/>
    <p:sldLayoutId id="2147485409" r:id="rId33"/>
    <p:sldLayoutId id="2147485410" r:id="rId34"/>
    <p:sldLayoutId id="2147485411" r:id="rId35"/>
    <p:sldLayoutId id="2147485412" r:id="rId36"/>
    <p:sldLayoutId id="2147485413" r:id="rId37"/>
    <p:sldLayoutId id="2147485414" r:id="rId38"/>
    <p:sldLayoutId id="2147485415" r:id="rId39"/>
    <p:sldLayoutId id="2147485416" r:id="rId40"/>
    <p:sldLayoutId id="2147485417" r:id="rId41"/>
    <p:sldLayoutId id="2147485418" r:id="rId42"/>
    <p:sldLayoutId id="2147485419" r:id="rId43"/>
    <p:sldLayoutId id="2147485420" r:id="rId44"/>
    <p:sldLayoutId id="2147485421" r:id="rId45"/>
    <p:sldLayoutId id="2147485422" r:id="rId46"/>
    <p:sldLayoutId id="2147485423" r:id="rId47"/>
    <p:sldLayoutId id="2147485424" r:id="rId48"/>
    <p:sldLayoutId id="2147485425" r:id="rId49"/>
  </p:sldLayoutIdLst>
  <p:hf hdr="0" ftr="0" dt="0"/>
  <p:txStyles>
    <p:titleStyle>
      <a:lvl1pPr algn="l" defTabSz="914378" rtl="0" eaLnBrk="1" latinLnBrk="0" hangingPunct="1">
        <a:spcBef>
          <a:spcPct val="0"/>
        </a:spcBef>
        <a:buNone/>
        <a:defRPr sz="2400" b="1" kern="1200" baseline="0">
          <a:solidFill>
            <a:srgbClr val="0066A1"/>
          </a:solidFill>
          <a:latin typeface="Verdana" pitchFamily="34" charset="0"/>
          <a:ea typeface="Verdana" pitchFamily="34" charset="0"/>
          <a:cs typeface="Verdana" pitchFamily="34" charset="0"/>
        </a:defRPr>
      </a:lvl1pPr>
    </p:titleStyle>
    <p:bodyStyle>
      <a:lvl1pPr marL="269993" indent="-269993" algn="l" defTabSz="914378" rtl="0" eaLnBrk="1" latinLnBrk="0" hangingPunct="1">
        <a:spcBef>
          <a:spcPct val="20000"/>
        </a:spcBef>
        <a:buClr>
          <a:schemeClr val="tx2"/>
        </a:buClr>
        <a:buFont typeface="Lucida Sans Unicode" pitchFamily="34" charset="0"/>
        <a:buChar char="▶"/>
        <a:defRPr sz="1600" kern="1200" baseline="0">
          <a:solidFill>
            <a:schemeClr val="tx1"/>
          </a:solidFill>
          <a:latin typeface="Verdana" pitchFamily="34" charset="0"/>
          <a:ea typeface="Verdana" pitchFamily="34" charset="0"/>
          <a:cs typeface="Verdana" pitchFamily="34" charset="0"/>
        </a:defRPr>
      </a:lvl1pPr>
      <a:lvl2pPr marL="539987" indent="-269993" algn="l" defTabSz="914378" rtl="0" eaLnBrk="1" latinLnBrk="0" hangingPunct="1">
        <a:spcBef>
          <a:spcPts val="384"/>
        </a:spcBef>
        <a:buClr>
          <a:schemeClr val="tx2"/>
        </a:buClr>
        <a:buFont typeface="Arial" pitchFamily="34" charset="0"/>
        <a:buChar char="–"/>
        <a:defRPr sz="1600" kern="1200" baseline="0">
          <a:solidFill>
            <a:schemeClr val="tx1"/>
          </a:solidFill>
          <a:latin typeface="Verdana" pitchFamily="34" charset="0"/>
          <a:ea typeface="Verdana" pitchFamily="34" charset="0"/>
          <a:cs typeface="Verdana" pitchFamily="34" charset="0"/>
        </a:defRPr>
      </a:lvl2pPr>
      <a:lvl3pPr marL="809980" indent="-269993" algn="l" defTabSz="914378" rtl="0" eaLnBrk="1" latinLnBrk="0" hangingPunct="1">
        <a:spcBef>
          <a:spcPct val="20000"/>
        </a:spcBef>
        <a:buClr>
          <a:schemeClr val="tx2"/>
        </a:buClr>
        <a:buFont typeface="Arial" pitchFamily="34" charset="0"/>
        <a:buChar char="•"/>
        <a:defRPr sz="1600" kern="1200">
          <a:solidFill>
            <a:schemeClr val="tx1"/>
          </a:solidFill>
          <a:latin typeface="Verdana" pitchFamily="34" charset="0"/>
          <a:ea typeface="Verdana" pitchFamily="34" charset="0"/>
          <a:cs typeface="Verdana" pitchFamily="34" charset="0"/>
        </a:defRPr>
      </a:lvl3pPr>
      <a:lvl4pPr marL="1079973" indent="-269993" algn="l" defTabSz="914378" rtl="0" eaLnBrk="1" latinLnBrk="0" hangingPunct="1">
        <a:spcBef>
          <a:spcPct val="20000"/>
        </a:spcBef>
        <a:buClr>
          <a:schemeClr val="tx2"/>
        </a:buClr>
        <a:buFont typeface="Arial" pitchFamily="34" charset="0"/>
        <a:buChar char="–"/>
        <a:defRPr sz="1600" kern="1200" baseline="0">
          <a:solidFill>
            <a:schemeClr val="tx1"/>
          </a:solidFill>
          <a:latin typeface="Verdana" pitchFamily="34" charset="0"/>
          <a:ea typeface="Verdana" pitchFamily="34" charset="0"/>
          <a:cs typeface="Verdana" pitchFamily="34" charset="0"/>
        </a:defRPr>
      </a:lvl4pPr>
      <a:lvl5pPr marL="1349966" indent="-269993" algn="l" defTabSz="914378" rtl="0" eaLnBrk="1" latinLnBrk="0" hangingPunct="1">
        <a:spcBef>
          <a:spcPct val="20000"/>
        </a:spcBef>
        <a:buClr>
          <a:schemeClr val="tx2"/>
        </a:buClr>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Placeholder 3">
            <a:extLst>
              <a:ext uri="{FF2B5EF4-FFF2-40B4-BE49-F238E27FC236}">
                <a16:creationId xmlns:a16="http://schemas.microsoft.com/office/drawing/2014/main" id="{E3CA9F28-221C-ADB7-0904-F4ABB527065A}"/>
              </a:ext>
            </a:extLst>
          </p:cNvPr>
          <p:cNvSpPr>
            <a:spLocks noGrp="1"/>
          </p:cNvSpPr>
          <p:nvPr>
            <p:ph type="title"/>
          </p:nvPr>
        </p:nvSpPr>
        <p:spPr>
          <a:xfrm>
            <a:off x="237475" y="353700"/>
            <a:ext cx="8613000" cy="256500"/>
          </a:xfrm>
          <a:prstGeom prst="rect">
            <a:avLst/>
          </a:prstGeom>
        </p:spPr>
        <p:txBody>
          <a:bodyPr vert="horz" lIns="91440" tIns="0" rIns="91440" bIns="0" rtlCol="0" anchor="t" anchorCtr="0">
            <a:spAutoFit/>
          </a:bodyPr>
          <a:lstStyle/>
          <a:p>
            <a:r>
              <a:rPr lang="en-US"/>
              <a:t>Click to edit Master title style</a:t>
            </a:r>
            <a:endParaRPr lang="en-IN"/>
          </a:p>
        </p:txBody>
      </p:sp>
      <p:sp>
        <p:nvSpPr>
          <p:cNvPr id="5" name="Text Placeholder 4">
            <a:extLst>
              <a:ext uri="{FF2B5EF4-FFF2-40B4-BE49-F238E27FC236}">
                <a16:creationId xmlns:a16="http://schemas.microsoft.com/office/drawing/2014/main" id="{032CDE84-856E-EC95-99B3-55B7775D7CE4}"/>
              </a:ext>
            </a:extLst>
          </p:cNvPr>
          <p:cNvSpPr>
            <a:spLocks noGrp="1"/>
          </p:cNvSpPr>
          <p:nvPr>
            <p:ph type="body" idx="1"/>
          </p:nvPr>
        </p:nvSpPr>
        <p:spPr>
          <a:xfrm>
            <a:off x="237476" y="988200"/>
            <a:ext cx="8613000" cy="3263504"/>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p:txBody>
      </p:sp>
      <p:pic>
        <p:nvPicPr>
          <p:cNvPr id="3" name="Graphic 2">
            <a:extLst>
              <a:ext uri="{FF2B5EF4-FFF2-40B4-BE49-F238E27FC236}">
                <a16:creationId xmlns:a16="http://schemas.microsoft.com/office/drawing/2014/main" id="{1C5DA4E0-04BF-5BE9-724B-4261A9D385D1}"/>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310753" y="4696214"/>
            <a:ext cx="833534" cy="149175"/>
          </a:xfrm>
          <a:prstGeom prst="rect">
            <a:avLst/>
          </a:prstGeom>
        </p:spPr>
      </p:pic>
      <p:sp>
        <p:nvSpPr>
          <p:cNvPr id="28" name="Slide Number Placeholder 10">
            <a:extLst>
              <a:ext uri="{FF2B5EF4-FFF2-40B4-BE49-F238E27FC236}">
                <a16:creationId xmlns:a16="http://schemas.microsoft.com/office/drawing/2014/main" id="{45ED4079-4E3E-0F43-541E-94FDA6BFDAF0}"/>
              </a:ext>
            </a:extLst>
          </p:cNvPr>
          <p:cNvSpPr txBox="1">
            <a:spLocks/>
          </p:cNvSpPr>
          <p:nvPr userDrawn="1"/>
        </p:nvSpPr>
        <p:spPr>
          <a:xfrm>
            <a:off x="8571923" y="4723950"/>
            <a:ext cx="343548" cy="162019"/>
          </a:xfrm>
          <a:prstGeom prst="rect">
            <a:avLst/>
          </a:prstGeom>
        </p:spPr>
        <p:txBody>
          <a:bodyPr vert="horz" lIns="68580" tIns="34290" rIns="68580" bIns="34290" rtlCol="0" anchor="ctr"/>
          <a:lstStyle>
            <a:defPPr>
              <a:defRPr lang="nl-NL"/>
            </a:defPPr>
            <a:lvl1pPr marL="0" algn="l" defTabSz="914400" rtl="0" eaLnBrk="1" latinLnBrk="0" hangingPunct="1">
              <a:defRPr lang="nl-NL" sz="1200" kern="1200" smtClean="0">
                <a:solidFill>
                  <a:srgbClr val="FF6D43"/>
                </a:solidFill>
                <a:latin typeface="Montserrat SemiBold" pitchFamily="2" charset="0"/>
                <a:ea typeface="Verdana" pitchFamily="34" charset="0"/>
                <a:cs typeface="Montserrat SemiBold"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AF489CC-3B7A-4DA5-A8C0-4984788D0EC5}" type="slidenum">
              <a:rPr lang="en-IN" sz="900" smtClean="0"/>
              <a:pPr algn="r"/>
              <a:t>‹#›</a:t>
            </a:fld>
            <a:endParaRPr lang="en-IN" sz="900"/>
          </a:p>
        </p:txBody>
      </p:sp>
      <p:sp>
        <p:nvSpPr>
          <p:cNvPr id="2" name="AddCustomFooter#1">
            <a:extLst>
              <a:ext uri="{FF2B5EF4-FFF2-40B4-BE49-F238E27FC236}">
                <a16:creationId xmlns:a16="http://schemas.microsoft.com/office/drawing/2014/main" id="{A4CC9EA1-36F7-9E11-71BE-BA17FA614B91}"/>
              </a:ext>
            </a:extLst>
          </p:cNvPr>
          <p:cNvSpPr txBox="1"/>
          <p:nvPr userDrawn="1"/>
        </p:nvSpPr>
        <p:spPr bwMode="invGray">
          <a:xfrm>
            <a:off x="4083889" y="4788698"/>
            <a:ext cx="976229" cy="75085"/>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tab pos="142875" algn="l"/>
              </a:tabLst>
              <a:defRPr/>
            </a:pPr>
            <a:r>
              <a:rPr kumimoji="0" lang="en-US" sz="488" b="0" i="0" u="none" strike="noStrike" kern="1200" cap="none" spc="0" normalizeH="0" baseline="0" noProof="0">
                <a:ln>
                  <a:noFill/>
                </a:ln>
                <a:solidFill>
                  <a:schemeClr val="bg1">
                    <a:lumMod val="50000"/>
                  </a:schemeClr>
                </a:solidFill>
                <a:effectLst/>
                <a:uLnTx/>
                <a:uFillTx/>
                <a:latin typeface="+mn-lt"/>
                <a:ea typeface="Verdana" pitchFamily="34" charset="0"/>
                <a:cs typeface="Verdana" pitchFamily="34" charset="0"/>
              </a:rPr>
              <a:t>© </a:t>
            </a:r>
            <a:r>
              <a:rPr kumimoji="0" lang="nl-NL" sz="488" b="0" i="0" u="none" strike="noStrike" kern="1200" cap="none" spc="0" normalizeH="0" baseline="0" noProof="0">
                <a:ln>
                  <a:noFill/>
                </a:ln>
                <a:solidFill>
                  <a:schemeClr val="bg1">
                    <a:lumMod val="50000"/>
                  </a:schemeClr>
                </a:solidFill>
                <a:effectLst/>
                <a:uLnTx/>
                <a:uFillTx/>
                <a:latin typeface="+mn-lt"/>
                <a:ea typeface="Verdana" pitchFamily="34" charset="0"/>
                <a:cs typeface="Verdana" pitchFamily="34" charset="0"/>
              </a:rPr>
              <a:t>Eviden SAS</a:t>
            </a:r>
            <a:r>
              <a:rPr kumimoji="0" lang="en-US" sz="488" b="0" i="0" u="none" strike="noStrike" kern="1200" cap="none" spc="0" normalizeH="0" baseline="0" noProof="0">
                <a:ln>
                  <a:noFill/>
                </a:ln>
                <a:solidFill>
                  <a:schemeClr val="bg1">
                    <a:lumMod val="50000"/>
                  </a:schemeClr>
                </a:solidFill>
                <a:effectLst/>
                <a:uLnTx/>
                <a:uFillTx/>
                <a:latin typeface="+mn-lt"/>
                <a:ea typeface="Verdana" pitchFamily="34" charset="0"/>
                <a:cs typeface="Verdana" pitchFamily="34" charset="0"/>
              </a:rPr>
              <a:t> – </a:t>
            </a:r>
            <a:r>
              <a:rPr kumimoji="0" lang="en-NL" sz="488" b="0" i="0" u="none" strike="noStrike" kern="1200" cap="none" spc="0" normalizeH="0" baseline="0" noProof="0">
                <a:ln>
                  <a:noFill/>
                </a:ln>
                <a:solidFill>
                  <a:schemeClr val="bg1">
                    <a:lumMod val="50000"/>
                  </a:schemeClr>
                </a:solidFill>
                <a:effectLst/>
                <a:uLnTx/>
                <a:uFillTx/>
                <a:latin typeface="+mn-lt"/>
                <a:ea typeface="Verdana" pitchFamily="34" charset="0"/>
                <a:cs typeface="Verdana" pitchFamily="34" charset="0"/>
              </a:rPr>
              <a:t>For internal use</a:t>
            </a:r>
            <a:endParaRPr lang="nl-NL" sz="488" baseline="0">
              <a:solidFill>
                <a:schemeClr val="bg1">
                  <a:lumMod val="50000"/>
                </a:schemeClr>
              </a:solidFill>
              <a:latin typeface="+mn-lt"/>
              <a:ea typeface="Verdana" pitchFamily="34" charset="0"/>
              <a:cs typeface="Verdana" pitchFamily="34" charset="0"/>
            </a:endParaRPr>
          </a:p>
        </p:txBody>
      </p:sp>
    </p:spTree>
    <p:extLst>
      <p:ext uri="{BB962C8B-B14F-4D97-AF65-F5344CB8AC3E}">
        <p14:creationId xmlns:p14="http://schemas.microsoft.com/office/powerpoint/2010/main" val="1091939"/>
      </p:ext>
    </p:extLst>
  </p:cSld>
  <p:clrMap bg1="lt1" tx1="dk1" bg2="lt2" tx2="dk2" accent1="accent1" accent2="accent2" accent3="accent3" accent4="accent4" accent5="accent5" accent6="accent6" hlink="hlink" folHlink="folHlink"/>
  <p:sldLayoutIdLst>
    <p:sldLayoutId id="2147483691" r:id="rId1"/>
    <p:sldLayoutId id="2147483650" r:id="rId2"/>
    <p:sldLayoutId id="2147483662" r:id="rId3"/>
    <p:sldLayoutId id="2147483692" r:id="rId4"/>
    <p:sldLayoutId id="2147485551" r:id="rId5"/>
    <p:sldLayoutId id="2147483694" r:id="rId6"/>
    <p:sldLayoutId id="2147483663" r:id="rId7"/>
    <p:sldLayoutId id="2147483695" r:id="rId8"/>
    <p:sldLayoutId id="2147485553" r:id="rId9"/>
    <p:sldLayoutId id="2147483664" r:id="rId10"/>
    <p:sldLayoutId id="2147483665" r:id="rId11"/>
    <p:sldLayoutId id="2147483666" r:id="rId12"/>
    <p:sldLayoutId id="2147483667" r:id="rId13"/>
    <p:sldLayoutId id="2147483668" r:id="rId14"/>
    <p:sldLayoutId id="2147483669" r:id="rId15"/>
    <p:sldLayoutId id="2147483670" r:id="rId16"/>
    <p:sldLayoutId id="2147483678" r:id="rId17"/>
    <p:sldLayoutId id="2147483686" r:id="rId18"/>
    <p:sldLayoutId id="2147483673" r:id="rId19"/>
    <p:sldLayoutId id="2147483679" r:id="rId20"/>
    <p:sldLayoutId id="2147483685" r:id="rId21"/>
    <p:sldLayoutId id="2147483683" r:id="rId22"/>
    <p:sldLayoutId id="2147483680" r:id="rId23"/>
    <p:sldLayoutId id="2147483687" r:id="rId24"/>
    <p:sldLayoutId id="2147483688" r:id="rId25"/>
    <p:sldLayoutId id="2147483681" r:id="rId26"/>
    <p:sldLayoutId id="2147483684" r:id="rId27"/>
    <p:sldLayoutId id="2147483682" r:id="rId28"/>
    <p:sldLayoutId id="2147483674" r:id="rId29"/>
    <p:sldLayoutId id="2147483689" r:id="rId30"/>
  </p:sldLayoutIdLst>
  <p:hf hdr="0" ftr="0" dt="0"/>
  <p:txStyles>
    <p:titleStyle>
      <a:lvl1pPr algn="l" defTabSz="685800" rtl="0" eaLnBrk="1" latinLnBrk="0" hangingPunct="1">
        <a:lnSpc>
          <a:spcPct val="100000"/>
        </a:lnSpc>
        <a:spcBef>
          <a:spcPct val="0"/>
        </a:spcBef>
        <a:buNone/>
        <a:defRPr sz="1650" kern="1200">
          <a:solidFill>
            <a:srgbClr val="000000"/>
          </a:solidFill>
          <a:latin typeface="Montserrat Bold" panose="00000800000000000000" pitchFamily="2" charset="0"/>
          <a:ea typeface="+mj-ea"/>
          <a:cs typeface="+mj-cs"/>
        </a:defRPr>
      </a:lvl1pPr>
    </p:titleStyle>
    <p:bodyStyle>
      <a:lvl1pPr marL="162000" indent="-162000" algn="l" defTabSz="685800" rtl="0" eaLnBrk="1" latinLnBrk="0" hangingPunct="1">
        <a:lnSpc>
          <a:spcPct val="100000"/>
        </a:lnSpc>
        <a:spcBef>
          <a:spcPts val="0"/>
        </a:spcBef>
        <a:spcAft>
          <a:spcPts val="300"/>
        </a:spcAft>
        <a:buFont typeface="Arial" panose="020B0604020202020204" pitchFamily="34" charset="0"/>
        <a:buChar char="•"/>
        <a:defRPr sz="1200" kern="1200">
          <a:solidFill>
            <a:srgbClr val="000000"/>
          </a:solidFill>
          <a:latin typeface="Montserrat" panose="00000500000000000000" pitchFamily="2" charset="0"/>
          <a:ea typeface="+mn-ea"/>
          <a:cs typeface="+mn-cs"/>
        </a:defRPr>
      </a:lvl1pPr>
      <a:lvl2pPr marL="324000" indent="-162000" algn="l" defTabSz="685800" rtl="0" eaLnBrk="1" latinLnBrk="0" hangingPunct="1">
        <a:lnSpc>
          <a:spcPct val="100000"/>
        </a:lnSpc>
        <a:spcBef>
          <a:spcPts val="0"/>
        </a:spcBef>
        <a:spcAft>
          <a:spcPts val="300"/>
        </a:spcAft>
        <a:buFont typeface="Arial" panose="020B0604020202020204" pitchFamily="34" charset="0"/>
        <a:buChar char="•"/>
        <a:defRPr sz="1200" kern="1200">
          <a:solidFill>
            <a:srgbClr val="000000"/>
          </a:solidFill>
          <a:latin typeface="Montserrat" panose="00000500000000000000" pitchFamily="2" charset="0"/>
          <a:ea typeface="+mn-ea"/>
          <a:cs typeface="+mn-cs"/>
        </a:defRPr>
      </a:lvl2pPr>
      <a:lvl3pPr marL="486000" indent="-162000" algn="l" defTabSz="685800" rtl="0" eaLnBrk="1" latinLnBrk="0" hangingPunct="1">
        <a:lnSpc>
          <a:spcPct val="100000"/>
        </a:lnSpc>
        <a:spcBef>
          <a:spcPts val="0"/>
        </a:spcBef>
        <a:spcAft>
          <a:spcPts val="300"/>
        </a:spcAft>
        <a:buFont typeface="Arial" panose="020B0604020202020204" pitchFamily="34" charset="0"/>
        <a:buChar char="•"/>
        <a:defRPr sz="1200" kern="1200">
          <a:solidFill>
            <a:srgbClr val="000000"/>
          </a:solidFill>
          <a:latin typeface="Montserrat" panose="00000500000000000000" pitchFamily="2" charset="0"/>
          <a:ea typeface="+mn-ea"/>
          <a:cs typeface="+mn-cs"/>
        </a:defRPr>
      </a:lvl3pPr>
      <a:lvl4pPr marL="648000" indent="-162000" algn="l" defTabSz="685800" rtl="0" eaLnBrk="1" latinLnBrk="0" hangingPunct="1">
        <a:lnSpc>
          <a:spcPct val="100000"/>
        </a:lnSpc>
        <a:spcBef>
          <a:spcPts val="0"/>
        </a:spcBef>
        <a:spcAft>
          <a:spcPts val="300"/>
        </a:spcAft>
        <a:buFont typeface="Arial" panose="020B0604020202020204" pitchFamily="34" charset="0"/>
        <a:buChar char="•"/>
        <a:defRPr sz="1200" kern="1200">
          <a:solidFill>
            <a:schemeClr val="tx1"/>
          </a:solidFill>
          <a:latin typeface="Montserrat" panose="00000500000000000000" pitchFamily="2" charset="0"/>
          <a:ea typeface="+mn-ea"/>
          <a:cs typeface="+mn-cs"/>
        </a:defRPr>
      </a:lvl4pPr>
      <a:lvl5pPr marL="1543050" indent="-171450" algn="l" defTabSz="685800" rtl="0" eaLnBrk="1" latinLnBrk="0" hangingPunct="1">
        <a:lnSpc>
          <a:spcPct val="100000"/>
        </a:lnSpc>
        <a:spcBef>
          <a:spcPts val="0"/>
        </a:spcBef>
        <a:spcAft>
          <a:spcPts val="300"/>
        </a:spcAft>
        <a:buFont typeface="Arial" panose="020B0604020202020204" pitchFamily="34" charset="0"/>
        <a:buChar char="•"/>
        <a:defRPr sz="1200" kern="1200">
          <a:solidFill>
            <a:schemeClr val="tx1"/>
          </a:solidFill>
          <a:latin typeface="Montserrat" panose="00000500000000000000"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17" userDrawn="1">
          <p15:clr>
            <a:srgbClr val="F26B43"/>
          </p15:clr>
        </p15:guide>
        <p15:guide id="3" pos="5573" userDrawn="1">
          <p15:clr>
            <a:srgbClr val="F26B43"/>
          </p15:clr>
        </p15:guide>
        <p15:guide id="4" orient="horz" pos="2930" userDrawn="1">
          <p15:clr>
            <a:srgbClr val="F26B43"/>
          </p15:clr>
        </p15:guide>
        <p15:guide id="5" pos="19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6.xml"/></Relationships>
</file>

<file path=ppt/slides/_rels/slide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6.xml"/></Relationships>
</file>

<file path=ppt/slides/_rels/slide6.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image" Target="../media/image92.png"/><Relationship Id="rId1" Type="http://schemas.openxmlformats.org/officeDocument/2006/relationships/slideLayout" Target="../slideLayouts/slideLayout216.xml"/><Relationship Id="rId5" Type="http://schemas.openxmlformats.org/officeDocument/2006/relationships/image" Target="../media/image94.png"/><Relationship Id="rId4" Type="http://schemas.microsoft.com/office/2017/06/relationships/model3d" Target="../media/model3d1.glb"/></Relationships>
</file>

<file path=ppt/slides/_rels/slide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B851AF07-3B19-758B-6578-C8E551870E33}"/>
              </a:ext>
            </a:extLst>
          </p:cNvPr>
          <p:cNvSpPr/>
          <p:nvPr/>
        </p:nvSpPr>
        <p:spPr>
          <a:xfrm>
            <a:off x="251548" y="2373915"/>
            <a:ext cx="8746913" cy="1707574"/>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IN" sz="1050" dirty="0">
              <a:solidFill>
                <a:schemeClr val="tx1"/>
              </a:solidFill>
            </a:endParaRPr>
          </a:p>
        </p:txBody>
      </p:sp>
      <p:sp>
        <p:nvSpPr>
          <p:cNvPr id="5" name="Rectangle: Rounded Corners 4">
            <a:extLst>
              <a:ext uri="{FF2B5EF4-FFF2-40B4-BE49-F238E27FC236}">
                <a16:creationId xmlns:a16="http://schemas.microsoft.com/office/drawing/2014/main" id="{749E268D-1F8B-6433-8814-F44B1BA3E0D0}"/>
              </a:ext>
            </a:extLst>
          </p:cNvPr>
          <p:cNvSpPr/>
          <p:nvPr/>
        </p:nvSpPr>
        <p:spPr>
          <a:xfrm>
            <a:off x="251548" y="763439"/>
            <a:ext cx="8746913" cy="1551211"/>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IN" sz="1050" dirty="0">
              <a:solidFill>
                <a:schemeClr val="tx1"/>
              </a:solidFill>
            </a:endParaRPr>
          </a:p>
        </p:txBody>
      </p:sp>
      <p:sp>
        <p:nvSpPr>
          <p:cNvPr id="2" name="Title 1">
            <a:extLst>
              <a:ext uri="{FF2B5EF4-FFF2-40B4-BE49-F238E27FC236}">
                <a16:creationId xmlns:a16="http://schemas.microsoft.com/office/drawing/2014/main" id="{28D7EA80-5564-A9A4-E7CF-B536B9E8C3BF}"/>
              </a:ext>
            </a:extLst>
          </p:cNvPr>
          <p:cNvSpPr>
            <a:spLocks noGrp="1"/>
          </p:cNvSpPr>
          <p:nvPr>
            <p:ph type="title"/>
          </p:nvPr>
        </p:nvSpPr>
        <p:spPr>
          <a:xfrm>
            <a:off x="237599" y="232524"/>
            <a:ext cx="8613000" cy="253916"/>
          </a:xfrm>
        </p:spPr>
        <p:txBody>
          <a:bodyPr/>
          <a:lstStyle/>
          <a:p>
            <a:r>
              <a:rPr lang="en-US" dirty="0"/>
              <a:t>Braingile - Unlock Developer's  Feature level confidence  - &lt;Feature Name&gt;</a:t>
            </a:r>
            <a:endParaRPr lang="en-IN" dirty="0"/>
          </a:p>
        </p:txBody>
      </p:sp>
      <p:sp>
        <p:nvSpPr>
          <p:cNvPr id="3" name="Text Placeholder 2">
            <a:extLst>
              <a:ext uri="{FF2B5EF4-FFF2-40B4-BE49-F238E27FC236}">
                <a16:creationId xmlns:a16="http://schemas.microsoft.com/office/drawing/2014/main" id="{7873A214-D2FD-6ECB-BDE7-22343838C4BE}"/>
              </a:ext>
            </a:extLst>
          </p:cNvPr>
          <p:cNvSpPr>
            <a:spLocks noGrp="1"/>
          </p:cNvSpPr>
          <p:nvPr>
            <p:ph type="body" sz="quarter" idx="10"/>
          </p:nvPr>
        </p:nvSpPr>
        <p:spPr>
          <a:xfrm>
            <a:off x="251548" y="486440"/>
            <a:ext cx="8613000" cy="276999"/>
          </a:xfrm>
        </p:spPr>
        <p:txBody>
          <a:bodyPr/>
          <a:lstStyle/>
          <a:p>
            <a:r>
              <a:rPr lang="en-US" dirty="0"/>
              <a:t>One initiative to improve developer velocity</a:t>
            </a:r>
            <a:endParaRPr lang="en-IN" dirty="0"/>
          </a:p>
        </p:txBody>
      </p:sp>
      <p:sp>
        <p:nvSpPr>
          <p:cNvPr id="4" name="Text Placeholder 3">
            <a:extLst>
              <a:ext uri="{FF2B5EF4-FFF2-40B4-BE49-F238E27FC236}">
                <a16:creationId xmlns:a16="http://schemas.microsoft.com/office/drawing/2014/main" id="{932DDF8C-3E9D-383A-31E5-E70FEBBED6BD}"/>
              </a:ext>
            </a:extLst>
          </p:cNvPr>
          <p:cNvSpPr>
            <a:spLocks noGrp="1"/>
          </p:cNvSpPr>
          <p:nvPr>
            <p:ph type="body" sz="quarter" idx="11"/>
          </p:nvPr>
        </p:nvSpPr>
        <p:spPr>
          <a:xfrm>
            <a:off x="293398" y="550148"/>
            <a:ext cx="8719012" cy="3363783"/>
          </a:xfrm>
        </p:spPr>
        <p:txBody>
          <a:bodyPr/>
          <a:lstStyle/>
          <a:p>
            <a:pPr marL="0" indent="0" fontAlgn="base">
              <a:buNone/>
            </a:pPr>
            <a:endParaRPr lang="en-US" sz="1050" b="1" dirty="0">
              <a:solidFill>
                <a:schemeClr val="accent1"/>
              </a:solidFill>
              <a:latin typeface="+mn-lt"/>
            </a:endParaRPr>
          </a:p>
          <a:p>
            <a:pPr marL="0" indent="0" fontAlgn="base">
              <a:buNone/>
            </a:pPr>
            <a:r>
              <a:rPr lang="en-US" sz="1050" b="1" dirty="0">
                <a:solidFill>
                  <a:schemeClr val="accent1"/>
                </a:solidFill>
                <a:latin typeface="+mn-lt"/>
              </a:rPr>
              <a:t>Background for Braingile (Brain + Agile)</a:t>
            </a:r>
          </a:p>
          <a:p>
            <a:pPr fontAlgn="base"/>
            <a:r>
              <a:rPr lang="en-US" sz="1050" dirty="0">
                <a:solidFill>
                  <a:schemeClr val="tx1"/>
                </a:solidFill>
                <a:latin typeface="+mn-lt"/>
              </a:rPr>
              <a:t>While working on feature, tech/dev team must take consideration of bunch of things like for example ecosystem consultations, interface consideration, API, API enablement, documentation, architecture, translations, virtualization, figma links, UI related changes and many mores. Observations was many times team used to miss out things and at the time of sprint execution, we witnessed many impediments and that delayed the delivery.</a:t>
            </a:r>
            <a:endParaRPr lang="en-IN" sz="1050" dirty="0">
              <a:solidFill>
                <a:schemeClr val="tx1"/>
              </a:solidFill>
              <a:latin typeface="+mn-lt"/>
            </a:endParaRPr>
          </a:p>
          <a:p>
            <a:pPr fontAlgn="base"/>
            <a:r>
              <a:rPr lang="en-US" sz="1050" dirty="0">
                <a:solidFill>
                  <a:schemeClr val="tx1"/>
                </a:solidFill>
                <a:latin typeface="+mn-lt"/>
              </a:rPr>
              <a:t>Clicked an idea to address this problem, where </a:t>
            </a:r>
            <a:r>
              <a:rPr lang="en-US" sz="1050" dirty="0" err="1">
                <a:solidFill>
                  <a:schemeClr val="tx1"/>
                </a:solidFill>
                <a:latin typeface="+mn-lt"/>
              </a:rPr>
              <a:t>i</a:t>
            </a:r>
            <a:r>
              <a:rPr lang="en-US" sz="1050" dirty="0">
                <a:solidFill>
                  <a:schemeClr val="tx1"/>
                </a:solidFill>
                <a:latin typeface="+mn-lt"/>
              </a:rPr>
              <a:t> produced checklist gamification like at the start of project, all team sits together and perform brainstorming together and identify all the possible connecting dots. And at each stage of the development, team members who identifies things earlier, will get credits. At the end, we will decide champion team and champion team members.</a:t>
            </a:r>
          </a:p>
          <a:p>
            <a:pPr marL="0" indent="0" fontAlgn="base">
              <a:buNone/>
            </a:pPr>
            <a:r>
              <a:rPr lang="en-US" sz="1300" b="1" dirty="0">
                <a:solidFill>
                  <a:schemeClr val="accent1"/>
                </a:solidFill>
                <a:effectLst/>
                <a:latin typeface="Calibri" panose="020F0502020204030204" pitchFamily="34" charset="0"/>
                <a:ea typeface="Calibri" panose="020F0502020204030204" pitchFamily="34" charset="0"/>
              </a:rPr>
              <a:t>Expecting following benefits -</a:t>
            </a:r>
            <a:endParaRPr lang="en-IN" sz="1300" b="1" dirty="0">
              <a:solidFill>
                <a:schemeClr val="accent1"/>
              </a:solidFill>
              <a:effectLst/>
              <a:latin typeface="Calibri" panose="020F0502020204030204" pitchFamily="34" charset="0"/>
              <a:ea typeface="Calibri" panose="020F0502020204030204" pitchFamily="34" charset="0"/>
            </a:endParaRPr>
          </a:p>
          <a:p>
            <a:pPr marL="342900" lvl="0" indent="-342900" fontAlgn="base">
              <a:buFont typeface="+mj-lt"/>
              <a:buAutoNum type="arabicPeriod"/>
              <a:tabLst>
                <a:tab pos="457200" algn="l"/>
              </a:tabLst>
            </a:pPr>
            <a:r>
              <a:rPr lang="en-US" sz="1050" dirty="0">
                <a:solidFill>
                  <a:schemeClr val="tx1"/>
                </a:solidFill>
                <a:latin typeface="+mn-lt"/>
              </a:rPr>
              <a:t>More we identify things earlier, likely to experience less impediments at the time of sprint execution.</a:t>
            </a:r>
            <a:endParaRPr lang="en-IN" sz="1050" dirty="0">
              <a:solidFill>
                <a:schemeClr val="tx1"/>
              </a:solidFill>
              <a:latin typeface="+mn-lt"/>
            </a:endParaRPr>
          </a:p>
          <a:p>
            <a:pPr marL="342900" lvl="0" indent="-342900" fontAlgn="base">
              <a:buFont typeface="+mj-lt"/>
              <a:buAutoNum type="arabicPeriod"/>
              <a:tabLst>
                <a:tab pos="457200" algn="l"/>
              </a:tabLst>
            </a:pPr>
            <a:r>
              <a:rPr lang="en-US" sz="1050" dirty="0">
                <a:solidFill>
                  <a:schemeClr val="tx1"/>
                </a:solidFill>
                <a:latin typeface="+mn-lt"/>
              </a:rPr>
              <a:t>As we get time and chance to resolve the issues way earlier, delivery would be indirectly smoother.</a:t>
            </a:r>
            <a:endParaRPr lang="en-IN" sz="1050" dirty="0">
              <a:solidFill>
                <a:schemeClr val="tx1"/>
              </a:solidFill>
              <a:latin typeface="+mn-lt"/>
            </a:endParaRPr>
          </a:p>
          <a:p>
            <a:pPr marL="342900" lvl="0" indent="-342900" fontAlgn="base">
              <a:buFont typeface="+mj-lt"/>
              <a:buAutoNum type="arabicPeriod"/>
              <a:tabLst>
                <a:tab pos="457200" algn="l"/>
              </a:tabLst>
            </a:pPr>
            <a:r>
              <a:rPr lang="en-US" sz="1050" dirty="0">
                <a:solidFill>
                  <a:schemeClr val="tx1"/>
                </a:solidFill>
                <a:latin typeface="+mn-lt"/>
              </a:rPr>
              <a:t>Gamification gives extra advantage to keep team engaged and add fun.</a:t>
            </a:r>
            <a:endParaRPr lang="en-IN" sz="1050" dirty="0">
              <a:solidFill>
                <a:schemeClr val="tx1"/>
              </a:solidFill>
              <a:latin typeface="+mn-lt"/>
            </a:endParaRPr>
          </a:p>
          <a:p>
            <a:pPr marL="342900" lvl="0" indent="-342900" fontAlgn="base">
              <a:buFont typeface="+mj-lt"/>
              <a:buAutoNum type="arabicPeriod"/>
              <a:tabLst>
                <a:tab pos="457200" algn="l"/>
              </a:tabLst>
            </a:pPr>
            <a:r>
              <a:rPr lang="en-US" sz="1050" dirty="0">
                <a:solidFill>
                  <a:schemeClr val="tx1"/>
                </a:solidFill>
                <a:latin typeface="+mn-lt"/>
              </a:rPr>
              <a:t>Expecting improvement in developer velocity by 30 to 40 percent or even more. </a:t>
            </a:r>
            <a:endParaRPr lang="en-IN" sz="1050" dirty="0">
              <a:solidFill>
                <a:schemeClr val="tx1"/>
              </a:solidFill>
              <a:latin typeface="+mn-lt"/>
            </a:endParaRPr>
          </a:p>
          <a:p>
            <a:pPr marL="342900" lvl="0" indent="-342900" fontAlgn="base">
              <a:buFont typeface="+mj-lt"/>
              <a:buAutoNum type="arabicPeriod"/>
              <a:tabLst>
                <a:tab pos="457200" algn="l"/>
              </a:tabLst>
            </a:pPr>
            <a:r>
              <a:rPr lang="en-US" sz="1050" dirty="0">
                <a:solidFill>
                  <a:schemeClr val="tx1"/>
                </a:solidFill>
                <a:latin typeface="+mn-lt"/>
              </a:rPr>
              <a:t>It will encourage people to participate and talk the feature level things at each stage of Agile project life cycle. </a:t>
            </a:r>
            <a:endParaRPr lang="en-IN" sz="1050" dirty="0">
              <a:solidFill>
                <a:schemeClr val="tx1"/>
              </a:solidFill>
              <a:latin typeface="+mn-lt"/>
            </a:endParaRPr>
          </a:p>
          <a:p>
            <a:pPr marL="0" indent="0">
              <a:buNone/>
            </a:pPr>
            <a:r>
              <a:rPr lang="en-US" sz="1050" dirty="0">
                <a:solidFill>
                  <a:schemeClr val="tx1"/>
                </a:solidFill>
                <a:latin typeface="+mn-lt"/>
              </a:rPr>
              <a:t>6.      It's kind of creating competitive environment without compromising with the spirit of the team and improve the project    </a:t>
            </a:r>
          </a:p>
          <a:p>
            <a:pPr marL="0" indent="0">
              <a:buNone/>
            </a:pPr>
            <a:r>
              <a:rPr lang="en-US" sz="1050" dirty="0">
                <a:solidFill>
                  <a:schemeClr val="tx1"/>
                </a:solidFill>
                <a:latin typeface="+mn-lt"/>
              </a:rPr>
              <a:t>         efficiency overall. </a:t>
            </a:r>
            <a:endParaRPr lang="en-IN" sz="1050" dirty="0">
              <a:solidFill>
                <a:schemeClr val="tx1"/>
              </a:solidFill>
              <a:latin typeface="+mn-lt"/>
            </a:endParaRPr>
          </a:p>
        </p:txBody>
      </p:sp>
      <p:sp>
        <p:nvSpPr>
          <p:cNvPr id="7" name="Rectangle: Rounded Corners 6">
            <a:extLst>
              <a:ext uri="{FF2B5EF4-FFF2-40B4-BE49-F238E27FC236}">
                <a16:creationId xmlns:a16="http://schemas.microsoft.com/office/drawing/2014/main" id="{D5BE7FAD-B98F-2B0A-F4F4-48031ABAB521}"/>
              </a:ext>
            </a:extLst>
          </p:cNvPr>
          <p:cNvSpPr/>
          <p:nvPr/>
        </p:nvSpPr>
        <p:spPr>
          <a:xfrm>
            <a:off x="237599" y="4190930"/>
            <a:ext cx="8746913" cy="324102"/>
          </a:xfrm>
          <a:prstGeom prst="roundRect">
            <a:avLst>
              <a:gd name="adj" fmla="val 8474"/>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50" b="1" dirty="0"/>
              <a:t>Link to Braingile </a:t>
            </a:r>
            <a:r>
              <a:rPr lang="en-IN" sz="1050" b="1" dirty="0">
                <a:sym typeface="Wingdings" panose="05000000000000000000" pitchFamily="2" charset="2"/>
              </a:rPr>
              <a:t> </a:t>
            </a:r>
            <a:r>
              <a:rPr lang="en-IN" sz="1050" b="1" dirty="0"/>
              <a:t>https://eviden-my.sharepoint.com/:x:/p/abhijeet_mukkawar/Ee3kvt9BbrpJvPXqJjiE34ABMNMiNI2lI-LVvf4u8lyBJw?e=1jIFeI</a:t>
            </a:r>
          </a:p>
        </p:txBody>
      </p:sp>
    </p:spTree>
    <p:extLst>
      <p:ext uri="{BB962C8B-B14F-4D97-AF65-F5344CB8AC3E}">
        <p14:creationId xmlns:p14="http://schemas.microsoft.com/office/powerpoint/2010/main" val="18322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317B3E76-E4D3-63AD-E494-5D93A2E502BB}"/>
              </a:ext>
            </a:extLst>
          </p:cNvPr>
          <p:cNvSpPr/>
          <p:nvPr/>
        </p:nvSpPr>
        <p:spPr>
          <a:xfrm>
            <a:off x="251547" y="3636587"/>
            <a:ext cx="8746913" cy="972532"/>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IN" sz="1050" dirty="0">
              <a:solidFill>
                <a:schemeClr val="tx1"/>
              </a:solidFill>
            </a:endParaRPr>
          </a:p>
        </p:txBody>
      </p:sp>
      <p:sp>
        <p:nvSpPr>
          <p:cNvPr id="6" name="Rectangle: Rounded Corners 5">
            <a:extLst>
              <a:ext uri="{FF2B5EF4-FFF2-40B4-BE49-F238E27FC236}">
                <a16:creationId xmlns:a16="http://schemas.microsoft.com/office/drawing/2014/main" id="{B851AF07-3B19-758B-6578-C8E551870E33}"/>
              </a:ext>
            </a:extLst>
          </p:cNvPr>
          <p:cNvSpPr/>
          <p:nvPr/>
        </p:nvSpPr>
        <p:spPr>
          <a:xfrm>
            <a:off x="251547" y="2257139"/>
            <a:ext cx="8746913" cy="655381"/>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IN" sz="1050" dirty="0">
              <a:solidFill>
                <a:schemeClr val="tx1"/>
              </a:solidFill>
            </a:endParaRPr>
          </a:p>
        </p:txBody>
      </p:sp>
      <p:sp>
        <p:nvSpPr>
          <p:cNvPr id="5" name="Rectangle: Rounded Corners 4">
            <a:extLst>
              <a:ext uri="{FF2B5EF4-FFF2-40B4-BE49-F238E27FC236}">
                <a16:creationId xmlns:a16="http://schemas.microsoft.com/office/drawing/2014/main" id="{749E268D-1F8B-6433-8814-F44B1BA3E0D0}"/>
              </a:ext>
            </a:extLst>
          </p:cNvPr>
          <p:cNvSpPr/>
          <p:nvPr/>
        </p:nvSpPr>
        <p:spPr>
          <a:xfrm>
            <a:off x="251548" y="763440"/>
            <a:ext cx="8746913" cy="1427388"/>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IN" sz="1050" dirty="0">
              <a:solidFill>
                <a:schemeClr val="tx1"/>
              </a:solidFill>
            </a:endParaRPr>
          </a:p>
        </p:txBody>
      </p:sp>
      <p:sp>
        <p:nvSpPr>
          <p:cNvPr id="2" name="Title 1">
            <a:extLst>
              <a:ext uri="{FF2B5EF4-FFF2-40B4-BE49-F238E27FC236}">
                <a16:creationId xmlns:a16="http://schemas.microsoft.com/office/drawing/2014/main" id="{28D7EA80-5564-A9A4-E7CF-B536B9E8C3BF}"/>
              </a:ext>
            </a:extLst>
          </p:cNvPr>
          <p:cNvSpPr>
            <a:spLocks noGrp="1"/>
          </p:cNvSpPr>
          <p:nvPr>
            <p:ph type="title"/>
          </p:nvPr>
        </p:nvSpPr>
        <p:spPr>
          <a:xfrm>
            <a:off x="205700" y="232524"/>
            <a:ext cx="8613000" cy="253916"/>
          </a:xfrm>
        </p:spPr>
        <p:txBody>
          <a:bodyPr/>
          <a:lstStyle/>
          <a:p>
            <a:r>
              <a:rPr lang="en-US" dirty="0"/>
              <a:t>Continuous Improvement – Defect Control  - Defect Prevention   </a:t>
            </a:r>
            <a:endParaRPr lang="en-IN" dirty="0"/>
          </a:p>
        </p:txBody>
      </p:sp>
      <p:sp>
        <p:nvSpPr>
          <p:cNvPr id="3" name="Text Placeholder 2">
            <a:extLst>
              <a:ext uri="{FF2B5EF4-FFF2-40B4-BE49-F238E27FC236}">
                <a16:creationId xmlns:a16="http://schemas.microsoft.com/office/drawing/2014/main" id="{7873A214-D2FD-6ECB-BDE7-22343838C4BE}"/>
              </a:ext>
            </a:extLst>
          </p:cNvPr>
          <p:cNvSpPr>
            <a:spLocks noGrp="1"/>
          </p:cNvSpPr>
          <p:nvPr>
            <p:ph type="body" sz="quarter" idx="10"/>
          </p:nvPr>
        </p:nvSpPr>
        <p:spPr>
          <a:xfrm>
            <a:off x="251548" y="486440"/>
            <a:ext cx="8613000" cy="276999"/>
          </a:xfrm>
        </p:spPr>
        <p:txBody>
          <a:bodyPr/>
          <a:lstStyle/>
          <a:p>
            <a:r>
              <a:rPr lang="en-US" dirty="0"/>
              <a:t>One initiative to improve overall end customer experience</a:t>
            </a:r>
            <a:endParaRPr lang="en-IN" dirty="0"/>
          </a:p>
        </p:txBody>
      </p:sp>
      <p:sp>
        <p:nvSpPr>
          <p:cNvPr id="4" name="Text Placeholder 3">
            <a:extLst>
              <a:ext uri="{FF2B5EF4-FFF2-40B4-BE49-F238E27FC236}">
                <a16:creationId xmlns:a16="http://schemas.microsoft.com/office/drawing/2014/main" id="{932DDF8C-3E9D-383A-31E5-E70FEBBED6BD}"/>
              </a:ext>
            </a:extLst>
          </p:cNvPr>
          <p:cNvSpPr>
            <a:spLocks noGrp="1"/>
          </p:cNvSpPr>
          <p:nvPr>
            <p:ph type="body" sz="quarter" idx="11"/>
          </p:nvPr>
        </p:nvSpPr>
        <p:spPr>
          <a:xfrm>
            <a:off x="237599" y="740356"/>
            <a:ext cx="8906401" cy="3916704"/>
          </a:xfrm>
        </p:spPr>
        <p:txBody>
          <a:bodyPr/>
          <a:lstStyle/>
          <a:p>
            <a:pPr marL="0" indent="0" fontAlgn="base">
              <a:buNone/>
            </a:pPr>
            <a:r>
              <a:rPr lang="en-US" sz="1050" b="1" dirty="0">
                <a:solidFill>
                  <a:schemeClr val="accent1"/>
                </a:solidFill>
                <a:latin typeface="+mn-lt"/>
              </a:rPr>
              <a:t>Background</a:t>
            </a:r>
          </a:p>
          <a:p>
            <a:pPr fontAlgn="base"/>
            <a:r>
              <a:rPr lang="en-US" sz="1050" dirty="0">
                <a:solidFill>
                  <a:schemeClr val="tx1"/>
                </a:solidFill>
                <a:latin typeface="+mn-lt"/>
              </a:rPr>
              <a:t>It’s quite possible to have development defects due speediness of deliverables and continuous changes are inevitable</a:t>
            </a:r>
          </a:p>
          <a:p>
            <a:pPr fontAlgn="base"/>
            <a:r>
              <a:rPr lang="en-US" sz="1050" dirty="0">
                <a:solidFill>
                  <a:schemeClr val="tx1"/>
                </a:solidFill>
                <a:latin typeface="+mn-lt"/>
              </a:rPr>
              <a:t>Changed perception towards bug findings and bug fixing. It’s okay to fix n number of defects until changes haven’t gone live. </a:t>
            </a:r>
          </a:p>
          <a:p>
            <a:pPr fontAlgn="base"/>
            <a:r>
              <a:rPr lang="en-IN" sz="1050" dirty="0">
                <a:solidFill>
                  <a:schemeClr val="tx1"/>
                </a:solidFill>
                <a:latin typeface="+mn-lt"/>
              </a:rPr>
              <a:t>Development team and Testing team are no more like a cat and mouse game if they work collaboratively and work with right positive mindset, we can find unbelievable results. </a:t>
            </a:r>
          </a:p>
          <a:p>
            <a:pPr fontAlgn="base"/>
            <a:r>
              <a:rPr lang="en-IN" sz="1050" dirty="0">
                <a:solidFill>
                  <a:schemeClr val="tx1"/>
                </a:solidFill>
                <a:latin typeface="+mn-lt"/>
              </a:rPr>
              <a:t>It’s a power of collaboration and togetherness. Building synergy in teams and working with right mindset when it comes to defect and solution fixing</a:t>
            </a:r>
            <a:endParaRPr lang="en-US" sz="1050" dirty="0">
              <a:solidFill>
                <a:schemeClr val="tx1"/>
              </a:solidFill>
              <a:latin typeface="+mn-lt"/>
            </a:endParaRPr>
          </a:p>
          <a:p>
            <a:pPr marL="0" indent="0" fontAlgn="base">
              <a:buNone/>
            </a:pPr>
            <a:endParaRPr lang="en-US" sz="1300" dirty="0">
              <a:solidFill>
                <a:schemeClr val="accent1"/>
              </a:solidFill>
              <a:effectLst/>
              <a:latin typeface="Calibri" panose="020F0502020204030204" pitchFamily="34" charset="0"/>
              <a:ea typeface="Calibri" panose="020F0502020204030204" pitchFamily="34" charset="0"/>
            </a:endParaRPr>
          </a:p>
          <a:p>
            <a:pPr marL="0" indent="0">
              <a:buNone/>
            </a:pPr>
            <a:r>
              <a:rPr lang="en-IN" sz="1050" b="1" dirty="0">
                <a:solidFill>
                  <a:schemeClr val="accent1"/>
                </a:solidFill>
                <a:latin typeface="+mn-lt"/>
              </a:rPr>
              <a:t>Defect Prevention Activity (DPA) </a:t>
            </a:r>
            <a:r>
              <a:rPr lang="en-IN" sz="1050" dirty="0">
                <a:solidFill>
                  <a:schemeClr val="tx1"/>
                </a:solidFill>
                <a:latin typeface="+mn-lt"/>
              </a:rPr>
              <a:t>is a continuous team activity where teams can discuss dev defects, analyse the patterns, understand what went wrong while coding, Understand the learnings, share with other team members, make a logical conclusion, make necessary adjustment in each phase of SDLC, and aim for preventive measures when it comes to defects.</a:t>
            </a:r>
          </a:p>
          <a:p>
            <a:pPr marL="0" indent="0">
              <a:buNone/>
            </a:pPr>
            <a:endParaRPr lang="en-IN" sz="1050" dirty="0">
              <a:solidFill>
                <a:schemeClr val="tx1"/>
              </a:solidFill>
              <a:latin typeface="+mn-lt"/>
            </a:endParaRPr>
          </a:p>
          <a:p>
            <a:pPr marL="0" indent="0">
              <a:buNone/>
            </a:pPr>
            <a:endParaRPr lang="en-IN" sz="1050" dirty="0">
              <a:solidFill>
                <a:schemeClr val="tx1"/>
              </a:solidFill>
              <a:latin typeface="+mn-lt"/>
            </a:endParaRPr>
          </a:p>
          <a:p>
            <a:pPr marL="0" indent="0">
              <a:buNone/>
            </a:pPr>
            <a:endParaRPr lang="en-IN" sz="1050" dirty="0">
              <a:solidFill>
                <a:schemeClr val="tx1"/>
              </a:solidFill>
              <a:latin typeface="+mn-lt"/>
            </a:endParaRPr>
          </a:p>
          <a:p>
            <a:pPr marL="0" indent="0">
              <a:buNone/>
            </a:pPr>
            <a:endParaRPr lang="en-IN" sz="1050" dirty="0">
              <a:solidFill>
                <a:schemeClr val="tx1"/>
              </a:solidFill>
              <a:latin typeface="+mn-lt"/>
            </a:endParaRPr>
          </a:p>
          <a:p>
            <a:pPr marL="0" indent="0">
              <a:buNone/>
            </a:pPr>
            <a:r>
              <a:rPr lang="en-US" sz="1050" b="1" dirty="0">
                <a:solidFill>
                  <a:schemeClr val="accent1"/>
                </a:solidFill>
              </a:rPr>
              <a:t>How to do that  </a:t>
            </a:r>
            <a:r>
              <a:rPr lang="en-US" sz="1050" b="1" dirty="0">
                <a:solidFill>
                  <a:schemeClr val="accent1"/>
                </a:solidFill>
                <a:sym typeface="Wingdings" panose="05000000000000000000" pitchFamily="2" charset="2"/>
              </a:rPr>
              <a:t> Learning from failures and get ready before next testing cycle</a:t>
            </a:r>
            <a:endParaRPr lang="en-US" sz="1050" b="1" dirty="0">
              <a:solidFill>
                <a:schemeClr val="accent1"/>
              </a:solidFill>
            </a:endParaRPr>
          </a:p>
          <a:p>
            <a:pPr marL="171450" indent="-171450">
              <a:buFont typeface="Arial" panose="020B0604020202020204" pitchFamily="34" charset="0"/>
              <a:buChar char="•"/>
            </a:pPr>
            <a:r>
              <a:rPr lang="en-US" sz="1050" dirty="0">
                <a:solidFill>
                  <a:schemeClr val="tx1"/>
                </a:solidFill>
              </a:rPr>
              <a:t>Extract defect lists from past release with all details like title, ID, Business Priority, resolution details (Developer comments)</a:t>
            </a:r>
          </a:p>
          <a:p>
            <a:pPr marL="171450" indent="-171450">
              <a:buFont typeface="Arial" panose="020B0604020202020204" pitchFamily="34" charset="0"/>
              <a:buChar char="•"/>
            </a:pPr>
            <a:r>
              <a:rPr lang="en-US" sz="1050" dirty="0">
                <a:solidFill>
                  <a:schemeClr val="tx1"/>
                </a:solidFill>
              </a:rPr>
              <a:t>Arrange for brainstorming sessions with team</a:t>
            </a:r>
          </a:p>
          <a:p>
            <a:pPr marL="171450" indent="-171450">
              <a:buFont typeface="Arial" panose="020B0604020202020204" pitchFamily="34" charset="0"/>
              <a:buChar char="•"/>
            </a:pPr>
            <a:r>
              <a:rPr lang="en-US" sz="1050" dirty="0">
                <a:solidFill>
                  <a:schemeClr val="tx1"/>
                </a:solidFill>
              </a:rPr>
              <a:t>Prepare target plans</a:t>
            </a:r>
          </a:p>
          <a:p>
            <a:pPr marL="171450" indent="-171450">
              <a:buFont typeface="Arial" panose="020B0604020202020204" pitchFamily="34" charset="0"/>
              <a:buChar char="•"/>
            </a:pPr>
            <a:r>
              <a:rPr lang="en-US" sz="1050" dirty="0">
                <a:solidFill>
                  <a:schemeClr val="tx1"/>
                </a:solidFill>
              </a:rPr>
              <a:t>Bring testing team to sessions for feedback </a:t>
            </a:r>
            <a:endParaRPr lang="en-IN" sz="1050" dirty="0">
              <a:solidFill>
                <a:schemeClr val="tx1"/>
              </a:solidFill>
            </a:endParaRPr>
          </a:p>
          <a:p>
            <a:pPr marL="0" indent="0">
              <a:buNone/>
            </a:pPr>
            <a:endParaRPr lang="en-IN" sz="1050" dirty="0">
              <a:solidFill>
                <a:schemeClr val="tx1"/>
              </a:solidFill>
              <a:latin typeface="+mn-lt"/>
            </a:endParaRPr>
          </a:p>
        </p:txBody>
      </p:sp>
      <p:sp>
        <p:nvSpPr>
          <p:cNvPr id="8" name="Rectangle: Rounded Corners 7">
            <a:extLst>
              <a:ext uri="{FF2B5EF4-FFF2-40B4-BE49-F238E27FC236}">
                <a16:creationId xmlns:a16="http://schemas.microsoft.com/office/drawing/2014/main" id="{176442C6-8ED3-F8FE-4482-C9029DBC2F38}"/>
              </a:ext>
            </a:extLst>
          </p:cNvPr>
          <p:cNvSpPr/>
          <p:nvPr/>
        </p:nvSpPr>
        <p:spPr>
          <a:xfrm>
            <a:off x="251547" y="2998952"/>
            <a:ext cx="8746913" cy="551203"/>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1050" dirty="0">
                <a:solidFill>
                  <a:schemeClr val="tx1"/>
                </a:solidFill>
              </a:rPr>
              <a:t>We need to make sure; each stage of development is robust enough to catch the observations earlier than in regression testing like try to check closely during your story prebuild, code reviewer can have more robust checking, try to check if we can capture something during test executions and so on</a:t>
            </a:r>
          </a:p>
        </p:txBody>
      </p:sp>
    </p:spTree>
    <p:extLst>
      <p:ext uri="{BB962C8B-B14F-4D97-AF65-F5344CB8AC3E}">
        <p14:creationId xmlns:p14="http://schemas.microsoft.com/office/powerpoint/2010/main" val="1247268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750EC-D067-36DF-FBF4-E7E30FFEF03E}"/>
              </a:ext>
            </a:extLst>
          </p:cNvPr>
          <p:cNvSpPr>
            <a:spLocks noGrp="1"/>
          </p:cNvSpPr>
          <p:nvPr>
            <p:ph type="title"/>
          </p:nvPr>
        </p:nvSpPr>
        <p:spPr/>
        <p:txBody>
          <a:bodyPr/>
          <a:lstStyle/>
          <a:p>
            <a:r>
              <a:rPr lang="en-US" dirty="0"/>
              <a:t>Long Pending blocked defects</a:t>
            </a:r>
            <a:endParaRPr lang="en-IN" dirty="0"/>
          </a:p>
        </p:txBody>
      </p:sp>
      <p:sp>
        <p:nvSpPr>
          <p:cNvPr id="3" name="Text Placeholder 2">
            <a:extLst>
              <a:ext uri="{FF2B5EF4-FFF2-40B4-BE49-F238E27FC236}">
                <a16:creationId xmlns:a16="http://schemas.microsoft.com/office/drawing/2014/main" id="{B74A48AD-4DE9-CCF0-38D4-126E2BF26A58}"/>
              </a:ext>
            </a:extLst>
          </p:cNvPr>
          <p:cNvSpPr>
            <a:spLocks noGrp="1"/>
          </p:cNvSpPr>
          <p:nvPr>
            <p:ph type="body" sz="quarter" idx="10"/>
          </p:nvPr>
        </p:nvSpPr>
        <p:spPr/>
        <p:txBody>
          <a:bodyPr/>
          <a:lstStyle/>
          <a:p>
            <a:r>
              <a:rPr lang="en-US" dirty="0"/>
              <a:t>One initiative - Managing defect tracking in different way</a:t>
            </a:r>
            <a:endParaRPr lang="en-IN" dirty="0"/>
          </a:p>
        </p:txBody>
      </p:sp>
      <p:sp>
        <p:nvSpPr>
          <p:cNvPr id="4" name="Text Placeholder 3">
            <a:extLst>
              <a:ext uri="{FF2B5EF4-FFF2-40B4-BE49-F238E27FC236}">
                <a16:creationId xmlns:a16="http://schemas.microsoft.com/office/drawing/2014/main" id="{A8B263CD-B3D1-FCE5-7878-D320588483F8}"/>
              </a:ext>
            </a:extLst>
          </p:cNvPr>
          <p:cNvSpPr>
            <a:spLocks noGrp="1"/>
          </p:cNvSpPr>
          <p:nvPr>
            <p:ph type="body" sz="quarter" idx="11"/>
          </p:nvPr>
        </p:nvSpPr>
        <p:spPr/>
        <p:txBody>
          <a:bodyPr/>
          <a:lstStyle/>
          <a:p>
            <a:endParaRPr lang="en-IN"/>
          </a:p>
        </p:txBody>
      </p:sp>
    </p:spTree>
    <p:extLst>
      <p:ext uri="{BB962C8B-B14F-4D97-AF65-F5344CB8AC3E}">
        <p14:creationId xmlns:p14="http://schemas.microsoft.com/office/powerpoint/2010/main" val="2086489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750EC-D067-36DF-FBF4-E7E30FFEF03E}"/>
              </a:ext>
            </a:extLst>
          </p:cNvPr>
          <p:cNvSpPr>
            <a:spLocks noGrp="1"/>
          </p:cNvSpPr>
          <p:nvPr>
            <p:ph type="title"/>
          </p:nvPr>
        </p:nvSpPr>
        <p:spPr/>
        <p:txBody>
          <a:bodyPr/>
          <a:lstStyle/>
          <a:p>
            <a:r>
              <a:rPr lang="en-US" dirty="0"/>
              <a:t>Scrum Ceremony -  Sprint Retrospective</a:t>
            </a:r>
            <a:endParaRPr lang="en-IN" dirty="0"/>
          </a:p>
        </p:txBody>
      </p:sp>
      <p:sp>
        <p:nvSpPr>
          <p:cNvPr id="3" name="Text Placeholder 2">
            <a:extLst>
              <a:ext uri="{FF2B5EF4-FFF2-40B4-BE49-F238E27FC236}">
                <a16:creationId xmlns:a16="http://schemas.microsoft.com/office/drawing/2014/main" id="{B74A48AD-4DE9-CCF0-38D4-126E2BF26A58}"/>
              </a:ext>
            </a:extLst>
          </p:cNvPr>
          <p:cNvSpPr>
            <a:spLocks noGrp="1"/>
          </p:cNvSpPr>
          <p:nvPr>
            <p:ph type="body" sz="quarter" idx="10"/>
          </p:nvPr>
        </p:nvSpPr>
        <p:spPr/>
        <p:txBody>
          <a:bodyPr/>
          <a:lstStyle/>
          <a:p>
            <a:r>
              <a:rPr lang="en-US" dirty="0"/>
              <a:t>One initiative – to make retro more meaningful</a:t>
            </a:r>
            <a:endParaRPr lang="en-IN" dirty="0"/>
          </a:p>
        </p:txBody>
      </p:sp>
      <p:pic>
        <p:nvPicPr>
          <p:cNvPr id="5" name="Picture 4">
            <a:extLst>
              <a:ext uri="{FF2B5EF4-FFF2-40B4-BE49-F238E27FC236}">
                <a16:creationId xmlns:a16="http://schemas.microsoft.com/office/drawing/2014/main" id="{B2BA593E-4101-76DF-C7E9-E7969200875C}"/>
              </a:ext>
            </a:extLst>
          </p:cNvPr>
          <p:cNvPicPr>
            <a:picLocks noChangeAspect="1"/>
          </p:cNvPicPr>
          <p:nvPr/>
        </p:nvPicPr>
        <p:blipFill>
          <a:blip r:embed="rId2"/>
          <a:stretch>
            <a:fillRect/>
          </a:stretch>
        </p:blipFill>
        <p:spPr>
          <a:xfrm>
            <a:off x="225125" y="1095153"/>
            <a:ext cx="8693750" cy="3104707"/>
          </a:xfrm>
          <a:prstGeom prst="rect">
            <a:avLst/>
          </a:prstGeom>
        </p:spPr>
      </p:pic>
    </p:spTree>
    <p:extLst>
      <p:ext uri="{BB962C8B-B14F-4D97-AF65-F5344CB8AC3E}">
        <p14:creationId xmlns:p14="http://schemas.microsoft.com/office/powerpoint/2010/main" val="2978407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750EC-D067-36DF-FBF4-E7E30FFEF03E}"/>
              </a:ext>
            </a:extLst>
          </p:cNvPr>
          <p:cNvSpPr>
            <a:spLocks noGrp="1"/>
          </p:cNvSpPr>
          <p:nvPr>
            <p:ph type="title"/>
          </p:nvPr>
        </p:nvSpPr>
        <p:spPr>
          <a:xfrm>
            <a:off x="237599" y="365770"/>
            <a:ext cx="8613000" cy="257428"/>
          </a:xfrm>
        </p:spPr>
        <p:txBody>
          <a:bodyPr/>
          <a:lstStyle/>
          <a:p>
            <a:r>
              <a:rPr lang="en-US" dirty="0"/>
              <a:t>Innovation</a:t>
            </a:r>
            <a:endParaRPr lang="en-IN" dirty="0"/>
          </a:p>
        </p:txBody>
      </p:sp>
      <p:sp>
        <p:nvSpPr>
          <p:cNvPr id="3" name="Text Placeholder 2">
            <a:extLst>
              <a:ext uri="{FF2B5EF4-FFF2-40B4-BE49-F238E27FC236}">
                <a16:creationId xmlns:a16="http://schemas.microsoft.com/office/drawing/2014/main" id="{B74A48AD-4DE9-CCF0-38D4-126E2BF26A58}"/>
              </a:ext>
            </a:extLst>
          </p:cNvPr>
          <p:cNvSpPr>
            <a:spLocks noGrp="1"/>
          </p:cNvSpPr>
          <p:nvPr>
            <p:ph type="body" sz="quarter" idx="10"/>
          </p:nvPr>
        </p:nvSpPr>
        <p:spPr>
          <a:xfrm>
            <a:off x="237599" y="623198"/>
            <a:ext cx="8613000" cy="338554"/>
          </a:xfrm>
        </p:spPr>
        <p:txBody>
          <a:bodyPr/>
          <a:lstStyle/>
          <a:p>
            <a:r>
              <a:rPr lang="en-US" sz="1600" dirty="0"/>
              <a:t>One initiative – streamline innovation </a:t>
            </a:r>
            <a:endParaRPr lang="en-IN" sz="1600" dirty="0"/>
          </a:p>
        </p:txBody>
      </p:sp>
      <p:sp>
        <p:nvSpPr>
          <p:cNvPr id="5" name="TextBox 4">
            <a:extLst>
              <a:ext uri="{FF2B5EF4-FFF2-40B4-BE49-F238E27FC236}">
                <a16:creationId xmlns:a16="http://schemas.microsoft.com/office/drawing/2014/main" id="{819D1ADF-45AA-10A8-E47B-B2423C5C5F30}"/>
              </a:ext>
            </a:extLst>
          </p:cNvPr>
          <p:cNvSpPr txBox="1"/>
          <p:nvPr/>
        </p:nvSpPr>
        <p:spPr>
          <a:xfrm>
            <a:off x="237599" y="880626"/>
            <a:ext cx="6620401" cy="1292662"/>
          </a:xfrm>
          <a:prstGeom prst="rect">
            <a:avLst/>
          </a:prstGeom>
          <a:noFill/>
        </p:spPr>
        <p:txBody>
          <a:bodyPr wrap="square">
            <a:spAutoFit/>
          </a:bodyPr>
          <a:lstStyle/>
          <a:p>
            <a:endParaRPr lang="en-US" sz="1800" dirty="0"/>
          </a:p>
          <a:p>
            <a:pPr marL="285750" indent="-285750">
              <a:buFont typeface="Arial" panose="020B0604020202020204" pitchFamily="34" charset="0"/>
              <a:buChar char="•"/>
            </a:pPr>
            <a:r>
              <a:rPr lang="en-US" sz="1500" b="1" dirty="0">
                <a:solidFill>
                  <a:schemeClr val="accent1"/>
                </a:solidFill>
              </a:rPr>
              <a:t>How we approach to Innovation</a:t>
            </a:r>
          </a:p>
          <a:p>
            <a:pPr marL="285750" indent="-285750">
              <a:buFont typeface="Arial" panose="020B0604020202020204" pitchFamily="34" charset="0"/>
              <a:buChar char="•"/>
            </a:pPr>
            <a:r>
              <a:rPr lang="en-US" sz="1500" b="1" dirty="0">
                <a:solidFill>
                  <a:schemeClr val="accent1"/>
                </a:solidFill>
              </a:rPr>
              <a:t>Phases of Innovation </a:t>
            </a:r>
          </a:p>
          <a:p>
            <a:pPr marL="285750" indent="-285750">
              <a:buFont typeface="Arial" panose="020B0604020202020204" pitchFamily="34" charset="0"/>
              <a:buChar char="•"/>
            </a:pPr>
            <a:r>
              <a:rPr lang="en-US" sz="1500" b="1" dirty="0">
                <a:solidFill>
                  <a:schemeClr val="accent1"/>
                </a:solidFill>
              </a:rPr>
              <a:t>Past data Insights</a:t>
            </a:r>
          </a:p>
          <a:p>
            <a:pPr marL="285750" indent="-285750">
              <a:buFont typeface="Arial" panose="020B0604020202020204" pitchFamily="34" charset="0"/>
              <a:buChar char="•"/>
            </a:pPr>
            <a:r>
              <a:rPr lang="en-US" sz="1500" b="1" dirty="0">
                <a:solidFill>
                  <a:schemeClr val="accent1"/>
                </a:solidFill>
              </a:rPr>
              <a:t>Benefits to Customer and Eviden</a:t>
            </a:r>
          </a:p>
        </p:txBody>
      </p:sp>
      <p:sp>
        <p:nvSpPr>
          <p:cNvPr id="6" name="Rectangle: Rounded Corners 5">
            <a:extLst>
              <a:ext uri="{FF2B5EF4-FFF2-40B4-BE49-F238E27FC236}">
                <a16:creationId xmlns:a16="http://schemas.microsoft.com/office/drawing/2014/main" id="{608EA97C-88A9-DCE9-5C87-61BCF5CEC4DF}"/>
              </a:ext>
            </a:extLst>
          </p:cNvPr>
          <p:cNvSpPr/>
          <p:nvPr/>
        </p:nvSpPr>
        <p:spPr>
          <a:xfrm>
            <a:off x="198543" y="2430716"/>
            <a:ext cx="8746913" cy="539497"/>
          </a:xfrm>
          <a:prstGeom prst="roundRect">
            <a:avLst>
              <a:gd name="adj" fmla="val 8474"/>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50" b="1" dirty="0"/>
              <a:t>Link to Innovation presentation  </a:t>
            </a:r>
            <a:r>
              <a:rPr lang="en-IN" sz="1050" b="1" dirty="0">
                <a:sym typeface="Wingdings" panose="05000000000000000000" pitchFamily="2" charset="2"/>
              </a:rPr>
              <a:t> </a:t>
            </a:r>
            <a:r>
              <a:rPr lang="en-IN" sz="1050" b="1" dirty="0"/>
              <a:t>https://eviden-my.sharepoint.com/:p:/p/abhijeet_mukkawar/EdT0EVzDO4BGthN6ACVoGyMBoL9B4ekDW_Sx7jiowCkSSQ?e=1jxi9O</a:t>
            </a:r>
          </a:p>
        </p:txBody>
      </p:sp>
    </p:spTree>
    <p:extLst>
      <p:ext uri="{BB962C8B-B14F-4D97-AF65-F5344CB8AC3E}">
        <p14:creationId xmlns:p14="http://schemas.microsoft.com/office/powerpoint/2010/main" val="2156224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BE756-BFF2-4A7B-B931-17D1734C43F5}"/>
              </a:ext>
            </a:extLst>
          </p:cNvPr>
          <p:cNvSpPr>
            <a:spLocks noGrp="1"/>
          </p:cNvSpPr>
          <p:nvPr>
            <p:ph type="title"/>
          </p:nvPr>
        </p:nvSpPr>
        <p:spPr>
          <a:xfrm>
            <a:off x="265500" y="243588"/>
            <a:ext cx="8613000" cy="257428"/>
          </a:xfrm>
        </p:spPr>
        <p:txBody>
          <a:bodyPr>
            <a:normAutofit/>
          </a:bodyPr>
          <a:lstStyle/>
          <a:p>
            <a:r>
              <a:rPr lang="nl-NL" b="1" dirty="0">
                <a:latin typeface="Montserrat Bold"/>
              </a:rPr>
              <a:t>Accelerating the Fresher’s Mentorship Program</a:t>
            </a:r>
          </a:p>
        </p:txBody>
      </p:sp>
      <p:sp>
        <p:nvSpPr>
          <p:cNvPr id="3" name="Text Placeholder 2">
            <a:extLst>
              <a:ext uri="{FF2B5EF4-FFF2-40B4-BE49-F238E27FC236}">
                <a16:creationId xmlns:a16="http://schemas.microsoft.com/office/drawing/2014/main" id="{3A5B84D8-000F-4785-B3AC-33FC55F68DF3}"/>
              </a:ext>
            </a:extLst>
          </p:cNvPr>
          <p:cNvSpPr>
            <a:spLocks noGrp="1"/>
          </p:cNvSpPr>
          <p:nvPr>
            <p:ph type="body" sz="quarter" idx="10"/>
          </p:nvPr>
        </p:nvSpPr>
        <p:spPr>
          <a:xfrm>
            <a:off x="265502" y="552277"/>
            <a:ext cx="6224753" cy="381372"/>
          </a:xfrm>
        </p:spPr>
        <p:txBody>
          <a:bodyPr vert="horz" lIns="91440" tIns="45720" rIns="91440" bIns="45720" rtlCol="0" anchor="t">
            <a:noAutofit/>
          </a:bodyPr>
          <a:lstStyle/>
          <a:p>
            <a:r>
              <a:rPr lang="en-US" sz="1050" i="1">
                <a:latin typeface="Montserrat Bold"/>
                <a:ea typeface="+mj-ea"/>
                <a:cs typeface="+mj-cs"/>
              </a:rPr>
              <a:t>Idea of having quiz is not to judge mentee like how they are, but to understand </a:t>
            </a:r>
            <a:endParaRPr lang="en-US" sz="1050" i="1">
              <a:latin typeface="Montserrat Bold" panose="00000800000000000000" pitchFamily="2" charset="0"/>
              <a:ea typeface="+mj-ea"/>
              <a:cs typeface="+mj-cs"/>
            </a:endParaRPr>
          </a:p>
          <a:p>
            <a:r>
              <a:rPr lang="en-US" sz="1050" i="1">
                <a:latin typeface="Montserrat Bold"/>
                <a:ea typeface="+mj-ea"/>
                <a:cs typeface="+mj-cs"/>
              </a:rPr>
              <a:t>where they are, so mentors can fill their knowledge gap accordingly and empower them</a:t>
            </a:r>
            <a:endParaRPr lang="nl-NL" sz="1050" i="1">
              <a:latin typeface="Montserrat Bold"/>
              <a:ea typeface="+mj-ea"/>
              <a:cs typeface="+mj-cs"/>
            </a:endParaRPr>
          </a:p>
        </p:txBody>
      </p:sp>
      <p:sp>
        <p:nvSpPr>
          <p:cNvPr id="6" name="Rectangle: Rounded Corners 5">
            <a:extLst>
              <a:ext uri="{FF2B5EF4-FFF2-40B4-BE49-F238E27FC236}">
                <a16:creationId xmlns:a16="http://schemas.microsoft.com/office/drawing/2014/main" id="{ECDADE0B-EC86-4286-B51F-A65B6F27471F}"/>
              </a:ext>
            </a:extLst>
          </p:cNvPr>
          <p:cNvSpPr/>
          <p:nvPr/>
        </p:nvSpPr>
        <p:spPr>
          <a:xfrm>
            <a:off x="1214881" y="1121482"/>
            <a:ext cx="1323686" cy="747876"/>
          </a:xfrm>
          <a:prstGeom prst="roundRect">
            <a:avLst>
              <a:gd name="adj" fmla="val 8474"/>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pic>
        <p:nvPicPr>
          <p:cNvPr id="8" name="Graphic 7">
            <a:extLst>
              <a:ext uri="{FF2B5EF4-FFF2-40B4-BE49-F238E27FC236}">
                <a16:creationId xmlns:a16="http://schemas.microsoft.com/office/drawing/2014/main" id="{A31042D4-1791-4870-A8F6-C7677AC1C89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5969" y="1269586"/>
            <a:ext cx="451670" cy="451670"/>
          </a:xfrm>
          <a:prstGeom prst="rect">
            <a:avLst/>
          </a:prstGeom>
        </p:spPr>
      </p:pic>
      <p:sp>
        <p:nvSpPr>
          <p:cNvPr id="9" name="Rectangle: Rounded Corners 8">
            <a:extLst>
              <a:ext uri="{FF2B5EF4-FFF2-40B4-BE49-F238E27FC236}">
                <a16:creationId xmlns:a16="http://schemas.microsoft.com/office/drawing/2014/main" id="{B779DB8A-3C88-450B-8C80-FE6C77D34352}"/>
              </a:ext>
            </a:extLst>
          </p:cNvPr>
          <p:cNvSpPr/>
          <p:nvPr/>
        </p:nvSpPr>
        <p:spPr>
          <a:xfrm>
            <a:off x="2673253" y="1133250"/>
            <a:ext cx="6399257" cy="747876"/>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050" dirty="0">
                <a:solidFill>
                  <a:schemeClr val="tx1"/>
                </a:solidFill>
              </a:rPr>
              <a:t>A] Our Mentors have carefully crafted a quiz (with 30-40 questions) on </a:t>
            </a:r>
            <a:r>
              <a:rPr lang="en-US" sz="1050" dirty="0">
                <a:solidFill>
                  <a:schemeClr val="accent1"/>
                </a:solidFill>
              </a:rPr>
              <a:t>basic technical          </a:t>
            </a:r>
            <a:endParaRPr lang="en-US" sz="1800" dirty="0">
              <a:solidFill>
                <a:schemeClr val="accent1"/>
              </a:solidFill>
            </a:endParaRPr>
          </a:p>
          <a:p>
            <a:r>
              <a:rPr lang="en-US" sz="1050" dirty="0">
                <a:solidFill>
                  <a:schemeClr val="accent1"/>
                </a:solidFill>
              </a:rPr>
              <a:t>      iOS  And  Android</a:t>
            </a:r>
            <a:r>
              <a:rPr lang="en-US" sz="1050" dirty="0">
                <a:solidFill>
                  <a:schemeClr val="tx1"/>
                </a:solidFill>
              </a:rPr>
              <a:t> - often, questions are from day-to-day dev tasks or story development. </a:t>
            </a:r>
            <a:endParaRPr lang="en-US" sz="1800" dirty="0">
              <a:solidFill>
                <a:schemeClr val="tx1"/>
              </a:solidFill>
            </a:endParaRPr>
          </a:p>
          <a:p>
            <a:r>
              <a:rPr lang="en-US" sz="1050" dirty="0">
                <a:solidFill>
                  <a:schemeClr val="tx1"/>
                </a:solidFill>
              </a:rPr>
              <a:t>B] We administered an </a:t>
            </a:r>
            <a:r>
              <a:rPr lang="en-US" sz="1050" dirty="0">
                <a:solidFill>
                  <a:schemeClr val="accent1"/>
                </a:solidFill>
              </a:rPr>
              <a:t>hour-long test </a:t>
            </a:r>
            <a:r>
              <a:rPr lang="en-US" sz="1050" dirty="0">
                <a:solidFill>
                  <a:schemeClr val="tx1"/>
                </a:solidFill>
              </a:rPr>
              <a:t>to assess their current knowledge. </a:t>
            </a:r>
          </a:p>
          <a:p>
            <a:r>
              <a:rPr lang="en-US" sz="1050" dirty="0">
                <a:solidFill>
                  <a:schemeClr val="tx1"/>
                </a:solidFill>
              </a:rPr>
              <a:t>C] Post  test, a </a:t>
            </a:r>
            <a:r>
              <a:rPr lang="en-US" sz="1050" dirty="0">
                <a:solidFill>
                  <a:schemeClr val="accent1"/>
                </a:solidFill>
              </a:rPr>
              <a:t>one-on-one mentoring session </a:t>
            </a:r>
            <a:r>
              <a:rPr lang="en-US" sz="1050" dirty="0">
                <a:solidFill>
                  <a:schemeClr val="tx1"/>
                </a:solidFill>
              </a:rPr>
              <a:t>was organized to fill knowledge gaps.</a:t>
            </a:r>
            <a:r>
              <a:rPr lang="en-IN" sz="1050" dirty="0">
                <a:solidFill>
                  <a:schemeClr val="tx1"/>
                </a:solidFill>
              </a:rPr>
              <a:t>.  </a:t>
            </a:r>
          </a:p>
        </p:txBody>
      </p:sp>
      <p:sp>
        <p:nvSpPr>
          <p:cNvPr id="19" name="Text Placeholder 4">
            <a:extLst>
              <a:ext uri="{FF2B5EF4-FFF2-40B4-BE49-F238E27FC236}">
                <a16:creationId xmlns:a16="http://schemas.microsoft.com/office/drawing/2014/main" id="{7194CAA3-C5F0-440F-895D-AE00C806AD3F}"/>
              </a:ext>
            </a:extLst>
          </p:cNvPr>
          <p:cNvSpPr txBox="1">
            <a:spLocks/>
          </p:cNvSpPr>
          <p:nvPr/>
        </p:nvSpPr>
        <p:spPr bwMode="invGray">
          <a:xfrm>
            <a:off x="1261892" y="1169112"/>
            <a:ext cx="1229664" cy="652616"/>
          </a:xfrm>
          <a:prstGeom prst="rect">
            <a:avLst/>
          </a:prstGeom>
        </p:spPr>
        <p:txBody>
          <a:bodyPr lIns="91440" tIns="45720" rIns="91440" bIns="4572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solidFill>
                <a:latin typeface="Montserrat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NL" sz="1050" dirty="0">
                <a:solidFill>
                  <a:srgbClr val="2D2D2D"/>
                </a:solidFill>
              </a:rPr>
              <a:t>Focus </a:t>
            </a:r>
            <a:r>
              <a:rPr lang="en-US" sz="1050" dirty="0">
                <a:solidFill>
                  <a:srgbClr val="2D2D2D"/>
                </a:solidFill>
              </a:rPr>
              <a:t>Quiz </a:t>
            </a:r>
            <a:r>
              <a:rPr lang="en-NL" sz="1050" dirty="0">
                <a:solidFill>
                  <a:srgbClr val="2D2D2D"/>
                </a:solidFill>
              </a:rPr>
              <a:t>#1</a:t>
            </a:r>
            <a:r>
              <a:rPr lang="en-US" sz="1050" dirty="0">
                <a:solidFill>
                  <a:srgbClr val="2D2D2D"/>
                </a:solidFill>
              </a:rPr>
              <a:t> </a:t>
            </a:r>
          </a:p>
          <a:p>
            <a:pPr algn="l"/>
            <a:r>
              <a:rPr lang="en-US" sz="1050" dirty="0">
                <a:solidFill>
                  <a:srgbClr val="2D2D2D"/>
                </a:solidFill>
                <a:latin typeface="Montserrat SemiBold"/>
              </a:rPr>
              <a:t>Basic  Platform     Technical </a:t>
            </a:r>
            <a:endParaRPr lang="en-US" sz="1050" dirty="0">
              <a:solidFill>
                <a:srgbClr val="2D2D2D"/>
              </a:solidFill>
            </a:endParaRPr>
          </a:p>
        </p:txBody>
      </p:sp>
      <p:sp>
        <p:nvSpPr>
          <p:cNvPr id="21" name="Text Placeholder 4">
            <a:extLst>
              <a:ext uri="{FF2B5EF4-FFF2-40B4-BE49-F238E27FC236}">
                <a16:creationId xmlns:a16="http://schemas.microsoft.com/office/drawing/2014/main" id="{C0B62B91-12A1-47F6-A7BB-702612BABD1F}"/>
              </a:ext>
            </a:extLst>
          </p:cNvPr>
          <p:cNvSpPr txBox="1">
            <a:spLocks/>
          </p:cNvSpPr>
          <p:nvPr/>
        </p:nvSpPr>
        <p:spPr bwMode="invGray">
          <a:xfrm>
            <a:off x="2669441" y="1154029"/>
            <a:ext cx="6129817" cy="682783"/>
          </a:xfrm>
          <a:prstGeom prst="rect">
            <a:avLst/>
          </a:prstGeom>
        </p:spPr>
        <p:txBody>
          <a:bodyPr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solidFill>
                <a:latin typeface="Montserrat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900">
              <a:solidFill>
                <a:srgbClr val="2D2D2D"/>
              </a:solidFill>
              <a:latin typeface="Montserrat" panose="00000500000000000000" pitchFamily="2" charset="0"/>
            </a:endParaRPr>
          </a:p>
        </p:txBody>
      </p:sp>
      <p:sp>
        <p:nvSpPr>
          <p:cNvPr id="22" name="Rectangle: Rounded Corners 21">
            <a:extLst>
              <a:ext uri="{FF2B5EF4-FFF2-40B4-BE49-F238E27FC236}">
                <a16:creationId xmlns:a16="http://schemas.microsoft.com/office/drawing/2014/main" id="{132A4894-367A-4612-BEE1-8D7876D620ED}"/>
              </a:ext>
            </a:extLst>
          </p:cNvPr>
          <p:cNvSpPr/>
          <p:nvPr/>
        </p:nvSpPr>
        <p:spPr>
          <a:xfrm>
            <a:off x="7026310" y="1981381"/>
            <a:ext cx="1323686" cy="747876"/>
          </a:xfrm>
          <a:prstGeom prst="roundRect">
            <a:avLst>
              <a:gd name="adj" fmla="val 8474"/>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pic>
        <p:nvPicPr>
          <p:cNvPr id="23" name="Graphic 22">
            <a:extLst>
              <a:ext uri="{FF2B5EF4-FFF2-40B4-BE49-F238E27FC236}">
                <a16:creationId xmlns:a16="http://schemas.microsoft.com/office/drawing/2014/main" id="{C33E7208-C2F4-428A-B360-714A0D01B40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49039" y="2104150"/>
            <a:ext cx="451670" cy="451670"/>
          </a:xfrm>
          <a:prstGeom prst="rect">
            <a:avLst/>
          </a:prstGeom>
        </p:spPr>
      </p:pic>
      <p:sp>
        <p:nvSpPr>
          <p:cNvPr id="24" name="Rectangle: Rounded Corners 23">
            <a:extLst>
              <a:ext uri="{FF2B5EF4-FFF2-40B4-BE49-F238E27FC236}">
                <a16:creationId xmlns:a16="http://schemas.microsoft.com/office/drawing/2014/main" id="{DCF4A009-ED14-43FB-AB5D-4447BF4154D6}"/>
              </a:ext>
            </a:extLst>
          </p:cNvPr>
          <p:cNvSpPr/>
          <p:nvPr/>
        </p:nvSpPr>
        <p:spPr>
          <a:xfrm>
            <a:off x="323310" y="2007980"/>
            <a:ext cx="6589907" cy="747876"/>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a:solidFill>
                  <a:schemeClr val="tx1"/>
                </a:solidFill>
              </a:rPr>
              <a:t>A] We tried to focus on </a:t>
            </a:r>
            <a:r>
              <a:rPr lang="en-US" sz="1050">
                <a:solidFill>
                  <a:schemeClr val="accent1"/>
                </a:solidFill>
              </a:rPr>
              <a:t>domain expertise </a:t>
            </a:r>
            <a:r>
              <a:rPr lang="en-US" sz="1050">
                <a:solidFill>
                  <a:schemeClr val="tx1"/>
                </a:solidFill>
              </a:rPr>
              <a:t>here. We compiled a list of 30-40 questions that can </a:t>
            </a:r>
          </a:p>
          <a:p>
            <a:r>
              <a:rPr lang="en-US" sz="1050">
                <a:solidFill>
                  <a:schemeClr val="tx1"/>
                </a:solidFill>
              </a:rPr>
              <a:t>      cover high-level and edge functionality.</a:t>
            </a:r>
          </a:p>
          <a:p>
            <a:r>
              <a:rPr lang="en-US" sz="1050">
                <a:solidFill>
                  <a:schemeClr val="tx1"/>
                </a:solidFill>
              </a:rPr>
              <a:t>B] We administered </a:t>
            </a:r>
            <a:r>
              <a:rPr lang="en-US" sz="1050">
                <a:solidFill>
                  <a:schemeClr val="accent1"/>
                </a:solidFill>
              </a:rPr>
              <a:t>an hour-long test </a:t>
            </a:r>
            <a:r>
              <a:rPr lang="en-US" sz="1050">
                <a:solidFill>
                  <a:schemeClr val="tx1"/>
                </a:solidFill>
              </a:rPr>
              <a:t>to assess their current knowledge. </a:t>
            </a:r>
          </a:p>
          <a:p>
            <a:r>
              <a:rPr lang="en-US" sz="1050">
                <a:solidFill>
                  <a:schemeClr val="tx1"/>
                </a:solidFill>
              </a:rPr>
              <a:t>C] Following the test, </a:t>
            </a:r>
            <a:r>
              <a:rPr lang="en-US" sz="1050">
                <a:solidFill>
                  <a:schemeClr val="accent1"/>
                </a:solidFill>
              </a:rPr>
              <a:t>a one-on-one mentoring session </a:t>
            </a:r>
            <a:r>
              <a:rPr lang="en-US" sz="1050">
                <a:solidFill>
                  <a:schemeClr val="tx1"/>
                </a:solidFill>
              </a:rPr>
              <a:t>was organized to fill knowledge gaps.</a:t>
            </a:r>
            <a:endParaRPr lang="en-IN" sz="1050"/>
          </a:p>
        </p:txBody>
      </p:sp>
      <p:sp>
        <p:nvSpPr>
          <p:cNvPr id="25" name="Text Placeholder 4">
            <a:extLst>
              <a:ext uri="{FF2B5EF4-FFF2-40B4-BE49-F238E27FC236}">
                <a16:creationId xmlns:a16="http://schemas.microsoft.com/office/drawing/2014/main" id="{6F9CCB44-CB36-4B41-9789-41E983968494}"/>
              </a:ext>
            </a:extLst>
          </p:cNvPr>
          <p:cNvSpPr txBox="1">
            <a:spLocks/>
          </p:cNvSpPr>
          <p:nvPr/>
        </p:nvSpPr>
        <p:spPr bwMode="invGray">
          <a:xfrm>
            <a:off x="7120332" y="2029012"/>
            <a:ext cx="1229664" cy="652616"/>
          </a:xfrm>
          <a:prstGeom prst="rect">
            <a:avLst/>
          </a:prstGeom>
        </p:spPr>
        <p:txBody>
          <a:bodyPr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solidFill>
                <a:latin typeface="Montserrat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NL" sz="1050">
                <a:solidFill>
                  <a:srgbClr val="2D2D2D"/>
                </a:solidFill>
              </a:rPr>
              <a:t>Focus </a:t>
            </a:r>
            <a:r>
              <a:rPr lang="en-US" sz="1050">
                <a:solidFill>
                  <a:srgbClr val="2D2D2D"/>
                </a:solidFill>
              </a:rPr>
              <a:t>Quiz</a:t>
            </a:r>
            <a:r>
              <a:rPr lang="en-NL" sz="1050">
                <a:solidFill>
                  <a:srgbClr val="2D2D2D"/>
                </a:solidFill>
              </a:rPr>
              <a:t> #2</a:t>
            </a:r>
            <a:endParaRPr lang="en-US" sz="1050">
              <a:solidFill>
                <a:srgbClr val="2D2D2D"/>
              </a:solidFill>
            </a:endParaRPr>
          </a:p>
          <a:p>
            <a:pPr algn="l"/>
            <a:r>
              <a:rPr lang="en-US" sz="1050">
                <a:solidFill>
                  <a:srgbClr val="2D2D2D"/>
                </a:solidFill>
              </a:rPr>
              <a:t>      Domain</a:t>
            </a:r>
          </a:p>
        </p:txBody>
      </p:sp>
      <p:sp>
        <p:nvSpPr>
          <p:cNvPr id="27" name="Rectangle: Rounded Corners 26">
            <a:extLst>
              <a:ext uri="{FF2B5EF4-FFF2-40B4-BE49-F238E27FC236}">
                <a16:creationId xmlns:a16="http://schemas.microsoft.com/office/drawing/2014/main" id="{2EBB25AD-42E5-4869-A093-C83E30A831CC}"/>
              </a:ext>
            </a:extLst>
          </p:cNvPr>
          <p:cNvSpPr/>
          <p:nvPr/>
        </p:nvSpPr>
        <p:spPr>
          <a:xfrm>
            <a:off x="1214881" y="2813516"/>
            <a:ext cx="1323686" cy="747876"/>
          </a:xfrm>
          <a:prstGeom prst="roundRect">
            <a:avLst>
              <a:gd name="adj" fmla="val 8474"/>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pic>
        <p:nvPicPr>
          <p:cNvPr id="28" name="Graphic 27">
            <a:extLst>
              <a:ext uri="{FF2B5EF4-FFF2-40B4-BE49-F238E27FC236}">
                <a16:creationId xmlns:a16="http://schemas.microsoft.com/office/drawing/2014/main" id="{41CE5036-715B-4E33-BEE5-D56929243B4C}"/>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5969" y="2961619"/>
            <a:ext cx="451670" cy="451670"/>
          </a:xfrm>
          <a:prstGeom prst="rect">
            <a:avLst/>
          </a:prstGeom>
        </p:spPr>
      </p:pic>
      <p:sp>
        <p:nvSpPr>
          <p:cNvPr id="29" name="Rectangle: Rounded Corners 28">
            <a:extLst>
              <a:ext uri="{FF2B5EF4-FFF2-40B4-BE49-F238E27FC236}">
                <a16:creationId xmlns:a16="http://schemas.microsoft.com/office/drawing/2014/main" id="{A05D9924-F9CB-4E3B-9124-4D17B96599C9}"/>
              </a:ext>
            </a:extLst>
          </p:cNvPr>
          <p:cNvSpPr/>
          <p:nvPr/>
        </p:nvSpPr>
        <p:spPr>
          <a:xfrm>
            <a:off x="2673253" y="2820249"/>
            <a:ext cx="6399257" cy="747876"/>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US" sz="1050">
              <a:solidFill>
                <a:schemeClr val="tx1"/>
              </a:solidFill>
            </a:endParaRPr>
          </a:p>
          <a:p>
            <a:r>
              <a:rPr lang="en-US" sz="1050">
                <a:solidFill>
                  <a:schemeClr val="tx1"/>
                </a:solidFill>
              </a:rPr>
              <a:t>A] We tried to focus on overall </a:t>
            </a:r>
            <a:r>
              <a:rPr lang="en-US" sz="1050">
                <a:solidFill>
                  <a:schemeClr val="accent1"/>
                </a:solidFill>
              </a:rPr>
              <a:t>process (Change management, Agile and Tool)</a:t>
            </a:r>
            <a:r>
              <a:rPr lang="en-US" sz="1050">
                <a:solidFill>
                  <a:schemeClr val="tx1"/>
                </a:solidFill>
              </a:rPr>
              <a:t>. </a:t>
            </a:r>
          </a:p>
          <a:p>
            <a:r>
              <a:rPr lang="en-US" sz="1050">
                <a:solidFill>
                  <a:schemeClr val="tx1"/>
                </a:solidFill>
              </a:rPr>
              <a:t>     We compiled a list  of 30-40 questions that can cover end to end process understanding.</a:t>
            </a:r>
            <a:endParaRPr lang="en-US" sz="1800">
              <a:solidFill>
                <a:schemeClr val="tx1"/>
              </a:solidFill>
            </a:endParaRPr>
          </a:p>
          <a:p>
            <a:r>
              <a:rPr lang="en-US" sz="1050">
                <a:solidFill>
                  <a:schemeClr val="tx1"/>
                </a:solidFill>
              </a:rPr>
              <a:t>B] We administered an </a:t>
            </a:r>
            <a:r>
              <a:rPr lang="en-US" sz="1050">
                <a:solidFill>
                  <a:schemeClr val="accent1"/>
                </a:solidFill>
              </a:rPr>
              <a:t>hour-long test</a:t>
            </a:r>
            <a:r>
              <a:rPr lang="en-US" sz="1050">
                <a:solidFill>
                  <a:schemeClr val="tx1"/>
                </a:solidFill>
              </a:rPr>
              <a:t> to assess their current knowledge. </a:t>
            </a:r>
          </a:p>
          <a:p>
            <a:r>
              <a:rPr lang="en-US" sz="1050">
                <a:solidFill>
                  <a:schemeClr val="tx1"/>
                </a:solidFill>
              </a:rPr>
              <a:t>C] Following the test, </a:t>
            </a:r>
            <a:r>
              <a:rPr lang="en-US" sz="1050">
                <a:solidFill>
                  <a:schemeClr val="accent1"/>
                </a:solidFill>
              </a:rPr>
              <a:t>a one-on-one mentoring session </a:t>
            </a:r>
            <a:r>
              <a:rPr lang="en-US" sz="1050">
                <a:solidFill>
                  <a:schemeClr val="tx1"/>
                </a:solidFill>
              </a:rPr>
              <a:t>was organized to fill knowledge gaps.</a:t>
            </a:r>
            <a:endParaRPr lang="en-IN" sz="1050"/>
          </a:p>
          <a:p>
            <a:pPr algn="ctr"/>
            <a:endParaRPr lang="en-IN" sz="1050" b="1"/>
          </a:p>
        </p:txBody>
      </p:sp>
      <p:sp>
        <p:nvSpPr>
          <p:cNvPr id="30" name="Text Placeholder 4">
            <a:extLst>
              <a:ext uri="{FF2B5EF4-FFF2-40B4-BE49-F238E27FC236}">
                <a16:creationId xmlns:a16="http://schemas.microsoft.com/office/drawing/2014/main" id="{7BFBE8CC-BC1B-4D96-83B9-C931715E6C2F}"/>
              </a:ext>
            </a:extLst>
          </p:cNvPr>
          <p:cNvSpPr txBox="1">
            <a:spLocks/>
          </p:cNvSpPr>
          <p:nvPr/>
        </p:nvSpPr>
        <p:spPr bwMode="invGray">
          <a:xfrm>
            <a:off x="1261892" y="2861146"/>
            <a:ext cx="1229664" cy="652616"/>
          </a:xfrm>
          <a:prstGeom prst="rect">
            <a:avLst/>
          </a:prstGeom>
        </p:spPr>
        <p:txBody>
          <a:bodyPr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solidFill>
                <a:latin typeface="Montserrat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NL" sz="1050">
                <a:solidFill>
                  <a:srgbClr val="2D2D2D"/>
                </a:solidFill>
              </a:rPr>
              <a:t>Focus </a:t>
            </a:r>
            <a:r>
              <a:rPr lang="en-US" sz="1050">
                <a:solidFill>
                  <a:srgbClr val="2D2D2D"/>
                </a:solidFill>
              </a:rPr>
              <a:t>Quiz</a:t>
            </a:r>
            <a:r>
              <a:rPr lang="en-NL" sz="1050">
                <a:solidFill>
                  <a:srgbClr val="2D2D2D"/>
                </a:solidFill>
              </a:rPr>
              <a:t> #3</a:t>
            </a:r>
            <a:endParaRPr lang="en-US" sz="1050">
              <a:solidFill>
                <a:srgbClr val="2D2D2D"/>
              </a:solidFill>
            </a:endParaRPr>
          </a:p>
          <a:p>
            <a:pPr algn="l"/>
            <a:r>
              <a:rPr lang="en-US" sz="1050">
                <a:solidFill>
                  <a:srgbClr val="2D2D2D"/>
                </a:solidFill>
              </a:rPr>
              <a:t>     Process</a:t>
            </a:r>
          </a:p>
        </p:txBody>
      </p:sp>
      <p:sp>
        <p:nvSpPr>
          <p:cNvPr id="33" name="Rectangle: Rounded Corners 32">
            <a:extLst>
              <a:ext uri="{FF2B5EF4-FFF2-40B4-BE49-F238E27FC236}">
                <a16:creationId xmlns:a16="http://schemas.microsoft.com/office/drawing/2014/main" id="{1455A01E-EBB6-4A55-8CBB-C46BF5C07CE8}"/>
              </a:ext>
            </a:extLst>
          </p:cNvPr>
          <p:cNvSpPr/>
          <p:nvPr/>
        </p:nvSpPr>
        <p:spPr>
          <a:xfrm>
            <a:off x="7026310" y="3763637"/>
            <a:ext cx="1323686" cy="844923"/>
          </a:xfrm>
          <a:prstGeom prst="roundRect">
            <a:avLst>
              <a:gd name="adj" fmla="val 8474"/>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pic>
        <p:nvPicPr>
          <p:cNvPr id="34" name="Graphic 33">
            <a:extLst>
              <a:ext uri="{FF2B5EF4-FFF2-40B4-BE49-F238E27FC236}">
                <a16:creationId xmlns:a16="http://schemas.microsoft.com/office/drawing/2014/main" id="{A07CD95E-0ADF-47E3-8550-DF53F9407A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56992" y="3830817"/>
            <a:ext cx="451670" cy="451670"/>
          </a:xfrm>
          <a:prstGeom prst="rect">
            <a:avLst/>
          </a:prstGeom>
        </p:spPr>
      </p:pic>
      <p:sp>
        <p:nvSpPr>
          <p:cNvPr id="35" name="Rectangle: Rounded Corners 34">
            <a:extLst>
              <a:ext uri="{FF2B5EF4-FFF2-40B4-BE49-F238E27FC236}">
                <a16:creationId xmlns:a16="http://schemas.microsoft.com/office/drawing/2014/main" id="{766DEE69-87AE-40EB-8236-31BFA127189A}"/>
              </a:ext>
            </a:extLst>
          </p:cNvPr>
          <p:cNvSpPr/>
          <p:nvPr/>
        </p:nvSpPr>
        <p:spPr>
          <a:xfrm>
            <a:off x="371961" y="3714341"/>
            <a:ext cx="6555307" cy="885569"/>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a:solidFill>
                  <a:schemeClr val="tx1"/>
                </a:solidFill>
              </a:rPr>
              <a:t>A] We tried to focus on overall </a:t>
            </a:r>
            <a:r>
              <a:rPr lang="en-US" sz="1050">
                <a:solidFill>
                  <a:schemeClr val="accent1"/>
                </a:solidFill>
              </a:rPr>
              <a:t>programming sense and day to day technical issues (Change </a:t>
            </a:r>
          </a:p>
          <a:p>
            <a:r>
              <a:rPr lang="en-US" sz="1050">
                <a:solidFill>
                  <a:schemeClr val="accent1"/>
                </a:solidFill>
              </a:rPr>
              <a:t>     management and Tools)</a:t>
            </a:r>
            <a:r>
              <a:rPr lang="en-US" sz="1050">
                <a:solidFill>
                  <a:schemeClr val="tx1"/>
                </a:solidFill>
              </a:rPr>
              <a:t>. We compiled a list of 30-40 questions that can cover timebox  </a:t>
            </a:r>
          </a:p>
          <a:p>
            <a:r>
              <a:rPr lang="en-US" sz="1050">
                <a:solidFill>
                  <a:schemeClr val="tx1"/>
                </a:solidFill>
              </a:rPr>
              <a:t>     programming and basic troubleshooting.</a:t>
            </a:r>
          </a:p>
          <a:p>
            <a:r>
              <a:rPr lang="en-US" sz="1050">
                <a:solidFill>
                  <a:schemeClr val="tx1"/>
                </a:solidFill>
              </a:rPr>
              <a:t>B] We administered an </a:t>
            </a:r>
            <a:r>
              <a:rPr lang="en-US" sz="1050">
                <a:solidFill>
                  <a:schemeClr val="accent1"/>
                </a:solidFill>
              </a:rPr>
              <a:t>hour-long test</a:t>
            </a:r>
            <a:r>
              <a:rPr lang="en-US" sz="1050">
                <a:solidFill>
                  <a:schemeClr val="tx1"/>
                </a:solidFill>
              </a:rPr>
              <a:t> to assess their current knowledge. </a:t>
            </a:r>
          </a:p>
          <a:p>
            <a:r>
              <a:rPr lang="en-US" sz="1050">
                <a:solidFill>
                  <a:schemeClr val="tx1"/>
                </a:solidFill>
              </a:rPr>
              <a:t>C] Following the test, </a:t>
            </a:r>
            <a:r>
              <a:rPr lang="en-US" sz="1050">
                <a:solidFill>
                  <a:schemeClr val="accent1"/>
                </a:solidFill>
              </a:rPr>
              <a:t>a one-on-one mentoring session </a:t>
            </a:r>
            <a:r>
              <a:rPr lang="en-US" sz="1050">
                <a:solidFill>
                  <a:schemeClr val="tx1"/>
                </a:solidFill>
              </a:rPr>
              <a:t>was organized to fill knowledge gaps.</a:t>
            </a:r>
            <a:endParaRPr lang="en-IN" sz="1050"/>
          </a:p>
        </p:txBody>
      </p:sp>
      <p:sp>
        <p:nvSpPr>
          <p:cNvPr id="36" name="Text Placeholder 4">
            <a:extLst>
              <a:ext uri="{FF2B5EF4-FFF2-40B4-BE49-F238E27FC236}">
                <a16:creationId xmlns:a16="http://schemas.microsoft.com/office/drawing/2014/main" id="{76433FF1-C283-46A7-89A8-A352170D383D}"/>
              </a:ext>
            </a:extLst>
          </p:cNvPr>
          <p:cNvSpPr txBox="1">
            <a:spLocks/>
          </p:cNvSpPr>
          <p:nvPr/>
        </p:nvSpPr>
        <p:spPr bwMode="invGray">
          <a:xfrm>
            <a:off x="7120332" y="3798468"/>
            <a:ext cx="1229664" cy="771229"/>
          </a:xfrm>
          <a:prstGeom prst="rect">
            <a:avLst/>
          </a:prstGeom>
        </p:spPr>
        <p:txBody>
          <a:bodyPr lIns="91440" tIns="45720" rIns="91440" bIns="4572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solidFill>
                <a:latin typeface="Montserrat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NL" sz="1050">
                <a:solidFill>
                  <a:srgbClr val="2D2D2D"/>
                </a:solidFill>
              </a:rPr>
              <a:t>Focus </a:t>
            </a:r>
            <a:r>
              <a:rPr lang="en-US" sz="1050">
                <a:solidFill>
                  <a:srgbClr val="2D2D2D"/>
                </a:solidFill>
              </a:rPr>
              <a:t>Quiz</a:t>
            </a:r>
            <a:r>
              <a:rPr lang="en-NL" sz="1050">
                <a:solidFill>
                  <a:srgbClr val="2D2D2D"/>
                </a:solidFill>
              </a:rPr>
              <a:t> #4</a:t>
            </a:r>
            <a:endParaRPr lang="en-US" sz="1050">
              <a:solidFill>
                <a:srgbClr val="2D2D2D"/>
              </a:solidFill>
            </a:endParaRPr>
          </a:p>
          <a:p>
            <a:pPr algn="l"/>
            <a:r>
              <a:rPr lang="en-US" sz="1050">
                <a:solidFill>
                  <a:srgbClr val="2D2D2D"/>
                </a:solidFill>
                <a:latin typeface="Montserrat SemiBold"/>
              </a:rPr>
              <a:t>Programming &amp; trouble-shooting </a:t>
            </a:r>
            <a:endParaRPr lang="en-US" sz="1050">
              <a:solidFill>
                <a:srgbClr val="2D2D2D"/>
              </a:solidFill>
            </a:endParaRPr>
          </a:p>
        </p:txBody>
      </p:sp>
      <p:graphicFrame>
        <p:nvGraphicFramePr>
          <p:cNvPr id="11" name="Table 11">
            <a:extLst>
              <a:ext uri="{FF2B5EF4-FFF2-40B4-BE49-F238E27FC236}">
                <a16:creationId xmlns:a16="http://schemas.microsoft.com/office/drawing/2014/main" id="{699D371E-8F63-A94D-35FE-77C7AABFD755}"/>
              </a:ext>
            </a:extLst>
          </p:cNvPr>
          <p:cNvGraphicFramePr>
            <a:graphicFrameLocks noGrp="1"/>
          </p:cNvGraphicFramePr>
          <p:nvPr/>
        </p:nvGraphicFramePr>
        <p:xfrm>
          <a:off x="7008963" y="107830"/>
          <a:ext cx="1789231" cy="894804"/>
        </p:xfrm>
        <a:graphic>
          <a:graphicData uri="http://schemas.openxmlformats.org/drawingml/2006/table">
            <a:tbl>
              <a:tblPr firstRow="1" bandRow="1">
                <a:tableStyleId>{5C22544A-7EE6-4342-B048-85BDC9FD1C3A}</a:tableStyleId>
              </a:tblPr>
              <a:tblGrid>
                <a:gridCol w="1789231">
                  <a:extLst>
                    <a:ext uri="{9D8B030D-6E8A-4147-A177-3AD203B41FA5}">
                      <a16:colId xmlns:a16="http://schemas.microsoft.com/office/drawing/2014/main" val="2777619534"/>
                    </a:ext>
                  </a:extLst>
                </a:gridCol>
              </a:tblGrid>
              <a:tr h="894804">
                <a:tc>
                  <a:txBody>
                    <a:bodyPr/>
                    <a:lstStyle/>
                    <a:p>
                      <a:endParaRPr lang="en-US" sz="1000"/>
                    </a:p>
                  </a:txBody>
                  <a:tcPr marL="68580" marR="68580" marT="34290" marB="34290"/>
                </a:tc>
                <a:extLst>
                  <a:ext uri="{0D108BD9-81ED-4DB2-BD59-A6C34878D82A}">
                    <a16:rowId xmlns:a16="http://schemas.microsoft.com/office/drawing/2014/main" val="305404448"/>
                  </a:ext>
                </a:extLst>
              </a:tr>
            </a:tbl>
          </a:graphicData>
        </a:graphic>
      </p:graphicFrame>
      <mc:AlternateContent xmlns:mc="http://schemas.openxmlformats.org/markup-compatibility/2006">
        <mc:Choice xmlns:am3d="http://schemas.microsoft.com/office/drawing/2017/model3d" Requires="am3d">
          <p:graphicFrame>
            <p:nvGraphicFramePr>
              <p:cNvPr id="4" name="3D Model 3" descr="Smiling Face">
                <a:extLst>
                  <a:ext uri="{FF2B5EF4-FFF2-40B4-BE49-F238E27FC236}">
                    <a16:creationId xmlns:a16="http://schemas.microsoft.com/office/drawing/2014/main" id="{6D7F7644-8E3A-244C-6263-46B5044ECE90}"/>
                  </a:ext>
                </a:extLst>
              </p:cNvPr>
              <p:cNvGraphicFramePr>
                <a:graphicFrameLocks noChangeAspect="1"/>
              </p:cNvGraphicFramePr>
              <p:nvPr/>
            </p:nvGraphicFramePr>
            <p:xfrm>
              <a:off x="7150723" y="159329"/>
              <a:ext cx="620792" cy="635063"/>
            </p:xfrm>
            <a:graphic>
              <a:graphicData uri="http://schemas.microsoft.com/office/drawing/2017/model3d">
                <am3d:model3d r:embed="rId4">
                  <am3d:spPr>
                    <a:xfrm>
                      <a:off x="0" y="0"/>
                      <a:ext cx="620792" cy="635063"/>
                    </a:xfrm>
                    <a:prstGeom prst="rect">
                      <a:avLst/>
                    </a:prstGeom>
                  </am3d:spPr>
                  <am3d:camera>
                    <am3d:pos x="0" y="0" z="80938013"/>
                    <am3d:up dx="0" dy="36000000" dz="0"/>
                    <am3d:lookAt x="0" y="0" z="0"/>
                    <am3d:perspective fov="2700000"/>
                  </am3d:camera>
                  <am3d:trans>
                    <am3d:meterPerModelUnit n="61067647" d="1000000"/>
                    <am3d:preTrans dx="0" dy="-2" dz="1153533"/>
                    <am3d:scale>
                      <am3d:sx n="1000000" d="1000000"/>
                      <am3d:sy n="1000000" d="1000000"/>
                      <am3d:sz n="1000000" d="1000000"/>
                    </am3d:scale>
                    <am3d:rot ax="103799" ay="103701" az="3133"/>
                    <am3d:postTrans dx="0" dy="0" dz="0"/>
                  </am3d:trans>
                  <am3d:raster rName="Office3DRenderer" rVer="16.0.8326">
                    <am3d:blip r:embed="rId5"/>
                  </am3d:raster>
                  <am3d:objViewport viewportSz="134611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3D Model 3" descr="Smiling Face">
                <a:extLst>
                  <a:ext uri="{FF2B5EF4-FFF2-40B4-BE49-F238E27FC236}">
                    <a16:creationId xmlns:a16="http://schemas.microsoft.com/office/drawing/2014/main" id="{6D7F7644-8E3A-244C-6263-46B5044ECE90}"/>
                  </a:ext>
                </a:extLst>
              </p:cNvPr>
              <p:cNvPicPr>
                <a:picLocks noGrp="1" noRot="1" noChangeAspect="1" noMove="1" noResize="1" noEditPoints="1" noAdjustHandles="1" noChangeArrowheads="1" noChangeShapeType="1" noCrop="1"/>
              </p:cNvPicPr>
              <p:nvPr/>
            </p:nvPicPr>
            <p:blipFill>
              <a:blip r:embed="rId5"/>
              <a:stretch>
                <a:fillRect/>
              </a:stretch>
            </p:blipFill>
            <p:spPr>
              <a:xfrm>
                <a:off x="7150723" y="159329"/>
                <a:ext cx="620792" cy="635063"/>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0" name="3D Model 9" descr="Smiling Face">
                <a:extLst>
                  <a:ext uri="{FF2B5EF4-FFF2-40B4-BE49-F238E27FC236}">
                    <a16:creationId xmlns:a16="http://schemas.microsoft.com/office/drawing/2014/main" id="{5D6DEFC2-7131-BFEA-6A31-C5F2E7589AC2}"/>
                  </a:ext>
                </a:extLst>
              </p:cNvPr>
              <p:cNvGraphicFramePr>
                <a:graphicFrameLocks noChangeAspect="1"/>
              </p:cNvGraphicFramePr>
              <p:nvPr>
                <p:extLst>
                  <p:ext uri="{D42A27DB-BD31-4B8C-83A1-F6EECF244321}">
                    <p14:modId xmlns:p14="http://schemas.microsoft.com/office/powerpoint/2010/main" val="2899881643"/>
                  </p:ext>
                </p:extLst>
              </p:nvPr>
            </p:nvGraphicFramePr>
            <p:xfrm>
              <a:off x="7983793" y="127578"/>
              <a:ext cx="620792" cy="635063"/>
            </p:xfrm>
            <a:graphic>
              <a:graphicData uri="http://schemas.microsoft.com/office/drawing/2017/model3d">
                <am3d:model3d r:embed="rId4">
                  <am3d:spPr>
                    <a:xfrm>
                      <a:off x="0" y="0"/>
                      <a:ext cx="620792" cy="635063"/>
                    </a:xfrm>
                    <a:prstGeom prst="rect">
                      <a:avLst/>
                    </a:prstGeom>
                  </am3d:spPr>
                  <am3d:camera>
                    <am3d:pos x="0" y="0" z="80938013"/>
                    <am3d:up dx="0" dy="36000000" dz="0"/>
                    <am3d:lookAt x="0" y="0" z="0"/>
                    <am3d:perspective fov="2700000"/>
                  </am3d:camera>
                  <am3d:trans>
                    <am3d:meterPerModelUnit n="61067647" d="1000000"/>
                    <am3d:preTrans dx="0" dy="-2" dz="1153533"/>
                    <am3d:scale>
                      <am3d:sx n="1000000" d="1000000"/>
                      <am3d:sy n="1000000" d="1000000"/>
                      <am3d:sz n="1000000" d="1000000"/>
                    </am3d:scale>
                    <am3d:rot ax="103799" ay="103701" az="3133"/>
                    <am3d:postTrans dx="0" dy="0" dz="0"/>
                  </am3d:trans>
                  <am3d:raster rName="Office3DRenderer" rVer="16.0.8326">
                    <am3d:blip r:embed="rId5"/>
                  </am3d:raster>
                  <am3d:objViewport viewportSz="134611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3D Model 9" descr="Smiling Face">
                <a:extLst>
                  <a:ext uri="{FF2B5EF4-FFF2-40B4-BE49-F238E27FC236}">
                    <a16:creationId xmlns:a16="http://schemas.microsoft.com/office/drawing/2014/main" id="{5D6DEFC2-7131-BFEA-6A31-C5F2E7589AC2}"/>
                  </a:ext>
                </a:extLst>
              </p:cNvPr>
              <p:cNvPicPr>
                <a:picLocks noGrp="1" noRot="1" noChangeAspect="1" noMove="1" noResize="1" noEditPoints="1" noAdjustHandles="1" noChangeArrowheads="1" noChangeShapeType="1" noCrop="1"/>
              </p:cNvPicPr>
              <p:nvPr/>
            </p:nvPicPr>
            <p:blipFill>
              <a:blip r:embed="rId5"/>
              <a:stretch>
                <a:fillRect/>
              </a:stretch>
            </p:blipFill>
            <p:spPr>
              <a:xfrm>
                <a:off x="7983793" y="127578"/>
                <a:ext cx="620792" cy="635063"/>
              </a:xfrm>
              <a:prstGeom prst="rect">
                <a:avLst/>
              </a:prstGeom>
            </p:spPr>
          </p:pic>
        </mc:Fallback>
      </mc:AlternateContent>
      <p:sp>
        <p:nvSpPr>
          <p:cNvPr id="12" name="TextBox 11">
            <a:extLst>
              <a:ext uri="{FF2B5EF4-FFF2-40B4-BE49-F238E27FC236}">
                <a16:creationId xmlns:a16="http://schemas.microsoft.com/office/drawing/2014/main" id="{85C0B5B8-B45E-6E99-558A-A9B9DDEA6FDD}"/>
              </a:ext>
            </a:extLst>
          </p:cNvPr>
          <p:cNvSpPr txBox="1"/>
          <p:nvPr/>
        </p:nvSpPr>
        <p:spPr>
          <a:xfrm>
            <a:off x="7124629" y="750857"/>
            <a:ext cx="859164" cy="276999"/>
          </a:xfrm>
          <a:prstGeom prst="rect">
            <a:avLst/>
          </a:prstGeom>
          <a:noFill/>
        </p:spPr>
        <p:txBody>
          <a:bodyPr wrap="square" rtlCol="0">
            <a:spAutoFit/>
          </a:bodyPr>
          <a:lstStyle/>
          <a:p>
            <a:r>
              <a:rPr lang="en-US" sz="1200" b="1"/>
              <a:t>Mentee</a:t>
            </a:r>
          </a:p>
        </p:txBody>
      </p:sp>
      <p:sp>
        <p:nvSpPr>
          <p:cNvPr id="13" name="TextBox 12">
            <a:extLst>
              <a:ext uri="{FF2B5EF4-FFF2-40B4-BE49-F238E27FC236}">
                <a16:creationId xmlns:a16="http://schemas.microsoft.com/office/drawing/2014/main" id="{3A62365D-530B-359D-9DF8-C431B11E82E6}"/>
              </a:ext>
            </a:extLst>
          </p:cNvPr>
          <p:cNvSpPr txBox="1"/>
          <p:nvPr/>
        </p:nvSpPr>
        <p:spPr>
          <a:xfrm>
            <a:off x="7920414" y="762641"/>
            <a:ext cx="859164" cy="276999"/>
          </a:xfrm>
          <a:prstGeom prst="rect">
            <a:avLst/>
          </a:prstGeom>
          <a:noFill/>
        </p:spPr>
        <p:txBody>
          <a:bodyPr wrap="square" rtlCol="0">
            <a:spAutoFit/>
          </a:bodyPr>
          <a:lstStyle/>
          <a:p>
            <a:r>
              <a:rPr lang="en-US" sz="1200" b="1"/>
              <a:t>Mentors</a:t>
            </a:r>
          </a:p>
        </p:txBody>
      </p:sp>
    </p:spTree>
    <p:extLst>
      <p:ext uri="{BB962C8B-B14F-4D97-AF65-F5344CB8AC3E}">
        <p14:creationId xmlns:p14="http://schemas.microsoft.com/office/powerpoint/2010/main" val="1788227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750EC-D067-36DF-FBF4-E7E30FFEF03E}"/>
              </a:ext>
            </a:extLst>
          </p:cNvPr>
          <p:cNvSpPr>
            <a:spLocks noGrp="1"/>
          </p:cNvSpPr>
          <p:nvPr>
            <p:ph type="title"/>
          </p:nvPr>
        </p:nvSpPr>
        <p:spPr/>
        <p:txBody>
          <a:bodyPr/>
          <a:lstStyle/>
          <a:p>
            <a:r>
              <a:rPr lang="en-US" dirty="0"/>
              <a:t>Team Level – Leave tracker</a:t>
            </a:r>
            <a:endParaRPr lang="en-IN" dirty="0"/>
          </a:p>
        </p:txBody>
      </p:sp>
      <p:sp>
        <p:nvSpPr>
          <p:cNvPr id="3" name="Text Placeholder 2">
            <a:extLst>
              <a:ext uri="{FF2B5EF4-FFF2-40B4-BE49-F238E27FC236}">
                <a16:creationId xmlns:a16="http://schemas.microsoft.com/office/drawing/2014/main" id="{B74A48AD-4DE9-CCF0-38D4-126E2BF26A58}"/>
              </a:ext>
            </a:extLst>
          </p:cNvPr>
          <p:cNvSpPr>
            <a:spLocks noGrp="1"/>
          </p:cNvSpPr>
          <p:nvPr>
            <p:ph type="body" sz="quarter" idx="10"/>
          </p:nvPr>
        </p:nvSpPr>
        <p:spPr/>
        <p:txBody>
          <a:bodyPr/>
          <a:lstStyle/>
          <a:p>
            <a:r>
              <a:rPr lang="en-US" dirty="0"/>
              <a:t>Managing Employee leaves tracking in different way</a:t>
            </a:r>
            <a:endParaRPr lang="en-IN" dirty="0"/>
          </a:p>
        </p:txBody>
      </p:sp>
      <p:pic>
        <p:nvPicPr>
          <p:cNvPr id="6" name="Picture 5">
            <a:extLst>
              <a:ext uri="{FF2B5EF4-FFF2-40B4-BE49-F238E27FC236}">
                <a16:creationId xmlns:a16="http://schemas.microsoft.com/office/drawing/2014/main" id="{BE3B37F2-B1EC-D5BA-B5A1-A962CA8F6CB7}"/>
              </a:ext>
            </a:extLst>
          </p:cNvPr>
          <p:cNvPicPr>
            <a:picLocks noChangeAspect="1"/>
          </p:cNvPicPr>
          <p:nvPr/>
        </p:nvPicPr>
        <p:blipFill>
          <a:blip r:embed="rId2"/>
          <a:stretch>
            <a:fillRect/>
          </a:stretch>
        </p:blipFill>
        <p:spPr>
          <a:xfrm>
            <a:off x="747961" y="1024712"/>
            <a:ext cx="7109499" cy="3328806"/>
          </a:xfrm>
          <a:prstGeom prst="rect">
            <a:avLst/>
          </a:prstGeom>
        </p:spPr>
      </p:pic>
    </p:spTree>
    <p:extLst>
      <p:ext uri="{BB962C8B-B14F-4D97-AF65-F5344CB8AC3E}">
        <p14:creationId xmlns:p14="http://schemas.microsoft.com/office/powerpoint/2010/main" val="2546379468"/>
      </p:ext>
    </p:extLst>
  </p:cSld>
  <p:clrMapOvr>
    <a:masterClrMapping/>
  </p:clrMapOvr>
</p:sld>
</file>

<file path=ppt/theme/theme1.xml><?xml version="1.0" encoding="utf-8"?>
<a:theme xmlns:a="http://schemas.openxmlformats.org/drawingml/2006/main" name="Group_Internal_Dark">
  <a:themeElements>
    <a:clrScheme name="New Atos Colors">
      <a:dk1>
        <a:srgbClr val="0F0F0F"/>
      </a:dk1>
      <a:lt1>
        <a:sysClr val="window" lastClr="FFFFFF"/>
      </a:lt1>
      <a:dk2>
        <a:srgbClr val="0F0F0F"/>
      </a:dk2>
      <a:lt2>
        <a:srgbClr val="FFFFFF"/>
      </a:lt2>
      <a:accent1>
        <a:srgbClr val="0596FF"/>
      </a:accent1>
      <a:accent2>
        <a:srgbClr val="A375FF"/>
      </a:accent2>
      <a:accent3>
        <a:srgbClr val="FF5269"/>
      </a:accent3>
      <a:accent4>
        <a:srgbClr val="00A39B"/>
      </a:accent4>
      <a:accent5>
        <a:srgbClr val="B88D00"/>
      </a:accent5>
      <a:accent6>
        <a:srgbClr val="2B2B2B"/>
      </a:accent6>
      <a:hlink>
        <a:srgbClr val="0596FF"/>
      </a:hlink>
      <a:folHlink>
        <a:srgbClr val="68C0FF"/>
      </a:folHlink>
    </a:clrScheme>
    <a:fontScheme name="Atos Black">
      <a:majorFont>
        <a:latin typeface="Raleway SemiBold"/>
        <a:ea typeface=""/>
        <a:cs typeface=""/>
      </a:majorFont>
      <a:minorFont>
        <a:latin typeface="Raleway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err="1" smtClean="0"/>
        </a:defPPr>
      </a:lstStyle>
    </a:txDef>
  </a:objectDefaults>
  <a:extraClrSchemeLst/>
  <a:custClrLst>
    <a:custClr name="Atos Blue">
      <a:srgbClr val="0596FF"/>
    </a:custClr>
    <a:custClr name="Atos Purple">
      <a:srgbClr val="A375FF"/>
    </a:custClr>
    <a:custClr name="Atos Red">
      <a:srgbClr val="FF5269"/>
    </a:custClr>
    <a:custClr name="Atos Green">
      <a:srgbClr val="00A39B"/>
    </a:custClr>
    <a:custClr name="Atos Yellow">
      <a:srgbClr val="B88D00"/>
    </a:custClr>
    <a:custClr name="Atos Grey">
      <a:srgbClr val="2B2B2B"/>
    </a:custClr>
  </a:custClrLst>
  <a:extLst>
    <a:ext uri="{05A4C25C-085E-4340-85A3-A5531E510DB2}">
      <thm15:themeFamily xmlns:thm15="http://schemas.microsoft.com/office/thememl/2012/main" name="Atos Group Template_Internal_Dark &amp; Light.potx" id="{C8411C5A-3848-45F4-8AD3-86BFE25B2CD4}" vid="{638C0BDC-276F-46AE-8B0D-ABCEAC37E2E3}"/>
    </a:ext>
  </a:extLst>
</a:theme>
</file>

<file path=ppt/theme/theme2.xml><?xml version="1.0" encoding="utf-8"?>
<a:theme xmlns:a="http://schemas.openxmlformats.org/drawingml/2006/main" name="Group_Internal_Light">
  <a:themeElements>
    <a:clrScheme name="New Atos Colors">
      <a:dk1>
        <a:srgbClr val="0F0F0F"/>
      </a:dk1>
      <a:lt1>
        <a:sysClr val="window" lastClr="FFFFFF"/>
      </a:lt1>
      <a:dk2>
        <a:srgbClr val="0F0F0F"/>
      </a:dk2>
      <a:lt2>
        <a:srgbClr val="FFFFFF"/>
      </a:lt2>
      <a:accent1>
        <a:srgbClr val="0596FF"/>
      </a:accent1>
      <a:accent2>
        <a:srgbClr val="A375FF"/>
      </a:accent2>
      <a:accent3>
        <a:srgbClr val="FF5269"/>
      </a:accent3>
      <a:accent4>
        <a:srgbClr val="00A39B"/>
      </a:accent4>
      <a:accent5>
        <a:srgbClr val="B88D00"/>
      </a:accent5>
      <a:accent6>
        <a:srgbClr val="2B2B2B"/>
      </a:accent6>
      <a:hlink>
        <a:srgbClr val="0596FF"/>
      </a:hlink>
      <a:folHlink>
        <a:srgbClr val="68C0FF"/>
      </a:folHlink>
    </a:clrScheme>
    <a:fontScheme name="Atos Black">
      <a:majorFont>
        <a:latin typeface="Raleway SemiBold"/>
        <a:ea typeface=""/>
        <a:cs typeface=""/>
      </a:majorFont>
      <a:minorFont>
        <a:latin typeface="Raleway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err="1" smtClean="0"/>
        </a:defPPr>
      </a:lstStyle>
    </a:txDef>
  </a:objectDefaults>
  <a:extraClrSchemeLst/>
  <a:custClrLst>
    <a:custClr name="Atos Blue">
      <a:srgbClr val="0596FF"/>
    </a:custClr>
    <a:custClr name="Atos Purple">
      <a:srgbClr val="A375FF"/>
    </a:custClr>
    <a:custClr name="Atos Red">
      <a:srgbClr val="FF5269"/>
    </a:custClr>
    <a:custClr name="Atos Green">
      <a:srgbClr val="00A39B"/>
    </a:custClr>
    <a:custClr name="Atos Yellow">
      <a:srgbClr val="B88D00"/>
    </a:custClr>
    <a:custClr name="Atos Grey">
      <a:srgbClr val="2B2B2B"/>
    </a:custClr>
  </a:custClrLst>
  <a:extLst>
    <a:ext uri="{05A4C25C-085E-4340-85A3-A5531E510DB2}">
      <thm15:themeFamily xmlns:thm15="http://schemas.microsoft.com/office/thememl/2012/main" name="Atos Group Template_Internal_Dark &amp; Light.potx" id="{C8411C5A-3848-45F4-8AD3-86BFE25B2CD4}" vid="{215400EB-DA6C-4D02-A259-9829566360FA}"/>
    </a:ext>
  </a:extLst>
</a:theme>
</file>

<file path=ppt/theme/theme3.xml><?xml version="1.0" encoding="utf-8"?>
<a:theme xmlns:a="http://schemas.openxmlformats.org/drawingml/2006/main" name="Group_Internal_Dark">
  <a:themeElements>
    <a:clrScheme name="New Atos Colors">
      <a:dk1>
        <a:srgbClr val="0F0F0F"/>
      </a:dk1>
      <a:lt1>
        <a:sysClr val="window" lastClr="FFFFFF"/>
      </a:lt1>
      <a:dk2>
        <a:srgbClr val="0F0F0F"/>
      </a:dk2>
      <a:lt2>
        <a:srgbClr val="FFFFFF"/>
      </a:lt2>
      <a:accent1>
        <a:srgbClr val="0596FF"/>
      </a:accent1>
      <a:accent2>
        <a:srgbClr val="A375FF"/>
      </a:accent2>
      <a:accent3>
        <a:srgbClr val="FF5269"/>
      </a:accent3>
      <a:accent4>
        <a:srgbClr val="00A39B"/>
      </a:accent4>
      <a:accent5>
        <a:srgbClr val="B88D00"/>
      </a:accent5>
      <a:accent6>
        <a:srgbClr val="2B2B2B"/>
      </a:accent6>
      <a:hlink>
        <a:srgbClr val="0596FF"/>
      </a:hlink>
      <a:folHlink>
        <a:srgbClr val="68C0FF"/>
      </a:folHlink>
    </a:clrScheme>
    <a:fontScheme name="Atos Black">
      <a:majorFont>
        <a:latin typeface="Raleway SemiBold"/>
        <a:ea typeface=""/>
        <a:cs typeface=""/>
      </a:majorFont>
      <a:minorFont>
        <a:latin typeface="Raleway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err="1" smtClean="0"/>
        </a:defPPr>
      </a:lstStyle>
    </a:txDef>
  </a:objectDefaults>
  <a:extraClrSchemeLst/>
  <a:custClrLst>
    <a:custClr name="Atos Blue">
      <a:srgbClr val="0596FF"/>
    </a:custClr>
    <a:custClr name="Atos Purple">
      <a:srgbClr val="A375FF"/>
    </a:custClr>
    <a:custClr name="Atos Red">
      <a:srgbClr val="FF5269"/>
    </a:custClr>
    <a:custClr name="Atos Green">
      <a:srgbClr val="00A39B"/>
    </a:custClr>
    <a:custClr name="Atos Yellow">
      <a:srgbClr val="B88D00"/>
    </a:custClr>
    <a:custClr name="Atos Grey">
      <a:srgbClr val="2B2B2B"/>
    </a:custClr>
  </a:custClrLst>
  <a:extLst>
    <a:ext uri="{05A4C25C-085E-4340-85A3-A5531E510DB2}">
      <thm15:themeFamily xmlns:thm15="http://schemas.microsoft.com/office/thememl/2012/main" name="Atos Group Template_Internal_Dark &amp; Light.potx" id="{C8411C5A-3848-45F4-8AD3-86BFE25B2CD4}" vid="{638C0BDC-276F-46AE-8B0D-ABCEAC37E2E3}"/>
    </a:ext>
  </a:extLst>
</a:theme>
</file>

<file path=ppt/theme/theme4.xml><?xml version="1.0" encoding="utf-8"?>
<a:theme xmlns:a="http://schemas.openxmlformats.org/drawingml/2006/main" name="7_Atos v4.0">
  <a:themeElements>
    <a:clrScheme name="Custom 1">
      <a:dk1>
        <a:sysClr val="windowText" lastClr="000000"/>
      </a:dk1>
      <a:lt1>
        <a:sysClr val="window" lastClr="FFFFFF"/>
      </a:lt1>
      <a:dk2>
        <a:srgbClr val="0066A1"/>
      </a:dk2>
      <a:lt2>
        <a:srgbClr val="FFFFFF"/>
      </a:lt2>
      <a:accent1>
        <a:srgbClr val="0066A1"/>
      </a:accent1>
      <a:accent2>
        <a:srgbClr val="0089C4"/>
      </a:accent2>
      <a:accent3>
        <a:srgbClr val="00AFD8"/>
      </a:accent3>
      <a:accent4>
        <a:srgbClr val="0066A1"/>
      </a:accent4>
      <a:accent5>
        <a:srgbClr val="0089C4"/>
      </a:accent5>
      <a:accent6>
        <a:srgbClr val="0066A1"/>
      </a:accent6>
      <a:hlink>
        <a:srgbClr val="0066A1"/>
      </a:hlink>
      <a:folHlink>
        <a:srgbClr val="00AFD8"/>
      </a:folHlink>
    </a:clrScheme>
    <a:fontScheme name="Atos Font PP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Atos Primary Color Atos Blue">
      <a:srgbClr val="0066A1"/>
    </a:custClr>
    <a:custClr name="Atos Primary Color White">
      <a:srgbClr val="FFFFFF"/>
    </a:custClr>
    <a:custClr name="Atos Primary Color Grey">
      <a:srgbClr val="808080"/>
    </a:custClr>
    <a:custClr name="Atos Primary Color Black">
      <a:srgbClr val="000000"/>
    </a:custClr>
    <a:custClr name="Atos Secondary Color Orange">
      <a:srgbClr val="FA6119"/>
    </a:custClr>
    <a:custClr name="Atos Secondary Color Yellow">
      <a:srgbClr val="9E9500"/>
    </a:custClr>
    <a:custClr name="Atos Secondary Color Dark purple">
      <a:srgbClr val="6639B7"/>
    </a:custClr>
    <a:custClr name="Atos Secondary Color Light purple">
      <a:srgbClr val="A626AA"/>
    </a:custClr>
    <a:custClr name="Atos Secondary Color Teal">
      <a:srgbClr val="00A59C"/>
    </a:custClr>
    <a:custClr name="Atos Complementary Color Green">
      <a:srgbClr val="3F9C35"/>
    </a:custClr>
    <a:custClr name="Atos Complementary Color Pink">
      <a:srgbClr val="D71F85"/>
    </a:custClr>
    <a:custClr name="Atos Complementary Color Dark grey">
      <a:srgbClr val="898D8D"/>
    </a:custClr>
    <a:custClr name="Atos Complementary Color Light blue">
      <a:srgbClr val="00AFD8"/>
    </a:custClr>
    <a:custClr name="Atos Complementary Color Blue">
      <a:srgbClr val="0089C4"/>
    </a:custClr>
  </a:custClrLst>
  <a:extLst>
    <a:ext uri="{05A4C25C-085E-4340-85A3-A5531E510DB2}">
      <thm15:themeFamily xmlns:thm15="http://schemas.microsoft.com/office/thememl/2012/main" name="Atos RS Template_External" id="{261E3609-11A1-4FDA-8C09-A0BDC8738F12}" vid="{E7E4B959-8FEE-4630-9FDF-608623DA3F53}"/>
    </a:ext>
  </a:extLst>
</a:theme>
</file>

<file path=ppt/theme/theme5.xml><?xml version="1.0" encoding="utf-8"?>
<a:theme xmlns:a="http://schemas.openxmlformats.org/drawingml/2006/main" name="2_Timeline / Process / Org. Chart Slides">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FedEx Brand Fonts">
      <a:majorFont>
        <a:latin typeface="FedEx Sans Bold"/>
        <a:ea typeface=""/>
        <a:cs typeface=""/>
      </a:majorFont>
      <a:minorFont>
        <a:latin typeface="FedEx Sans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FedEx Brand Theme" id="{FF489BAB-B2C0-44E4-BC10-E8A20FA627F5}" vid="{D5BA3CA3-4566-42AA-A2B4-9329C71BFC9A}"/>
    </a:ext>
  </a:extLst>
</a:theme>
</file>

<file path=ppt/theme/theme6.xml><?xml version="1.0" encoding="utf-8"?>
<a:theme xmlns:a="http://schemas.openxmlformats.org/drawingml/2006/main" name="Atos v4.0">
  <a:themeElements>
    <a:clrScheme name="Custom 1">
      <a:dk1>
        <a:sysClr val="windowText" lastClr="000000"/>
      </a:dk1>
      <a:lt1>
        <a:sysClr val="window" lastClr="FFFFFF"/>
      </a:lt1>
      <a:dk2>
        <a:srgbClr val="0066A1"/>
      </a:dk2>
      <a:lt2>
        <a:srgbClr val="FFFFFF"/>
      </a:lt2>
      <a:accent1>
        <a:srgbClr val="0066A1"/>
      </a:accent1>
      <a:accent2>
        <a:srgbClr val="0089C4"/>
      </a:accent2>
      <a:accent3>
        <a:srgbClr val="00AFD8"/>
      </a:accent3>
      <a:accent4>
        <a:srgbClr val="0066A1"/>
      </a:accent4>
      <a:accent5>
        <a:srgbClr val="0089C4"/>
      </a:accent5>
      <a:accent6>
        <a:srgbClr val="0066A1"/>
      </a:accent6>
      <a:hlink>
        <a:srgbClr val="0066A1"/>
      </a:hlink>
      <a:folHlink>
        <a:srgbClr val="00AFD8"/>
      </a:folHlink>
    </a:clrScheme>
    <a:fontScheme name="Atos Font PP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Atos Primary Color Atos Blue">
      <a:srgbClr val="0066A1"/>
    </a:custClr>
    <a:custClr name="Atos Primary Color White">
      <a:srgbClr val="FFFFFF"/>
    </a:custClr>
    <a:custClr name="Atos Primary Color Grey">
      <a:srgbClr val="808080"/>
    </a:custClr>
    <a:custClr name="Atos Primary Color Black">
      <a:srgbClr val="000000"/>
    </a:custClr>
    <a:custClr name="Atos Secondary Color Orange">
      <a:srgbClr val="FA6119"/>
    </a:custClr>
    <a:custClr name="Atos Secondary Color Yellow">
      <a:srgbClr val="9E9500"/>
    </a:custClr>
    <a:custClr name="Atos Secondary Color Dark purple">
      <a:srgbClr val="6639B7"/>
    </a:custClr>
    <a:custClr name="Atos Secondary Color Light purple">
      <a:srgbClr val="A626AA"/>
    </a:custClr>
    <a:custClr name="Atos Secondary Color Teal">
      <a:srgbClr val="00A59C"/>
    </a:custClr>
    <a:custClr name="Atos Complementary Color Green">
      <a:srgbClr val="3F9C35"/>
    </a:custClr>
    <a:custClr name="Atos Complementary Color Pink">
      <a:srgbClr val="D71F85"/>
    </a:custClr>
    <a:custClr name="Atos Complementary Color Dark grey">
      <a:srgbClr val="898D8D"/>
    </a:custClr>
    <a:custClr name="Atos Complementary Color Light blue">
      <a:srgbClr val="00AFD8"/>
    </a:custClr>
    <a:custClr name="Atos Complementary Color Blue">
      <a:srgbClr val="0089C4"/>
    </a:custClr>
  </a:custClrLst>
  <a:extLst>
    <a:ext uri="{05A4C25C-085E-4340-85A3-A5531E510DB2}">
      <thm15:themeFamily xmlns:thm15="http://schemas.microsoft.com/office/thememl/2012/main" name="Atos RS Template_External" id="{261E3609-11A1-4FDA-8C09-A0BDC8738F12}" vid="{E7E4B959-8FEE-4630-9FDF-608623DA3F53}"/>
    </a:ext>
  </a:extLst>
</a:theme>
</file>

<file path=ppt/theme/theme7.xml><?xml version="1.0" encoding="utf-8"?>
<a:theme xmlns:a="http://schemas.openxmlformats.org/drawingml/2006/main" name="Office Theme">
  <a:themeElements>
    <a:clrScheme name="SpinCo">
      <a:dk1>
        <a:srgbClr val="000000"/>
      </a:dk1>
      <a:lt1>
        <a:srgbClr val="FFFFFF"/>
      </a:lt1>
      <a:dk2>
        <a:srgbClr val="000000"/>
      </a:dk2>
      <a:lt2>
        <a:srgbClr val="FFFFFF"/>
      </a:lt2>
      <a:accent1>
        <a:srgbClr val="FF6D43"/>
      </a:accent1>
      <a:accent2>
        <a:srgbClr val="002D3C"/>
      </a:accent2>
      <a:accent3>
        <a:srgbClr val="ECECED"/>
      </a:accent3>
      <a:accent4>
        <a:srgbClr val="000000"/>
      </a:accent4>
      <a:accent5>
        <a:srgbClr val="FFFFFF"/>
      </a:accent5>
      <a:accent6>
        <a:srgbClr val="000000"/>
      </a:accent6>
      <a:hlink>
        <a:srgbClr val="0563C1"/>
      </a:hlink>
      <a:folHlink>
        <a:srgbClr val="954F72"/>
      </a:folHlink>
    </a:clrScheme>
    <a:fontScheme name="Eviden">
      <a:majorFont>
        <a:latin typeface="Montserrat Bold"/>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viden Orange">
      <a:srgbClr val="FF6D43"/>
    </a:custClr>
    <a:custClr name="Deep Blue">
      <a:srgbClr val="002D3C"/>
    </a:custClr>
    <a:custClr name="Light Gray">
      <a:srgbClr val="ECECED"/>
    </a:custClr>
    <a:custClr name="Black">
      <a:srgbClr val="000000"/>
    </a:custClr>
    <a:custClr name="White">
      <a:srgbClr val="FFFFFF"/>
    </a:custClr>
  </a:custClrLst>
  <a:extLst>
    <a:ext uri="{05A4C25C-085E-4340-85A3-A5531E510DB2}">
      <thm15:themeFamily xmlns:thm15="http://schemas.microsoft.com/office/thememl/2012/main" name="Eviden PPT Template - For internal use.pptx" id="{3AABD6D5-9112-4225-9AAA-4687AB493F06}" vid="{E5A75E2E-A2EF-4749-BCF9-C1E1D427EC52}"/>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0EB096EC220A74DBB60B7F75A244149" ma:contentTypeVersion="12" ma:contentTypeDescription="Create a new document." ma:contentTypeScope="" ma:versionID="7454a4cd74bf15525e72acf906fc9006">
  <xsd:schema xmlns:xsd="http://www.w3.org/2001/XMLSchema" xmlns:xs="http://www.w3.org/2001/XMLSchema" xmlns:p="http://schemas.microsoft.com/office/2006/metadata/properties" xmlns:ns2="e83d8e60-8ed1-4a00-80e5-f06b519e9946" xmlns:ns3="102729d0-49db-4993-9026-baa8712c00b9" targetNamespace="http://schemas.microsoft.com/office/2006/metadata/properties" ma:root="true" ma:fieldsID="1d97410046978378d265f982b63e68ae" ns2:_="" ns3:_="">
    <xsd:import namespace="e83d8e60-8ed1-4a00-80e5-f06b519e9946"/>
    <xsd:import namespace="102729d0-49db-4993-9026-baa8712c00b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3d8e60-8ed1-4a00-80e5-f06b519e99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9967681-caf4-44cd-948e-90f57143962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02729d0-49db-4993-9026-baa8712c00b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fbf4e7d-bee7-408d-be70-f97aa826c25c}" ma:internalName="TaxCatchAll" ma:showField="CatchAllData" ma:web="102729d0-49db-4993-9026-baa8712c00b9">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102729d0-49db-4993-9026-baa8712c00b9" xsi:nil="true"/>
    <lcf76f155ced4ddcb4097134ff3c332f xmlns="e83d8e60-8ed1-4a00-80e5-f06b519e9946">
      <Terms xmlns="http://schemas.microsoft.com/office/infopath/2007/PartnerControls"/>
    </lcf76f155ced4ddcb4097134ff3c332f>
    <SharedWithUsers xmlns="102729d0-49db-4993-9026-baa8712c00b9">
      <UserInfo>
        <DisplayName>Jitendra Mishra</DisplayName>
        <AccountId>35</AccountId>
        <AccountType/>
      </UserInfo>
    </SharedWithUsers>
  </documentManagement>
</p:properties>
</file>

<file path=customXml/itemProps1.xml><?xml version="1.0" encoding="utf-8"?>
<ds:datastoreItem xmlns:ds="http://schemas.openxmlformats.org/officeDocument/2006/customXml" ds:itemID="{913DC483-3B2F-4E13-BF16-9980D18F960A}">
  <ds:schemaRefs>
    <ds:schemaRef ds:uri="http://schemas.microsoft.com/sharepoint/v3/contenttype/forms"/>
  </ds:schemaRefs>
</ds:datastoreItem>
</file>

<file path=customXml/itemProps2.xml><?xml version="1.0" encoding="utf-8"?>
<ds:datastoreItem xmlns:ds="http://schemas.openxmlformats.org/officeDocument/2006/customXml" ds:itemID="{E80C2351-F0B8-4E13-B873-0E88D0D7C50B}">
  <ds:schemaRefs>
    <ds:schemaRef ds:uri="102729d0-49db-4993-9026-baa8712c00b9"/>
    <ds:schemaRef ds:uri="e83d8e60-8ed1-4a00-80e5-f06b519e994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1E1D823-2AB1-49A5-B6C8-5FB3CA2DA65E}">
  <ds:schemaRefs>
    <ds:schemaRef ds:uri="http://schemas.openxmlformats.org/package/2006/metadata/core-properties"/>
    <ds:schemaRef ds:uri="http://purl.org/dc/terms/"/>
    <ds:schemaRef ds:uri="102729d0-49db-4993-9026-baa8712c00b9"/>
    <ds:schemaRef ds:uri="http://schemas.microsoft.com/office/infopath/2007/PartnerControls"/>
    <ds:schemaRef ds:uri="http://schemas.microsoft.com/office/2006/documentManagement/types"/>
    <ds:schemaRef ds:uri="http://purl.org/dc/elements/1.1/"/>
    <ds:schemaRef ds:uri="http://schemas.microsoft.com/office/2006/metadata/properties"/>
    <ds:schemaRef ds:uri="e83d8e60-8ed1-4a00-80e5-f06b519e9946"/>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Atos_Group_Template_Internal_Dark-and-Light</Template>
  <TotalTime>75</TotalTime>
  <Words>1000</Words>
  <Application>Microsoft Office PowerPoint</Application>
  <PresentationFormat>On-screen Show (16:9)</PresentationFormat>
  <Paragraphs>79</Paragraphs>
  <Slides>7</Slides>
  <Notes>0</Notes>
  <HiddenSlides>0</HiddenSlides>
  <MMClips>0</MMClips>
  <ScaleCrop>false</ScaleCrop>
  <HeadingPairs>
    <vt:vector size="6" baseType="variant">
      <vt:variant>
        <vt:lpstr>Fonts Used</vt:lpstr>
      </vt:variant>
      <vt:variant>
        <vt:i4>18</vt:i4>
      </vt:variant>
      <vt:variant>
        <vt:lpstr>Theme</vt:lpstr>
      </vt:variant>
      <vt:variant>
        <vt:i4>7</vt:i4>
      </vt:variant>
      <vt:variant>
        <vt:lpstr>Slide Titles</vt:lpstr>
      </vt:variant>
      <vt:variant>
        <vt:i4>7</vt:i4>
      </vt:variant>
    </vt:vector>
  </HeadingPairs>
  <TitlesOfParts>
    <vt:vector size="32" baseType="lpstr">
      <vt:lpstr>Arial</vt:lpstr>
      <vt:lpstr>Calibri</vt:lpstr>
      <vt:lpstr>FedEx Sans</vt:lpstr>
      <vt:lpstr>FedEx Sans Bold</vt:lpstr>
      <vt:lpstr>FedEx Sans Light</vt:lpstr>
      <vt:lpstr>FedEx Sans Medium</vt:lpstr>
      <vt:lpstr>FedEx Sans Regular</vt:lpstr>
      <vt:lpstr>Lucida Sans Unicode</vt:lpstr>
      <vt:lpstr>Montserrat</vt:lpstr>
      <vt:lpstr>Montserrat Bold</vt:lpstr>
      <vt:lpstr>Montserrat Medium</vt:lpstr>
      <vt:lpstr>Montserrat Regular</vt:lpstr>
      <vt:lpstr>Montserrat SemiBold</vt:lpstr>
      <vt:lpstr>Raleway Light</vt:lpstr>
      <vt:lpstr>Raleway Medium</vt:lpstr>
      <vt:lpstr>Raleway SemiBold</vt:lpstr>
      <vt:lpstr>System Font Regular</vt:lpstr>
      <vt:lpstr>Verdana</vt:lpstr>
      <vt:lpstr>Group_Internal_Dark</vt:lpstr>
      <vt:lpstr>Group_Internal_Light</vt:lpstr>
      <vt:lpstr>Group_Internal_Dark</vt:lpstr>
      <vt:lpstr>7_Atos v4.0</vt:lpstr>
      <vt:lpstr>2_Timeline / Process / Org. Chart Slides</vt:lpstr>
      <vt:lpstr>Atos v4.0</vt:lpstr>
      <vt:lpstr>Office Theme</vt:lpstr>
      <vt:lpstr>Braingile - Unlock Developer's  Feature level confidence  - &lt;Feature Name&gt;</vt:lpstr>
      <vt:lpstr>Continuous Improvement – Defect Control  - Defect Prevention   </vt:lpstr>
      <vt:lpstr>Long Pending blocked defects</vt:lpstr>
      <vt:lpstr>Scrum Ceremony -  Sprint Retrospective</vt:lpstr>
      <vt:lpstr>Innovation</vt:lpstr>
      <vt:lpstr>Accelerating the Fresher’s Mentorship Program</vt:lpstr>
      <vt:lpstr>Team Level – Leave tracker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 Patil</dc:creator>
  <cp:lastModifiedBy>Abhijeet Mukkawar</cp:lastModifiedBy>
  <cp:revision>2</cp:revision>
  <cp:lastPrinted>2021-05-24T10:03:02Z</cp:lastPrinted>
  <dcterms:created xsi:type="dcterms:W3CDTF">2022-11-16T05:14:24Z</dcterms:created>
  <dcterms:modified xsi:type="dcterms:W3CDTF">2023-11-23T07:30:35Z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um">
    <vt:lpwstr>07-04-2023</vt:lpwstr>
  </property>
  <property fmtid="{D5CDD505-2E9C-101B-9397-08002B2CF9AE}" pid="3" name="Author">
    <vt:lpwstr/>
  </property>
  <property fmtid="{D5CDD505-2E9C-101B-9397-08002B2CF9AE}" pid="4" name="GBU">
    <vt:lpwstr/>
  </property>
  <property fmtid="{D5CDD505-2E9C-101B-9397-08002B2CF9AE}" pid="5" name="Division">
    <vt:lpwstr/>
  </property>
  <property fmtid="{D5CDD505-2E9C-101B-9397-08002B2CF9AE}" pid="6" name="Department">
    <vt:lpwstr/>
  </property>
  <property fmtid="{D5CDD505-2E9C-101B-9397-08002B2CF9AE}" pid="7" name="Classification">
    <vt:lpwstr>© Atos - For internal use</vt:lpwstr>
  </property>
  <property fmtid="{D5CDD505-2E9C-101B-9397-08002B2CF9AE}" pid="8" name="MSIP_Label_112e00b9-34e2-4b26-a577-af1fd0f9f7ee_Enabled">
    <vt:lpwstr>True</vt:lpwstr>
  </property>
  <property fmtid="{D5CDD505-2E9C-101B-9397-08002B2CF9AE}" pid="9" name="MSIP_Label_112e00b9-34e2-4b26-a577-af1fd0f9f7ee_SiteId">
    <vt:lpwstr>33440fc6-b7c7-412c-bb73-0e70b0198d5a</vt:lpwstr>
  </property>
  <property fmtid="{D5CDD505-2E9C-101B-9397-08002B2CF9AE}" pid="10" name="MSIP_Label_112e00b9-34e2-4b26-a577-af1fd0f9f7ee_Owner">
    <vt:lpwstr>ronald.katoen@atos.net</vt:lpwstr>
  </property>
  <property fmtid="{D5CDD505-2E9C-101B-9397-08002B2CF9AE}" pid="11" name="MSIP_Label_112e00b9-34e2-4b26-a577-af1fd0f9f7ee_SetDate">
    <vt:lpwstr>2020-09-08T16:01:58.7598788Z</vt:lpwstr>
  </property>
  <property fmtid="{D5CDD505-2E9C-101B-9397-08002B2CF9AE}" pid="12" name="MSIP_Label_112e00b9-34e2-4b26-a577-af1fd0f9f7ee_Name">
    <vt:lpwstr>Atos For Internal Use</vt:lpwstr>
  </property>
  <property fmtid="{D5CDD505-2E9C-101B-9397-08002B2CF9AE}" pid="13" name="MSIP_Label_112e00b9-34e2-4b26-a577-af1fd0f9f7ee_Application">
    <vt:lpwstr>Microsoft Azure Information Protection</vt:lpwstr>
  </property>
  <property fmtid="{D5CDD505-2E9C-101B-9397-08002B2CF9AE}" pid="14" name="MSIP_Label_112e00b9-34e2-4b26-a577-af1fd0f9f7ee_ActionId">
    <vt:lpwstr>424a2b52-4f02-48d3-8062-821fe1e37dac</vt:lpwstr>
  </property>
  <property fmtid="{D5CDD505-2E9C-101B-9397-08002B2CF9AE}" pid="15" name="MSIP_Label_112e00b9-34e2-4b26-a577-af1fd0f9f7ee_Extended_MSFT_Method">
    <vt:lpwstr>Automatic</vt:lpwstr>
  </property>
  <property fmtid="{D5CDD505-2E9C-101B-9397-08002B2CF9AE}" pid="16" name="MSIP_Label_e463cba9-5f6c-478d-9329-7b2295e4e8ed_Enabled">
    <vt:lpwstr>True</vt:lpwstr>
  </property>
  <property fmtid="{D5CDD505-2E9C-101B-9397-08002B2CF9AE}" pid="17" name="MSIP_Label_e463cba9-5f6c-478d-9329-7b2295e4e8ed_SiteId">
    <vt:lpwstr>33440fc6-b7c7-412c-bb73-0e70b0198d5a</vt:lpwstr>
  </property>
  <property fmtid="{D5CDD505-2E9C-101B-9397-08002B2CF9AE}" pid="18" name="MSIP_Label_e463cba9-5f6c-478d-9329-7b2295e4e8ed_SetDate">
    <vt:lpwstr>2020-09-08T16:01:58.7598788Z</vt:lpwstr>
  </property>
  <property fmtid="{D5CDD505-2E9C-101B-9397-08002B2CF9AE}" pid="19" name="MSIP_Label_e463cba9-5f6c-478d-9329-7b2295e4e8ed_Name">
    <vt:lpwstr>Atos For Internal Use - All Employees</vt:lpwstr>
  </property>
  <property fmtid="{D5CDD505-2E9C-101B-9397-08002B2CF9AE}" pid="20" name="MSIP_Label_e463cba9-5f6c-478d-9329-7b2295e4e8ed_ActionId">
    <vt:lpwstr>424a2b52-4f02-48d3-8062-821fe1e37dac</vt:lpwstr>
  </property>
  <property fmtid="{D5CDD505-2E9C-101B-9397-08002B2CF9AE}" pid="21" name="MSIP_Label_e463cba9-5f6c-478d-9329-7b2295e4e8ed_Extended_MSFT_Method">
    <vt:lpwstr>Automatic</vt:lpwstr>
  </property>
  <property fmtid="{D5CDD505-2E9C-101B-9397-08002B2CF9AE}" pid="22" name="ContentTypeId">
    <vt:lpwstr>0x010100C0EB096EC220A74DBB60B7F75A244149</vt:lpwstr>
  </property>
  <property fmtid="{D5CDD505-2E9C-101B-9397-08002B2CF9AE}" pid="23" name="_dlc_DocIdItemGuid">
    <vt:lpwstr>e63a0aab-ac4a-40a1-93d5-77c3e3552667</vt:lpwstr>
  </property>
  <property fmtid="{D5CDD505-2E9C-101B-9397-08002B2CF9AE}" pid="24" name="MediaServiceImageTags">
    <vt:lpwstr/>
  </property>
  <property fmtid="{D5CDD505-2E9C-101B-9397-08002B2CF9AE}" pid="25" name="MSIP_Label_ecb69475-382c-4c7a-b21d-8ca64eeef1bd_Enabled">
    <vt:lpwstr>true</vt:lpwstr>
  </property>
  <property fmtid="{D5CDD505-2E9C-101B-9397-08002B2CF9AE}" pid="26" name="MSIP_Label_ecb69475-382c-4c7a-b21d-8ca64eeef1bd_SetDate">
    <vt:lpwstr>2023-11-22T12:20:34Z</vt:lpwstr>
  </property>
  <property fmtid="{D5CDD505-2E9C-101B-9397-08002B2CF9AE}" pid="27" name="MSIP_Label_ecb69475-382c-4c7a-b21d-8ca64eeef1bd_Method">
    <vt:lpwstr>Standard</vt:lpwstr>
  </property>
  <property fmtid="{D5CDD505-2E9C-101B-9397-08002B2CF9AE}" pid="28" name="MSIP_Label_ecb69475-382c-4c7a-b21d-8ca64eeef1bd_Name">
    <vt:lpwstr>Eviden For Internal Use - All Employees</vt:lpwstr>
  </property>
  <property fmtid="{D5CDD505-2E9C-101B-9397-08002B2CF9AE}" pid="29" name="MSIP_Label_ecb69475-382c-4c7a-b21d-8ca64eeef1bd_SiteId">
    <vt:lpwstr>7d1c7785-2d8a-437d-b842-1ed5d8fbe00a</vt:lpwstr>
  </property>
  <property fmtid="{D5CDD505-2E9C-101B-9397-08002B2CF9AE}" pid="30" name="MSIP_Label_ecb69475-382c-4c7a-b21d-8ca64eeef1bd_ActionId">
    <vt:lpwstr>50c0e1e1-ae20-48bd-9eb7-7776ff336b4c</vt:lpwstr>
  </property>
  <property fmtid="{D5CDD505-2E9C-101B-9397-08002B2CF9AE}" pid="31" name="MSIP_Label_ecb69475-382c-4c7a-b21d-8ca64eeef1bd_ContentBits">
    <vt:lpwstr>0</vt:lpwstr>
  </property>
</Properties>
</file>